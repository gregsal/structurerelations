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5" r:id="rId4"/>
    <p:sldId id="268" r:id="rId5"/>
    <p:sldId id="269" r:id="rId6"/>
    <p:sldId id="270" r:id="rId7"/>
    <p:sldId id="271" r:id="rId8"/>
    <p:sldId id="266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-1692" y="-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Salomons" userId="759311b4-a852-4cd4-8aa9-8f7a4c00818c" providerId="ADAL" clId="{C8AF0C0B-19AC-3072-9B46-0AC5B2E811CA}"/>
    <pc:docChg chg="undo custSel addSld modSld">
      <pc:chgData name="Greg Salomons" userId="759311b4-a852-4cd4-8aa9-8f7a4c00818c" providerId="ADAL" clId="{C8AF0C0B-19AC-3072-9B46-0AC5B2E811CA}" dt="2026-05-17T14:49:17.350" v="402" actId="478"/>
      <pc:docMkLst>
        <pc:docMk/>
      </pc:docMkLst>
      <pc:sldChg chg="addSp delSp modSp new mod">
        <pc:chgData name="Greg Salomons" userId="759311b4-a852-4cd4-8aa9-8f7a4c00818c" providerId="ADAL" clId="{C8AF0C0B-19AC-3072-9B46-0AC5B2E811CA}" dt="2026-05-16T16:00:02.182" v="14" actId="1076"/>
        <pc:sldMkLst>
          <pc:docMk/>
          <pc:sldMk cId="998525898" sldId="257"/>
        </pc:sldMkLst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3" creationId="{D37AD069-0FEE-2366-8267-A4E43BED8B4F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5" creationId="{E39D329C-3D38-AAA3-C7F1-6F8CBBA40158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19" creationId="{C44A38D8-B4E7-075C-3049-D38D1E4ED8EC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1" creationId="{48C80F79-2320-75D2-3E30-0FA5ACB2D91D}"/>
          </ac:spMkLst>
        </pc:spChg>
        <pc:spChg chg="add">
          <ac:chgData name="Greg Salomons" userId="759311b4-a852-4cd4-8aa9-8f7a4c00818c" providerId="ADAL" clId="{C8AF0C0B-19AC-3072-9B46-0AC5B2E811CA}" dt="2026-05-16T15:48:07.226" v="1" actId="22"/>
          <ac:spMkLst>
            <pc:docMk/>
            <pc:sldMk cId="998525898" sldId="257"/>
            <ac:spMk id="27" creationId="{6E8FE93F-474A-07BA-0785-EC9BA4EB5507}"/>
          </ac:spMkLst>
        </pc:spChg>
        <pc:cxnChg chg="add mod">
          <ac:chgData name="Greg Salomons" userId="759311b4-a852-4cd4-8aa9-8f7a4c00818c" providerId="ADAL" clId="{C8AF0C0B-19AC-3072-9B46-0AC5B2E811CA}" dt="2026-05-16T15:59:58.408" v="13" actId="14100"/>
          <ac:cxnSpMkLst>
            <pc:docMk/>
            <pc:sldMk cId="998525898" sldId="257"/>
            <ac:cxnSpMk id="11" creationId="{3D16FD56-3455-BE96-15C2-EBB0AA1B51E7}"/>
          </ac:cxnSpMkLst>
        </pc:cxnChg>
        <pc:cxnChg chg="add del">
          <ac:chgData name="Greg Salomons" userId="759311b4-a852-4cd4-8aa9-8f7a4c00818c" providerId="ADAL" clId="{C8AF0C0B-19AC-3072-9B46-0AC5B2E811CA}" dt="2026-05-16T15:49:03.755" v="9" actId="478"/>
          <ac:cxnSpMkLst>
            <pc:docMk/>
            <pc:sldMk cId="998525898" sldId="257"/>
            <ac:cxnSpMk id="13" creationId="{23D53395-9D5A-E442-8C6B-DC4E50E4C2D9}"/>
          </ac:cxnSpMkLst>
        </pc:cxnChg>
        <pc:cxnChg chg="add del">
          <ac:chgData name="Greg Salomons" userId="759311b4-a852-4cd4-8aa9-8f7a4c00818c" providerId="ADAL" clId="{C8AF0C0B-19AC-3072-9B46-0AC5B2E811CA}" dt="2026-05-16T15:49:07.921" v="10" actId="478"/>
          <ac:cxnSpMkLst>
            <pc:docMk/>
            <pc:sldMk cId="998525898" sldId="257"/>
            <ac:cxnSpMk id="15" creationId="{EA709374-46B9-62BC-0379-04F264A34CD5}"/>
          </ac:cxnSpMkLst>
        </pc:cxnChg>
        <pc:cxnChg chg="add mod">
          <ac:chgData name="Greg Salomons" userId="759311b4-a852-4cd4-8aa9-8f7a4c00818c" providerId="ADAL" clId="{C8AF0C0B-19AC-3072-9B46-0AC5B2E811CA}" dt="2026-05-16T16:00:02.182" v="14" actId="1076"/>
          <ac:cxnSpMkLst>
            <pc:docMk/>
            <pc:sldMk cId="998525898" sldId="257"/>
            <ac:cxnSpMk id="17" creationId="{24484CB0-C03C-3CDE-2BBC-A615044DE503}"/>
          </ac:cxnSpMkLst>
        </pc:cxnChg>
        <pc:cxnChg chg="add">
          <ac:chgData name="Greg Salomons" userId="759311b4-a852-4cd4-8aa9-8f7a4c00818c" providerId="ADAL" clId="{C8AF0C0B-19AC-3072-9B46-0AC5B2E811CA}" dt="2026-05-16T15:48:07.226" v="1" actId="22"/>
          <ac:cxnSpMkLst>
            <pc:docMk/>
            <pc:sldMk cId="998525898" sldId="257"/>
            <ac:cxnSpMk id="23" creationId="{BB294F9A-4A74-B8D5-6257-484FD454C39A}"/>
          </ac:cxnSpMkLst>
        </pc:cxnChg>
        <pc:cxnChg chg="mod">
          <ac:chgData name="Greg Salomons" userId="759311b4-a852-4cd4-8aa9-8f7a4c00818c" providerId="ADAL" clId="{C8AF0C0B-19AC-3072-9B46-0AC5B2E811CA}" dt="2026-05-16T15:48:53.365" v="8" actId="1038"/>
          <ac:cxnSpMkLst>
            <pc:docMk/>
            <pc:sldMk cId="998525898" sldId="257"/>
            <ac:cxnSpMk id="25" creationId="{89B58AFD-07BE-8624-409D-98A6B3262FC0}"/>
          </ac:cxnSpMkLst>
        </pc:cxnChg>
      </pc:sldChg>
      <pc:sldChg chg="addSp delSp modSp new mod">
        <pc:chgData name="Greg Salomons" userId="759311b4-a852-4cd4-8aa9-8f7a4c00818c" providerId="ADAL" clId="{C8AF0C0B-19AC-3072-9B46-0AC5B2E811CA}" dt="2026-05-17T14:46:23.954" v="361" actId="14100"/>
        <pc:sldMkLst>
          <pc:docMk/>
          <pc:sldMk cId="2069322649" sldId="258"/>
        </pc:sldMkLst>
        <pc:spChg chg="add del mod">
          <ac:chgData name="Greg Salomons" userId="759311b4-a852-4cd4-8aa9-8f7a4c00818c" providerId="ADAL" clId="{C8AF0C0B-19AC-3072-9B46-0AC5B2E811CA}" dt="2026-05-17T13:57:52.798" v="46" actId="478"/>
          <ac:spMkLst>
            <pc:docMk/>
            <pc:sldMk cId="2069322649" sldId="258"/>
            <ac:spMk id="3" creationId="{5E2D5D3B-7682-1D55-CA15-1476D53F02EC}"/>
          </ac:spMkLst>
        </pc:spChg>
        <pc:spChg chg="add del mod">
          <ac:chgData name="Greg Salomons" userId="759311b4-a852-4cd4-8aa9-8f7a4c00818c" providerId="ADAL" clId="{C8AF0C0B-19AC-3072-9B46-0AC5B2E811CA}" dt="2026-05-17T13:57:52.798" v="46" actId="478"/>
          <ac:spMkLst>
            <pc:docMk/>
            <pc:sldMk cId="2069322649" sldId="258"/>
            <ac:spMk id="5" creationId="{06A83DE4-8DD8-78B4-BC58-7B785E55FEE1}"/>
          </ac:spMkLst>
        </pc:spChg>
        <pc:spChg chg="add del mod">
          <ac:chgData name="Greg Salomons" userId="759311b4-a852-4cd4-8aa9-8f7a4c00818c" providerId="ADAL" clId="{C8AF0C0B-19AC-3072-9B46-0AC5B2E811CA}" dt="2026-05-17T13:57:52.798" v="46" actId="478"/>
          <ac:spMkLst>
            <pc:docMk/>
            <pc:sldMk cId="2069322649" sldId="258"/>
            <ac:spMk id="15" creationId="{638CA2B0-9381-054D-71AE-295D64BBE5BF}"/>
          </ac:spMkLst>
        </pc:spChg>
        <pc:spChg chg="add del mod">
          <ac:chgData name="Greg Salomons" userId="759311b4-a852-4cd4-8aa9-8f7a4c00818c" providerId="ADAL" clId="{C8AF0C0B-19AC-3072-9B46-0AC5B2E811CA}" dt="2026-05-17T13:57:52.798" v="46" actId="478"/>
          <ac:spMkLst>
            <pc:docMk/>
            <pc:sldMk cId="2069322649" sldId="258"/>
            <ac:spMk id="17" creationId="{D9414AF3-246D-1BB9-40B7-91A07ECDEB4A}"/>
          </ac:spMkLst>
        </pc:spChg>
        <pc:spChg chg="add del mod">
          <ac:chgData name="Greg Salomons" userId="759311b4-a852-4cd4-8aa9-8f7a4c00818c" providerId="ADAL" clId="{C8AF0C0B-19AC-3072-9B46-0AC5B2E811CA}" dt="2026-05-17T13:57:52.798" v="46" actId="478"/>
          <ac:spMkLst>
            <pc:docMk/>
            <pc:sldMk cId="2069322649" sldId="258"/>
            <ac:spMk id="23" creationId="{77886D72-688C-A7A8-24E6-0A72E528DDA0}"/>
          </ac:spMkLst>
        </pc:spChg>
        <pc:spChg chg="add">
          <ac:chgData name="Greg Salomons" userId="759311b4-a852-4cd4-8aa9-8f7a4c00818c" providerId="ADAL" clId="{C8AF0C0B-19AC-3072-9B46-0AC5B2E811CA}" dt="2026-05-17T14:03:29.798" v="67" actId="22"/>
          <ac:spMkLst>
            <pc:docMk/>
            <pc:sldMk cId="2069322649" sldId="258"/>
            <ac:spMk id="58" creationId="{C32EC917-AC36-12DB-E916-D2B0F56A875F}"/>
          </ac:spMkLst>
        </pc:spChg>
        <pc:spChg chg="add">
          <ac:chgData name="Greg Salomons" userId="759311b4-a852-4cd4-8aa9-8f7a4c00818c" providerId="ADAL" clId="{C8AF0C0B-19AC-3072-9B46-0AC5B2E811CA}" dt="2026-05-17T14:03:29.798" v="67" actId="22"/>
          <ac:spMkLst>
            <pc:docMk/>
            <pc:sldMk cId="2069322649" sldId="258"/>
            <ac:spMk id="60" creationId="{4E3E330F-19DB-346E-76FD-125F233C5DA2}"/>
          </ac:spMkLst>
        </pc:spChg>
        <pc:spChg chg="add">
          <ac:chgData name="Greg Salomons" userId="759311b4-a852-4cd4-8aa9-8f7a4c00818c" providerId="ADAL" clId="{C8AF0C0B-19AC-3072-9B46-0AC5B2E811CA}" dt="2026-05-17T14:03:29.798" v="67" actId="22"/>
          <ac:spMkLst>
            <pc:docMk/>
            <pc:sldMk cId="2069322649" sldId="258"/>
            <ac:spMk id="70" creationId="{C66CB38E-8575-9661-CE77-882C040FD1CC}"/>
          </ac:spMkLst>
        </pc:spChg>
        <pc:spChg chg="add mod">
          <ac:chgData name="Greg Salomons" userId="759311b4-a852-4cd4-8aa9-8f7a4c00818c" providerId="ADAL" clId="{C8AF0C0B-19AC-3072-9B46-0AC5B2E811CA}" dt="2026-05-17T14:46:03.446" v="357" actId="1036"/>
          <ac:spMkLst>
            <pc:docMk/>
            <pc:sldMk cId="2069322649" sldId="258"/>
            <ac:spMk id="72" creationId="{EF55C5BA-0727-DF63-ED51-C5E4E4073513}"/>
          </ac:spMkLst>
        </pc:spChg>
        <pc:spChg chg="add">
          <ac:chgData name="Greg Salomons" userId="759311b4-a852-4cd4-8aa9-8f7a4c00818c" providerId="ADAL" clId="{C8AF0C0B-19AC-3072-9B46-0AC5B2E811CA}" dt="2026-05-17T14:03:29.798" v="67" actId="22"/>
          <ac:spMkLst>
            <pc:docMk/>
            <pc:sldMk cId="2069322649" sldId="258"/>
            <ac:spMk id="78" creationId="{7875F62E-E05F-3F14-8007-271810E51149}"/>
          </ac:spMkLst>
        </pc:spChg>
        <pc:spChg chg="add del mod">
          <ac:chgData name="Greg Salomons" userId="759311b4-a852-4cd4-8aa9-8f7a4c00818c" providerId="ADAL" clId="{C8AF0C0B-19AC-3072-9B46-0AC5B2E811CA}" dt="2026-05-17T14:41:08.501" v="271" actId="478"/>
          <ac:spMkLst>
            <pc:docMk/>
            <pc:sldMk cId="2069322649" sldId="258"/>
            <ac:spMk id="86" creationId="{D8106749-5847-2811-5157-3EF0C0061758}"/>
          </ac:spMkLst>
        </pc:spChg>
        <pc:spChg chg="add mod">
          <ac:chgData name="Greg Salomons" userId="759311b4-a852-4cd4-8aa9-8f7a4c00818c" providerId="ADAL" clId="{C8AF0C0B-19AC-3072-9B46-0AC5B2E811CA}" dt="2026-05-17T14:45:23.878" v="304" actId="14100"/>
          <ac:spMkLst>
            <pc:docMk/>
            <pc:sldMk cId="2069322649" sldId="258"/>
            <ac:spMk id="91" creationId="{4DBFF037-E782-BE1C-9685-5AE610635BF3}"/>
          </ac:spMkLst>
        </pc:spChg>
        <pc:cxnChg chg="add mod">
          <ac:chgData name="Greg Salomons" userId="759311b4-a852-4cd4-8aa9-8f7a4c00818c" providerId="ADAL" clId="{C8AF0C0B-19AC-3072-9B46-0AC5B2E811CA}" dt="2026-05-17T14:01:52.991" v="58" actId="1076"/>
          <ac:cxnSpMkLst>
            <pc:docMk/>
            <pc:sldMk cId="2069322649" sldId="258"/>
            <ac:cxnSpMk id="7" creationId="{4AC82517-EAC9-6F05-C365-0388212BB87D}"/>
          </ac:cxnSpMkLst>
        </pc:cxnChg>
        <pc:cxnChg chg="add del mod">
          <ac:chgData name="Greg Salomons" userId="759311b4-a852-4cd4-8aa9-8f7a4c00818c" providerId="ADAL" clId="{C8AF0C0B-19AC-3072-9B46-0AC5B2E811CA}" dt="2026-05-17T13:57:52.798" v="46" actId="478"/>
          <ac:cxnSpMkLst>
            <pc:docMk/>
            <pc:sldMk cId="2069322649" sldId="258"/>
            <ac:cxnSpMk id="9" creationId="{276F8C4A-4937-97F7-1E03-42CB9FD80910}"/>
          </ac:cxnSpMkLst>
        </pc:cxnChg>
        <pc:cxnChg chg="add del mod">
          <ac:chgData name="Greg Salomons" userId="759311b4-a852-4cd4-8aa9-8f7a4c00818c" providerId="ADAL" clId="{C8AF0C0B-19AC-3072-9B46-0AC5B2E811CA}" dt="2026-05-17T13:57:52.798" v="46" actId="478"/>
          <ac:cxnSpMkLst>
            <pc:docMk/>
            <pc:sldMk cId="2069322649" sldId="258"/>
            <ac:cxnSpMk id="11" creationId="{D3C5FFB5-DBC8-604B-3AD7-AABFE7C206D5}"/>
          </ac:cxnSpMkLst>
        </pc:cxnChg>
        <pc:cxnChg chg="del mod">
          <ac:chgData name="Greg Salomons" userId="759311b4-a852-4cd4-8aa9-8f7a4c00818c" providerId="ADAL" clId="{C8AF0C0B-19AC-3072-9B46-0AC5B2E811CA}" dt="2026-05-17T13:57:52.798" v="46" actId="478"/>
          <ac:cxnSpMkLst>
            <pc:docMk/>
            <pc:sldMk cId="2069322649" sldId="258"/>
            <ac:cxnSpMk id="13" creationId="{4F671E6E-0F1D-4406-9FA6-899B4A92561C}"/>
          </ac:cxnSpMkLst>
        </pc:cxnChg>
        <pc:cxnChg chg="add del mod">
          <ac:chgData name="Greg Salomons" userId="759311b4-a852-4cd4-8aa9-8f7a4c00818c" providerId="ADAL" clId="{C8AF0C0B-19AC-3072-9B46-0AC5B2E811CA}" dt="2026-05-17T13:57:52.798" v="46" actId="478"/>
          <ac:cxnSpMkLst>
            <pc:docMk/>
            <pc:sldMk cId="2069322649" sldId="258"/>
            <ac:cxnSpMk id="19" creationId="{59EEEC44-6E8C-9B17-1630-9E6916A332AD}"/>
          </ac:cxnSpMkLst>
        </pc:cxnChg>
        <pc:cxnChg chg="add del mod">
          <ac:chgData name="Greg Salomons" userId="759311b4-a852-4cd4-8aa9-8f7a4c00818c" providerId="ADAL" clId="{C8AF0C0B-19AC-3072-9B46-0AC5B2E811CA}" dt="2026-05-17T13:57:52.798" v="46" actId="478"/>
          <ac:cxnSpMkLst>
            <pc:docMk/>
            <pc:sldMk cId="2069322649" sldId="258"/>
            <ac:cxnSpMk id="21" creationId="{DB8B1B44-2D99-6DBE-5265-B3EDE0D8923D}"/>
          </ac:cxnSpMkLst>
        </pc:cxnChg>
        <pc:cxnChg chg="add mod">
          <ac:chgData name="Greg Salomons" userId="759311b4-a852-4cd4-8aa9-8f7a4c00818c" providerId="ADAL" clId="{C8AF0C0B-19AC-3072-9B46-0AC5B2E811CA}" dt="2026-05-17T14:02:07.343" v="59" actId="1076"/>
          <ac:cxnSpMkLst>
            <pc:docMk/>
            <pc:sldMk cId="2069322649" sldId="258"/>
            <ac:cxnSpMk id="26" creationId="{E57A3495-E93C-EF22-E0B6-E7B8EC3E5A04}"/>
          </ac:cxnSpMkLst>
        </pc:cxnChg>
        <pc:cxnChg chg="add mod">
          <ac:chgData name="Greg Salomons" userId="759311b4-a852-4cd4-8aa9-8f7a4c00818c" providerId="ADAL" clId="{C8AF0C0B-19AC-3072-9B46-0AC5B2E811CA}" dt="2026-05-17T14:02:18.246" v="60" actId="1076"/>
          <ac:cxnSpMkLst>
            <pc:docMk/>
            <pc:sldMk cId="2069322649" sldId="258"/>
            <ac:cxnSpMk id="28" creationId="{F80A7900-5455-25E3-D6A5-0944FA455122}"/>
          </ac:cxnSpMkLst>
        </pc:cxnChg>
        <pc:cxnChg chg="add mod">
          <ac:chgData name="Greg Salomons" userId="759311b4-a852-4cd4-8aa9-8f7a4c00818c" providerId="ADAL" clId="{C8AF0C0B-19AC-3072-9B46-0AC5B2E811CA}" dt="2026-05-17T14:02:28.637" v="61" actId="1076"/>
          <ac:cxnSpMkLst>
            <pc:docMk/>
            <pc:sldMk cId="2069322649" sldId="258"/>
            <ac:cxnSpMk id="30" creationId="{304F692D-D2B3-6D63-0D49-3B182BC3B6C9}"/>
          </ac:cxnSpMkLst>
        </pc:cxnChg>
        <pc:cxnChg chg="add mod">
          <ac:chgData name="Greg Salomons" userId="759311b4-a852-4cd4-8aa9-8f7a4c00818c" providerId="ADAL" clId="{C8AF0C0B-19AC-3072-9B46-0AC5B2E811CA}" dt="2026-05-17T14:02:38.770" v="62" actId="1076"/>
          <ac:cxnSpMkLst>
            <pc:docMk/>
            <pc:sldMk cId="2069322649" sldId="258"/>
            <ac:cxnSpMk id="32" creationId="{D7173BC5-1302-C854-1AA0-9417CC47C19A}"/>
          </ac:cxnSpMkLst>
        </pc:cxnChg>
        <pc:cxnChg chg="add mod">
          <ac:chgData name="Greg Salomons" userId="759311b4-a852-4cd4-8aa9-8f7a4c00818c" providerId="ADAL" clId="{C8AF0C0B-19AC-3072-9B46-0AC5B2E811CA}" dt="2026-05-17T14:02:49.981" v="63" actId="1076"/>
          <ac:cxnSpMkLst>
            <pc:docMk/>
            <pc:sldMk cId="2069322649" sldId="258"/>
            <ac:cxnSpMk id="34" creationId="{25F1554B-CAA2-C47F-23D7-E82FD15578A2}"/>
          </ac:cxnSpMkLst>
        </pc:cxnChg>
        <pc:cxnChg chg="add mod">
          <ac:chgData name="Greg Salomons" userId="759311b4-a852-4cd4-8aa9-8f7a4c00818c" providerId="ADAL" clId="{C8AF0C0B-19AC-3072-9B46-0AC5B2E811CA}" dt="2026-05-17T14:03:00.906" v="64" actId="1076"/>
          <ac:cxnSpMkLst>
            <pc:docMk/>
            <pc:sldMk cId="2069322649" sldId="258"/>
            <ac:cxnSpMk id="36" creationId="{08BD89CF-B565-CD2F-29EB-81879FE443C0}"/>
          </ac:cxnSpMkLst>
        </pc:cxnChg>
        <pc:cxnChg chg="add mod">
          <ac:chgData name="Greg Salomons" userId="759311b4-a852-4cd4-8aa9-8f7a4c00818c" providerId="ADAL" clId="{C8AF0C0B-19AC-3072-9B46-0AC5B2E811CA}" dt="2026-05-17T14:03:09.104" v="65" actId="1076"/>
          <ac:cxnSpMkLst>
            <pc:docMk/>
            <pc:sldMk cId="2069322649" sldId="258"/>
            <ac:cxnSpMk id="38" creationId="{3623C195-1822-4077-BD38-88D7FCC64FD0}"/>
          </ac:cxnSpMkLst>
        </pc:cxnChg>
        <pc:cxnChg chg="add mod">
          <ac:chgData name="Greg Salomons" userId="759311b4-a852-4cd4-8aa9-8f7a4c00818c" providerId="ADAL" clId="{C8AF0C0B-19AC-3072-9B46-0AC5B2E811CA}" dt="2026-05-17T14:03:18.040" v="66" actId="1076"/>
          <ac:cxnSpMkLst>
            <pc:docMk/>
            <pc:sldMk cId="2069322649" sldId="258"/>
            <ac:cxnSpMk id="40" creationId="{CFFCF1A9-F5DF-C8CB-B512-63D3D57F3DB1}"/>
          </ac:cxnSpMkLst>
        </pc:cxnChg>
        <pc:cxnChg chg="add mod">
          <ac:chgData name="Greg Salomons" userId="759311b4-a852-4cd4-8aa9-8f7a4c00818c" providerId="ADAL" clId="{C8AF0C0B-19AC-3072-9B46-0AC5B2E811CA}" dt="2026-05-17T14:00:14.521" v="50" actId="1076"/>
          <ac:cxnSpMkLst>
            <pc:docMk/>
            <pc:sldMk cId="2069322649" sldId="258"/>
            <ac:cxnSpMk id="42" creationId="{140A1CFE-AD0A-FDE0-652F-6FA2E96F14EE}"/>
          </ac:cxnSpMkLst>
        </pc:cxnChg>
        <pc:cxnChg chg="add mod">
          <ac:chgData name="Greg Salomons" userId="759311b4-a852-4cd4-8aa9-8f7a4c00818c" providerId="ADAL" clId="{C8AF0C0B-19AC-3072-9B46-0AC5B2E811CA}" dt="2026-05-17T14:00:26.973" v="51" actId="1076"/>
          <ac:cxnSpMkLst>
            <pc:docMk/>
            <pc:sldMk cId="2069322649" sldId="258"/>
            <ac:cxnSpMk id="44" creationId="{B2EE9DDA-B93B-99DC-923D-C2DD8A29CBB8}"/>
          </ac:cxnSpMkLst>
        </pc:cxnChg>
        <pc:cxnChg chg="add mod">
          <ac:chgData name="Greg Salomons" userId="759311b4-a852-4cd4-8aa9-8f7a4c00818c" providerId="ADAL" clId="{C8AF0C0B-19AC-3072-9B46-0AC5B2E811CA}" dt="2026-05-17T14:00:39.781" v="52" actId="1076"/>
          <ac:cxnSpMkLst>
            <pc:docMk/>
            <pc:sldMk cId="2069322649" sldId="258"/>
            <ac:cxnSpMk id="46" creationId="{395DB082-C8DD-23BB-464C-13F15A2435DE}"/>
          </ac:cxnSpMkLst>
        </pc:cxnChg>
        <pc:cxnChg chg="add mod">
          <ac:chgData name="Greg Salomons" userId="759311b4-a852-4cd4-8aa9-8f7a4c00818c" providerId="ADAL" clId="{C8AF0C0B-19AC-3072-9B46-0AC5B2E811CA}" dt="2026-05-17T14:00:50.168" v="53" actId="1076"/>
          <ac:cxnSpMkLst>
            <pc:docMk/>
            <pc:sldMk cId="2069322649" sldId="258"/>
            <ac:cxnSpMk id="48" creationId="{17FA4BE0-212F-C3AA-7E46-3AB81E70FE02}"/>
          </ac:cxnSpMkLst>
        </pc:cxnChg>
        <pc:cxnChg chg="add mod">
          <ac:chgData name="Greg Salomons" userId="759311b4-a852-4cd4-8aa9-8f7a4c00818c" providerId="ADAL" clId="{C8AF0C0B-19AC-3072-9B46-0AC5B2E811CA}" dt="2026-05-17T14:01:04.144" v="54" actId="1076"/>
          <ac:cxnSpMkLst>
            <pc:docMk/>
            <pc:sldMk cId="2069322649" sldId="258"/>
            <ac:cxnSpMk id="50" creationId="{8D019799-673D-D45F-96DA-F33C0F08FD46}"/>
          </ac:cxnSpMkLst>
        </pc:cxnChg>
        <pc:cxnChg chg="add mod">
          <ac:chgData name="Greg Salomons" userId="759311b4-a852-4cd4-8aa9-8f7a4c00818c" providerId="ADAL" clId="{C8AF0C0B-19AC-3072-9B46-0AC5B2E811CA}" dt="2026-05-17T14:01:16.422" v="55" actId="1076"/>
          <ac:cxnSpMkLst>
            <pc:docMk/>
            <pc:sldMk cId="2069322649" sldId="258"/>
            <ac:cxnSpMk id="52" creationId="{12AEC466-0B29-D18E-74A3-BD6976DB29F6}"/>
          </ac:cxnSpMkLst>
        </pc:cxnChg>
        <pc:cxnChg chg="add mod">
          <ac:chgData name="Greg Salomons" userId="759311b4-a852-4cd4-8aa9-8f7a4c00818c" providerId="ADAL" clId="{C8AF0C0B-19AC-3072-9B46-0AC5B2E811CA}" dt="2026-05-17T14:01:30.938" v="56" actId="1076"/>
          <ac:cxnSpMkLst>
            <pc:docMk/>
            <pc:sldMk cId="2069322649" sldId="258"/>
            <ac:cxnSpMk id="54" creationId="{36D1D599-B67B-CFF2-2CFB-58CE365CACE7}"/>
          </ac:cxnSpMkLst>
        </pc:cxnChg>
        <pc:cxnChg chg="add mod">
          <ac:chgData name="Greg Salomons" userId="759311b4-a852-4cd4-8aa9-8f7a4c00818c" providerId="ADAL" clId="{C8AF0C0B-19AC-3072-9B46-0AC5B2E811CA}" dt="2026-05-17T14:01:42.120" v="57" actId="1076"/>
          <ac:cxnSpMkLst>
            <pc:docMk/>
            <pc:sldMk cId="2069322649" sldId="258"/>
            <ac:cxnSpMk id="56" creationId="{247C6767-8E68-17D3-1E41-082BCD08DD95}"/>
          </ac:cxnSpMkLst>
        </pc:cxnChg>
        <pc:cxnChg chg="add">
          <ac:chgData name="Greg Salomons" userId="759311b4-a852-4cd4-8aa9-8f7a4c00818c" providerId="ADAL" clId="{C8AF0C0B-19AC-3072-9B46-0AC5B2E811CA}" dt="2026-05-17T14:03:29.798" v="67" actId="22"/>
          <ac:cxnSpMkLst>
            <pc:docMk/>
            <pc:sldMk cId="2069322649" sldId="258"/>
            <ac:cxnSpMk id="62" creationId="{E85D6B50-4161-0F37-E752-E83B12AB48AE}"/>
          </ac:cxnSpMkLst>
        </pc:cxnChg>
        <pc:cxnChg chg="add">
          <ac:chgData name="Greg Salomons" userId="759311b4-a852-4cd4-8aa9-8f7a4c00818c" providerId="ADAL" clId="{C8AF0C0B-19AC-3072-9B46-0AC5B2E811CA}" dt="2026-05-17T14:03:29.798" v="67" actId="22"/>
          <ac:cxnSpMkLst>
            <pc:docMk/>
            <pc:sldMk cId="2069322649" sldId="258"/>
            <ac:cxnSpMk id="64" creationId="{0F9C0313-45D7-4426-93D4-34098008D5EE}"/>
          </ac:cxnSpMkLst>
        </pc:cxnChg>
        <pc:cxnChg chg="add mod">
          <ac:chgData name="Greg Salomons" userId="759311b4-a852-4cd4-8aa9-8f7a4c00818c" providerId="ADAL" clId="{C8AF0C0B-19AC-3072-9B46-0AC5B2E811CA}" dt="2026-05-17T14:46:23.954" v="361" actId="14100"/>
          <ac:cxnSpMkLst>
            <pc:docMk/>
            <pc:sldMk cId="2069322649" sldId="258"/>
            <ac:cxnSpMk id="66" creationId="{FB486947-F0DB-C2E8-4DBA-51CF78DEB2FE}"/>
          </ac:cxnSpMkLst>
        </pc:cxnChg>
        <pc:cxnChg chg="add mod">
          <ac:chgData name="Greg Salomons" userId="759311b4-a852-4cd4-8aa9-8f7a4c00818c" providerId="ADAL" clId="{C8AF0C0B-19AC-3072-9B46-0AC5B2E811CA}" dt="2026-05-17T14:46:16.314" v="360" actId="1076"/>
          <ac:cxnSpMkLst>
            <pc:docMk/>
            <pc:sldMk cId="2069322649" sldId="258"/>
            <ac:cxnSpMk id="68" creationId="{8DAC5740-77DB-9E9A-C71A-F928C1ABBF86}"/>
          </ac:cxnSpMkLst>
        </pc:cxnChg>
        <pc:cxnChg chg="mod">
          <ac:chgData name="Greg Salomons" userId="759311b4-a852-4cd4-8aa9-8f7a4c00818c" providerId="ADAL" clId="{C8AF0C0B-19AC-3072-9B46-0AC5B2E811CA}" dt="2026-05-17T14:45:38.218" v="319" actId="1036"/>
          <ac:cxnSpMkLst>
            <pc:docMk/>
            <pc:sldMk cId="2069322649" sldId="258"/>
            <ac:cxnSpMk id="74" creationId="{CB4618E0-50B3-3F28-186F-CBF97830943E}"/>
          </ac:cxnSpMkLst>
        </pc:cxnChg>
        <pc:cxnChg chg="add">
          <ac:chgData name="Greg Salomons" userId="759311b4-a852-4cd4-8aa9-8f7a4c00818c" providerId="ADAL" clId="{C8AF0C0B-19AC-3072-9B46-0AC5B2E811CA}" dt="2026-05-17T14:03:29.798" v="67" actId="22"/>
          <ac:cxnSpMkLst>
            <pc:docMk/>
            <pc:sldMk cId="2069322649" sldId="258"/>
            <ac:cxnSpMk id="76" creationId="{CBB8A71E-8EF6-40AC-B858-4DFBCBFDFFA0}"/>
          </ac:cxnSpMkLst>
        </pc:cxnChg>
      </pc:sldChg>
      <pc:sldChg chg="addSp delSp modSp new mod">
        <pc:chgData name="Greg Salomons" userId="759311b4-a852-4cd4-8aa9-8f7a4c00818c" providerId="ADAL" clId="{C8AF0C0B-19AC-3072-9B46-0AC5B2E811CA}" dt="2026-05-17T14:49:17.350" v="402" actId="478"/>
        <pc:sldMkLst>
          <pc:docMk/>
          <pc:sldMk cId="371067488" sldId="259"/>
        </pc:sldMkLst>
        <pc:spChg chg="add">
          <ac:chgData name="Greg Salomons" userId="759311b4-a852-4cd4-8aa9-8f7a4c00818c" providerId="ADAL" clId="{C8AF0C0B-19AC-3072-9B46-0AC5B2E811CA}" dt="2026-05-17T14:06:54.484" v="128" actId="22"/>
          <ac:spMkLst>
            <pc:docMk/>
            <pc:sldMk cId="371067488" sldId="259"/>
            <ac:spMk id="37" creationId="{C3E0D99F-6F68-E0FA-6F16-4280C17A94FE}"/>
          </ac:spMkLst>
        </pc:spChg>
        <pc:spChg chg="add">
          <ac:chgData name="Greg Salomons" userId="759311b4-a852-4cd4-8aa9-8f7a4c00818c" providerId="ADAL" clId="{C8AF0C0B-19AC-3072-9B46-0AC5B2E811CA}" dt="2026-05-17T14:06:54.484" v="128" actId="22"/>
          <ac:spMkLst>
            <pc:docMk/>
            <pc:sldMk cId="371067488" sldId="259"/>
            <ac:spMk id="39" creationId="{EA637F41-CD6B-0401-C8F8-681CD711A1B0}"/>
          </ac:spMkLst>
        </pc:spChg>
        <pc:spChg chg="add mod">
          <ac:chgData name="Greg Salomons" userId="759311b4-a852-4cd4-8aa9-8f7a4c00818c" providerId="ADAL" clId="{C8AF0C0B-19AC-3072-9B46-0AC5B2E811CA}" dt="2026-05-17T14:08:14.325" v="131" actId="1076"/>
          <ac:spMkLst>
            <pc:docMk/>
            <pc:sldMk cId="371067488" sldId="259"/>
            <ac:spMk id="49" creationId="{1B1F0669-54FC-C312-EA1B-600FAACEB28A}"/>
          </ac:spMkLst>
        </pc:spChg>
        <pc:spChg chg="add del">
          <ac:chgData name="Greg Salomons" userId="759311b4-a852-4cd4-8aa9-8f7a4c00818c" providerId="ADAL" clId="{C8AF0C0B-19AC-3072-9B46-0AC5B2E811CA}" dt="2026-05-17T14:49:17.350" v="402" actId="478"/>
          <ac:spMkLst>
            <pc:docMk/>
            <pc:sldMk cId="371067488" sldId="259"/>
            <ac:spMk id="51" creationId="{9B0FB11E-B2CD-B940-DE18-8BB5F4454B3D}"/>
          </ac:spMkLst>
        </pc:spChg>
        <pc:spChg chg="add">
          <ac:chgData name="Greg Salomons" userId="759311b4-a852-4cd4-8aa9-8f7a4c00818c" providerId="ADAL" clId="{C8AF0C0B-19AC-3072-9B46-0AC5B2E811CA}" dt="2026-05-17T14:06:54.484" v="128" actId="22"/>
          <ac:spMkLst>
            <pc:docMk/>
            <pc:sldMk cId="371067488" sldId="259"/>
            <ac:spMk id="57" creationId="{71AE16C2-03D2-F400-576A-A1587D9D9A2B}"/>
          </ac:spMkLst>
        </pc:spChg>
        <pc:spChg chg="add del mod">
          <ac:chgData name="Greg Salomons" userId="759311b4-a852-4cd4-8aa9-8f7a4c00818c" providerId="ADAL" clId="{C8AF0C0B-19AC-3072-9B46-0AC5B2E811CA}" dt="2026-05-17T14:47:30.218" v="363" actId="478"/>
          <ac:spMkLst>
            <pc:docMk/>
            <pc:sldMk cId="371067488" sldId="259"/>
            <ac:spMk id="60" creationId="{515BDB92-F3DE-C8B2-264E-F80D850A7C73}"/>
          </ac:spMkLst>
        </pc:spChg>
        <pc:spChg chg="add">
          <ac:chgData name="Greg Salomons" userId="759311b4-a852-4cd4-8aa9-8f7a4c00818c" providerId="ADAL" clId="{C8AF0C0B-19AC-3072-9B46-0AC5B2E811CA}" dt="2026-05-17T14:47:22.198" v="362" actId="22"/>
          <ac:spMkLst>
            <pc:docMk/>
            <pc:sldMk cId="371067488" sldId="259"/>
            <ac:spMk id="63" creationId="{36C2C8FA-85DE-CA9C-EDA3-85B748EB83C3}"/>
          </ac:spMkLst>
        </pc:spChg>
        <pc:spChg chg="add">
          <ac:chgData name="Greg Salomons" userId="759311b4-a852-4cd4-8aa9-8f7a4c00818c" providerId="ADAL" clId="{C8AF0C0B-19AC-3072-9B46-0AC5B2E811CA}" dt="2026-05-17T14:47:50.585" v="364" actId="22"/>
          <ac:spMkLst>
            <pc:docMk/>
            <pc:sldMk cId="371067488" sldId="259"/>
            <ac:spMk id="65" creationId="{FFC87295-EE0B-72FF-E997-A79474555CF0}"/>
          </ac:spMkLst>
        </pc:spChg>
        <pc:cxnChg chg="mod">
          <ac:chgData name="Greg Salomons" userId="759311b4-a852-4cd4-8aa9-8f7a4c00818c" providerId="ADAL" clId="{C8AF0C0B-19AC-3072-9B46-0AC5B2E811CA}" dt="2026-05-17T14:10:45.188" v="149" actId="208"/>
          <ac:cxnSpMkLst>
            <pc:docMk/>
            <pc:sldMk cId="371067488" sldId="259"/>
            <ac:cxnSpMk id="3" creationId="{4204D240-3E4E-1983-F4B6-3639EFFBD653}"/>
          </ac:cxnSpMkLst>
        </pc:cxnChg>
        <pc:cxnChg chg="mod">
          <ac:chgData name="Greg Salomons" userId="759311b4-a852-4cd4-8aa9-8f7a4c00818c" providerId="ADAL" clId="{C8AF0C0B-19AC-3072-9B46-0AC5B2E811CA}" dt="2026-05-17T14:10:52.289" v="150" actId="208"/>
          <ac:cxnSpMkLst>
            <pc:docMk/>
            <pc:sldMk cId="371067488" sldId="259"/>
            <ac:cxnSpMk id="5" creationId="{FF8DF608-C49E-C65B-815B-E81D66438718}"/>
          </ac:cxnSpMkLst>
        </pc:cxnChg>
        <pc:cxnChg chg="mod">
          <ac:chgData name="Greg Salomons" userId="759311b4-a852-4cd4-8aa9-8f7a4c00818c" providerId="ADAL" clId="{C8AF0C0B-19AC-3072-9B46-0AC5B2E811CA}" dt="2026-05-17T14:10:58.570" v="151" actId="208"/>
          <ac:cxnSpMkLst>
            <pc:docMk/>
            <pc:sldMk cId="371067488" sldId="259"/>
            <ac:cxnSpMk id="7" creationId="{72EC3ACE-E151-9C41-4A3F-A00B7159B9E5}"/>
          </ac:cxnSpMkLst>
        </pc:cxnChg>
        <pc:cxnChg chg="mod">
          <ac:chgData name="Greg Salomons" userId="759311b4-a852-4cd4-8aa9-8f7a4c00818c" providerId="ADAL" clId="{C8AF0C0B-19AC-3072-9B46-0AC5B2E811CA}" dt="2026-05-17T14:11:05.344" v="152" actId="208"/>
          <ac:cxnSpMkLst>
            <pc:docMk/>
            <pc:sldMk cId="371067488" sldId="259"/>
            <ac:cxnSpMk id="9" creationId="{EAFA3CCC-C3F3-9C29-C531-DC008C17915C}"/>
          </ac:cxnSpMkLst>
        </pc:cxnChg>
        <pc:cxnChg chg="mod">
          <ac:chgData name="Greg Salomons" userId="759311b4-a852-4cd4-8aa9-8f7a4c00818c" providerId="ADAL" clId="{C8AF0C0B-19AC-3072-9B46-0AC5B2E811CA}" dt="2026-05-17T14:11:11.831" v="153" actId="208"/>
          <ac:cxnSpMkLst>
            <pc:docMk/>
            <pc:sldMk cId="371067488" sldId="259"/>
            <ac:cxnSpMk id="11" creationId="{9E9801C2-D797-4C70-D1A8-DB3E772DED5D}"/>
          </ac:cxnSpMkLst>
        </pc:cxnChg>
        <pc:cxnChg chg="add mod">
          <ac:chgData name="Greg Salomons" userId="759311b4-a852-4cd4-8aa9-8f7a4c00818c" providerId="ADAL" clId="{C8AF0C0B-19AC-3072-9B46-0AC5B2E811CA}" dt="2026-05-17T14:11:18.120" v="154" actId="208"/>
          <ac:cxnSpMkLst>
            <pc:docMk/>
            <pc:sldMk cId="371067488" sldId="259"/>
            <ac:cxnSpMk id="13" creationId="{F5B232BD-26F8-FDEE-B864-B099537824C7}"/>
          </ac:cxnSpMkLst>
        </pc:cxnChg>
        <pc:cxnChg chg="add mod">
          <ac:chgData name="Greg Salomons" userId="759311b4-a852-4cd4-8aa9-8f7a4c00818c" providerId="ADAL" clId="{C8AF0C0B-19AC-3072-9B46-0AC5B2E811CA}" dt="2026-05-17T14:11:24.559" v="155" actId="208"/>
          <ac:cxnSpMkLst>
            <pc:docMk/>
            <pc:sldMk cId="371067488" sldId="259"/>
            <ac:cxnSpMk id="15" creationId="{2271A90C-75BC-1FEB-3E74-625C686FBF30}"/>
          </ac:cxnSpMkLst>
        </pc:cxnChg>
        <pc:cxnChg chg="mod">
          <ac:chgData name="Greg Salomons" userId="759311b4-a852-4cd4-8aa9-8f7a4c00818c" providerId="ADAL" clId="{C8AF0C0B-19AC-3072-9B46-0AC5B2E811CA}" dt="2026-05-17T14:11:29.051" v="156" actId="208"/>
          <ac:cxnSpMkLst>
            <pc:docMk/>
            <pc:sldMk cId="371067488" sldId="259"/>
            <ac:cxnSpMk id="17" creationId="{F99A8DA5-6DC7-0DC0-6688-F7A35C066B3E}"/>
          </ac:cxnSpMkLst>
        </pc:cxnChg>
        <pc:cxnChg chg="add mod">
          <ac:chgData name="Greg Salomons" userId="759311b4-a852-4cd4-8aa9-8f7a4c00818c" providerId="ADAL" clId="{C8AF0C0B-19AC-3072-9B46-0AC5B2E811CA}" dt="2026-05-17T14:11:33.755" v="157" actId="208"/>
          <ac:cxnSpMkLst>
            <pc:docMk/>
            <pc:sldMk cId="371067488" sldId="259"/>
            <ac:cxnSpMk id="19" creationId="{21E28945-D514-EE9D-8466-D925D562FBED}"/>
          </ac:cxnSpMkLst>
        </pc:cxnChg>
        <pc:cxnChg chg="mod">
          <ac:chgData name="Greg Salomons" userId="759311b4-a852-4cd4-8aa9-8f7a4c00818c" providerId="ADAL" clId="{C8AF0C0B-19AC-3072-9B46-0AC5B2E811CA}" dt="2026-05-17T14:09:44.532" v="139" actId="208"/>
          <ac:cxnSpMkLst>
            <pc:docMk/>
            <pc:sldMk cId="371067488" sldId="259"/>
            <ac:cxnSpMk id="21" creationId="{53BC81C6-95D7-2503-E3E0-E7B8F1ADFD25}"/>
          </ac:cxnSpMkLst>
        </pc:cxnChg>
        <pc:cxnChg chg="add mod">
          <ac:chgData name="Greg Salomons" userId="759311b4-a852-4cd4-8aa9-8f7a4c00818c" providerId="ADAL" clId="{C8AF0C0B-19AC-3072-9B46-0AC5B2E811CA}" dt="2026-05-17T14:09:54.687" v="140" actId="208"/>
          <ac:cxnSpMkLst>
            <pc:docMk/>
            <pc:sldMk cId="371067488" sldId="259"/>
            <ac:cxnSpMk id="23" creationId="{A4FA1EF2-F34E-D771-5F2F-EE68312933E5}"/>
          </ac:cxnSpMkLst>
        </pc:cxnChg>
        <pc:cxnChg chg="mod">
          <ac:chgData name="Greg Salomons" userId="759311b4-a852-4cd4-8aa9-8f7a4c00818c" providerId="ADAL" clId="{C8AF0C0B-19AC-3072-9B46-0AC5B2E811CA}" dt="2026-05-17T14:10:01.454" v="141" actId="208"/>
          <ac:cxnSpMkLst>
            <pc:docMk/>
            <pc:sldMk cId="371067488" sldId="259"/>
            <ac:cxnSpMk id="25" creationId="{F84D62F4-6765-5244-C276-ABDC727B16EB}"/>
          </ac:cxnSpMkLst>
        </pc:cxnChg>
        <pc:cxnChg chg="mod">
          <ac:chgData name="Greg Salomons" userId="759311b4-a852-4cd4-8aa9-8f7a4c00818c" providerId="ADAL" clId="{C8AF0C0B-19AC-3072-9B46-0AC5B2E811CA}" dt="2026-05-17T14:10:06.682" v="142" actId="208"/>
          <ac:cxnSpMkLst>
            <pc:docMk/>
            <pc:sldMk cId="371067488" sldId="259"/>
            <ac:cxnSpMk id="27" creationId="{D9FE65E7-D756-CB7F-E2B1-DFA340CA3887}"/>
          </ac:cxnSpMkLst>
        </pc:cxnChg>
        <pc:cxnChg chg="mod">
          <ac:chgData name="Greg Salomons" userId="759311b4-a852-4cd4-8aa9-8f7a4c00818c" providerId="ADAL" clId="{C8AF0C0B-19AC-3072-9B46-0AC5B2E811CA}" dt="2026-05-17T14:10:17.966" v="144" actId="208"/>
          <ac:cxnSpMkLst>
            <pc:docMk/>
            <pc:sldMk cId="371067488" sldId="259"/>
            <ac:cxnSpMk id="29" creationId="{E711960A-7FD8-99E1-926F-06E073276F84}"/>
          </ac:cxnSpMkLst>
        </pc:cxnChg>
        <pc:cxnChg chg="add mod">
          <ac:chgData name="Greg Salomons" userId="759311b4-a852-4cd4-8aa9-8f7a4c00818c" providerId="ADAL" clId="{C8AF0C0B-19AC-3072-9B46-0AC5B2E811CA}" dt="2026-05-17T14:10:25.149" v="145" actId="208"/>
          <ac:cxnSpMkLst>
            <pc:docMk/>
            <pc:sldMk cId="371067488" sldId="259"/>
            <ac:cxnSpMk id="31" creationId="{DE1B8353-A461-41A2-ED86-BCB27C7CFD07}"/>
          </ac:cxnSpMkLst>
        </pc:cxnChg>
        <pc:cxnChg chg="mod">
          <ac:chgData name="Greg Salomons" userId="759311b4-a852-4cd4-8aa9-8f7a4c00818c" providerId="ADAL" clId="{C8AF0C0B-19AC-3072-9B46-0AC5B2E811CA}" dt="2026-05-17T14:10:34.190" v="147" actId="208"/>
          <ac:cxnSpMkLst>
            <pc:docMk/>
            <pc:sldMk cId="371067488" sldId="259"/>
            <ac:cxnSpMk id="33" creationId="{59057D1D-9FB2-D784-4443-388D49A09E9B}"/>
          </ac:cxnSpMkLst>
        </pc:cxnChg>
        <pc:cxnChg chg="mod">
          <ac:chgData name="Greg Salomons" userId="759311b4-a852-4cd4-8aa9-8f7a4c00818c" providerId="ADAL" clId="{C8AF0C0B-19AC-3072-9B46-0AC5B2E811CA}" dt="2026-05-17T14:10:39.006" v="148" actId="208"/>
          <ac:cxnSpMkLst>
            <pc:docMk/>
            <pc:sldMk cId="371067488" sldId="259"/>
            <ac:cxnSpMk id="35" creationId="{76A0B47D-AB4B-C1F0-8203-1C848567927B}"/>
          </ac:cxnSpMkLst>
        </pc:cxnChg>
        <pc:cxnChg chg="mod">
          <ac:chgData name="Greg Salomons" userId="759311b4-a852-4cd4-8aa9-8f7a4c00818c" providerId="ADAL" clId="{C8AF0C0B-19AC-3072-9B46-0AC5B2E811CA}" dt="2026-05-17T14:48:41.311" v="401" actId="1038"/>
          <ac:cxnSpMkLst>
            <pc:docMk/>
            <pc:sldMk cId="371067488" sldId="259"/>
            <ac:cxnSpMk id="45" creationId="{83BF7E77-2CED-B9DD-7160-9F699AE6B19E}"/>
          </ac:cxnSpMkLst>
        </pc:cxnChg>
        <pc:cxnChg chg="mod">
          <ac:chgData name="Greg Salomons" userId="759311b4-a852-4cd4-8aa9-8f7a4c00818c" providerId="ADAL" clId="{C8AF0C0B-19AC-3072-9B46-0AC5B2E811CA}" dt="2026-05-17T14:07:43.248" v="129" actId="14100"/>
          <ac:cxnSpMkLst>
            <pc:docMk/>
            <pc:sldMk cId="371067488" sldId="259"/>
            <ac:cxnSpMk id="47" creationId="{09FFDDC8-3284-9ADF-B42D-61E264085B29}"/>
          </ac:cxnSpMkLst>
        </pc:cxnChg>
        <pc:cxnChg chg="add">
          <ac:chgData name="Greg Salomons" userId="759311b4-a852-4cd4-8aa9-8f7a4c00818c" providerId="ADAL" clId="{C8AF0C0B-19AC-3072-9B46-0AC5B2E811CA}" dt="2026-05-17T14:48:17.243" v="365" actId="22"/>
          <ac:cxnSpMkLst>
            <pc:docMk/>
            <pc:sldMk cId="371067488" sldId="259"/>
            <ac:cxnSpMk id="67" creationId="{3D0EA614-6D67-4CA0-F120-BB60F3DED5B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FDDE3-1251-0819-78F5-A6882ED005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6011A-A810-06CA-048A-E703761BB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FFE4-D50E-7462-93C7-AE9178F4E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05E6-65C1-9E1B-A654-09BE0E28B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FCDAD-C304-D22A-E9E0-62EDE76B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038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CCCBA-B445-79AA-300C-4689A5383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D3BFD-084B-F07E-9D9C-572A591FF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FCA9A3-A61E-8E82-A640-D3519F4E4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58AAC-FCAE-7982-DE85-58921C106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2A941B-F9D5-4EAE-A929-ACF25A9E3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860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EBC15-4342-0CDB-8758-7BAC9F39B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A106AE-8269-1410-6ADC-2CB7FAF891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2C7B6-EA63-15C2-5434-F0F43EFD4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DA0C28-FB49-9DEF-E597-B0A2B1C59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87F8B-6BEC-89A9-194B-A52D2E70D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02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815A1-88D2-416E-1B11-32C979860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E645D0-912F-B72B-B322-16526F7E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22F3C3-867B-2A2C-E962-9A0AA49D6E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55971-7E52-29C1-F5FA-B65B7D849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EE6090-8C77-48E0-3C26-2FE802D61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10A891-AD31-437D-B658-6FD4BECE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70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69061-48E2-3E14-44C1-7DD1D9EE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4F355-51D4-4C74-0BF8-2CDE4F808F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22B183-7896-5B69-6EFA-A73FDF0860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7064F6-91A2-1245-B9B6-C2DEE4F192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901A71-3698-D425-79D3-4F3C300895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E620C8-EBEC-1691-5193-87839912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BD24AC-02AB-5C0B-333F-6E7BC93D4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0F0BED-1C33-EBEC-BAE5-E797FBAEE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95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ED78E-2839-6295-AC2A-823B8A774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6ADDB-4D64-F84D-D85A-22ACC1AC4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59515F-7973-79BD-09B7-CC699264F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3CDF4-4442-1528-E4C8-02BEEB63C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27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9B8BC1-6D96-ABB6-C99F-86365CFAD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1B13A9-8127-E74D-F1CF-F61776F92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79819-4496-9D23-6DDD-3E3880FB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3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62AA9-DE48-0B1D-BEC2-992259D2C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098C1-6A9B-40A2-C0A6-02669202F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7D3A6-9ED8-AE0C-BD4D-011D0A2BC6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99C60-D982-9FBD-5C95-E1FE07244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5EA43-36B4-CE11-C16D-13C173B5F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25694-5AA3-520C-0E7D-5061A7261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475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4458-EA95-60C4-7810-96944BAD1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B7863A-A0EE-7EF6-2D20-E34464A18A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FA9E25-8283-0BF8-87EC-27161576DF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84FE8E-9A3B-FAC9-0892-900F3B61F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65CE8-CE50-7287-70D8-6F481DEEB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B4F85-961A-9BCD-941F-A18B56EC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94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BAC-A915-F6DF-2A5C-9E57D3F7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EDA2B-0E6D-4514-4A3F-4BBE03138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CBD05-7A22-AAA4-F3EF-5055FE0E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A3722-3A3E-1DA0-35A0-64FEB040A3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6A259-F9D8-2E1E-BF1D-9B42F9EB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477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788EF5-DB11-F1F6-CA8B-8A1763255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7AD778-B84A-CAC6-B0FA-D1A606396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76DEAE-78E2-8B2D-4EC0-76BB4F0F1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F1A4FA-F3E8-D013-889C-D89A34608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826264-DA33-011D-DEB7-BB74F6632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089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6D532C-AD89-4500-F07B-B7F95D92F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B259A5-AD44-F79E-5836-05560B35D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9FD47-2DBD-AFD7-4636-666EDF9494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E30267-1466-884D-8974-A900549019F0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A703F-876C-1DBC-E79A-7A16E3764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F1DA62-1E89-E273-BF14-CAD258CDE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CBFF31-FFC6-6A40-9C95-76AD79E9F2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238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0077A50-9EEE-F0A3-F5F0-CB9C369E464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8EC560-377C-C4E9-B654-F81BC79A7984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BD37C96-8710-3062-4713-E33EACE3CA28}"/>
              </a:ext>
            </a:extLst>
          </p:cNvPr>
          <p:cNvCxnSpPr>
            <a:cxnSpLocks/>
            <a:stCxn id="4" idx="2"/>
            <a:endCxn id="4" idx="6"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2DD9D92-F184-1F38-ECC9-11CF1E8B5126}"/>
              </a:ext>
            </a:extLst>
          </p:cNvPr>
          <p:cNvCxnSpPr>
            <a:cxnSpLocks/>
            <a:stCxn id="4" idx="0"/>
            <a:endCxn id="4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02CA9D7-5E4E-61F7-48F1-3F23E13528E6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66436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DF3E0CB-BD9B-DBAE-2E33-20B976F53158}"/>
              </a:ext>
            </a:extLst>
          </p:cNvPr>
          <p:cNvCxnSpPr>
            <a:cxnSpLocks/>
          </p:cNvCxnSpPr>
          <p:nvPr/>
        </p:nvCxnSpPr>
        <p:spPr>
          <a:xfrm>
            <a:off x="4522726" y="2514600"/>
            <a:ext cx="0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CC47FB0-B86B-51A7-2962-5A24102D2A3A}"/>
              </a:ext>
            </a:extLst>
          </p:cNvPr>
          <p:cNvCxnSpPr>
            <a:cxnSpLocks/>
          </p:cNvCxnSpPr>
          <p:nvPr/>
        </p:nvCxnSpPr>
        <p:spPr>
          <a:xfrm>
            <a:off x="4517231" y="3429000"/>
            <a:ext cx="1578769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D37FEE-7574-0BFC-48DF-C36C72B4AE24}"/>
              </a:ext>
            </a:extLst>
          </p:cNvPr>
          <p:cNvCxnSpPr>
            <a:cxnSpLocks/>
          </p:cNvCxnSpPr>
          <p:nvPr/>
        </p:nvCxnSpPr>
        <p:spPr>
          <a:xfrm>
            <a:off x="4517231" y="2514600"/>
            <a:ext cx="1578769" cy="91440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1DD082C-5D60-31C0-62E2-BEC2CCAEE095}"/>
              </a:ext>
            </a:extLst>
          </p:cNvPr>
          <p:cNvSpPr txBox="1"/>
          <p:nvPr/>
        </p:nvSpPr>
        <p:spPr>
          <a:xfrm>
            <a:off x="4892011" y="276225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37797-3330-03FC-FF47-929D08E560D8}"/>
              </a:ext>
            </a:extLst>
          </p:cNvPr>
          <p:cNvSpPr txBox="1"/>
          <p:nvPr/>
        </p:nvSpPr>
        <p:spPr>
          <a:xfrm>
            <a:off x="6384926" y="2277421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47DDB82-EC65-DA38-7F7F-13FD445B5425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99C41FA-A194-340F-78A2-F47F828D656B}"/>
              </a:ext>
            </a:extLst>
          </p:cNvPr>
          <p:cNvCxnSpPr>
            <a:cxnSpLocks/>
          </p:cNvCxnSpPr>
          <p:nvPr/>
        </p:nvCxnSpPr>
        <p:spPr>
          <a:xfrm>
            <a:off x="4521993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D097E3F1-6956-48B3-4098-EB57044E055E}"/>
              </a:ext>
            </a:extLst>
          </p:cNvPr>
          <p:cNvSpPr txBox="1"/>
          <p:nvPr/>
        </p:nvSpPr>
        <p:spPr>
          <a:xfrm>
            <a:off x="4488704" y="2928938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h/2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A886F7-9404-E27E-6E8A-D374A579C7A9}"/>
              </a:ext>
            </a:extLst>
          </p:cNvPr>
          <p:cNvSpPr txBox="1"/>
          <p:nvPr/>
        </p:nvSpPr>
        <p:spPr>
          <a:xfrm>
            <a:off x="4943408" y="1230857"/>
            <a:ext cx="23051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Orthogonal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5CD890-391F-E4B2-1E2D-C064E893BBA3}"/>
              </a:ext>
            </a:extLst>
          </p:cNvPr>
          <p:cNvCxnSpPr>
            <a:cxnSpLocks/>
          </p:cNvCxnSpPr>
          <p:nvPr/>
        </p:nvCxnSpPr>
        <p:spPr>
          <a:xfrm>
            <a:off x="5178355" y="1847850"/>
            <a:ext cx="0" cy="6667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/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12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2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p>
                              <m:sSup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num>
                                  <m:den>
                                    <m:r>
                                      <a:rPr lang="en-US" sz="12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CA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F6F5CF-5A7C-912F-8BBC-E854061E9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99" y="3429000"/>
                <a:ext cx="781111" cy="375809"/>
              </a:xfrm>
              <a:prstGeom prst="rect">
                <a:avLst/>
              </a:prstGeom>
              <a:blipFill>
                <a:blip r:embed="rId2"/>
                <a:stretch>
                  <a:fillRect r="-2344" b="-3279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5205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D37AD069-0FEE-2366-8267-A4E43BED8B4F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D329C-3D38-AAA3-C7F1-6F8CBBA40158}"/>
              </a:ext>
            </a:extLst>
          </p:cNvPr>
          <p:cNvSpPr/>
          <p:nvPr/>
        </p:nvSpPr>
        <p:spPr>
          <a:xfrm>
            <a:off x="5181600" y="2514600"/>
            <a:ext cx="1828800" cy="18288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173354-EBBA-0857-4C4D-221D9477800D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4581612-497A-6931-3E3C-59C85F0F7C40}"/>
              </a:ext>
            </a:extLst>
          </p:cNvPr>
          <p:cNvCxnSpPr>
            <a:cxnSpLocks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16FD56-3455-BE96-15C2-EBB0AA1B51E7}"/>
              </a:ext>
            </a:extLst>
          </p:cNvPr>
          <p:cNvCxnSpPr>
            <a:cxnSpLocks/>
          </p:cNvCxnSpPr>
          <p:nvPr/>
        </p:nvCxnSpPr>
        <p:spPr>
          <a:xfrm>
            <a:off x="4797916" y="2134483"/>
            <a:ext cx="383684" cy="38011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4484CB0-C03C-3CDE-2BBC-A615044DE503}"/>
              </a:ext>
            </a:extLst>
          </p:cNvPr>
          <p:cNvCxnSpPr>
            <a:cxnSpLocks/>
            <a:stCxn id="3" idx="1"/>
          </p:cNvCxnSpPr>
          <p:nvPr/>
        </p:nvCxnSpPr>
        <p:spPr>
          <a:xfrm>
            <a:off x="4802843" y="2135843"/>
            <a:ext cx="1293156" cy="1293156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4A38D8-B4E7-075C-3049-D38D1E4ED8EC}"/>
              </a:ext>
            </a:extLst>
          </p:cNvPr>
          <p:cNvSpPr txBox="1"/>
          <p:nvPr/>
        </p:nvSpPr>
        <p:spPr>
          <a:xfrm>
            <a:off x="4806625" y="2237600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C80F79-2320-75D2-3E30-0FA5ACB2D91D}"/>
              </a:ext>
            </a:extLst>
          </p:cNvPr>
          <p:cNvSpPr txBox="1"/>
          <p:nvPr/>
        </p:nvSpPr>
        <p:spPr>
          <a:xfrm>
            <a:off x="6242843" y="2283044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294F9A-4A74-B8D5-6257-484FD454C39A}"/>
              </a:ext>
            </a:extLst>
          </p:cNvPr>
          <p:cNvCxnSpPr>
            <a:cxnSpLocks/>
          </p:cNvCxnSpPr>
          <p:nvPr/>
        </p:nvCxnSpPr>
        <p:spPr>
          <a:xfrm>
            <a:off x="6096000" y="2514600"/>
            <a:ext cx="914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9B58AFD-07BE-8624-409D-98A6B3262FC0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E8FE93F-474A-07BA-0785-EC9BA4EB5507}"/>
              </a:ext>
            </a:extLst>
          </p:cNvPr>
          <p:cNvSpPr txBox="1"/>
          <p:nvPr/>
        </p:nvSpPr>
        <p:spPr>
          <a:xfrm>
            <a:off x="4776613" y="2833300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C2069-CE2E-D3E9-31B7-B81F00207960}"/>
              </a:ext>
            </a:extLst>
          </p:cNvPr>
          <p:cNvSpPr txBox="1"/>
          <p:nvPr/>
        </p:nvSpPr>
        <p:spPr>
          <a:xfrm>
            <a:off x="5023623" y="1242889"/>
            <a:ext cx="21447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Ideal Minimum Margin</a:t>
            </a:r>
            <a:endParaRPr lang="en-CA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/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CA" sz="110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1100" b="0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p>
                            <m:sSupPr>
                              <m:ctrlP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100" b="0" i="1" smtClean="0">
                                      <a:solidFill>
                                        <a:srgbClr val="00B0F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num>
                                    <m:den>
                                      <m:r>
                                        <a:rPr lang="en-US" sz="1100" b="0" i="1" smtClean="0">
                                          <a:solidFill>
                                            <a:srgbClr val="00B0F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sz="1100" b="0" i="1" smtClean="0">
                                  <a:solidFill>
                                    <a:srgbClr val="00B0F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CA" sz="11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99743A0-B40F-6832-96B0-D4D4C0DBD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6614" y="2583231"/>
                <a:ext cx="550599" cy="500137"/>
              </a:xfrm>
              <a:prstGeom prst="rect">
                <a:avLst/>
              </a:prstGeom>
              <a:blipFill>
                <a:blip r:embed="rId2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8525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BF4A1-83AD-F784-60C9-48E187F76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411347D-5558-895C-A9AF-4C61F8640CC6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D534F51-C2D9-3A2E-0D68-AAABBEA204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73A47EA-B498-5A99-7EF8-0754974EC1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56BDBD-9B19-8E5A-D0A5-DE5BB822B08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D5D5A0CA-8C32-66BA-6154-31D24AE8B5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789C2D19-56DE-9B0B-6BCE-648EEFAB18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4420AD31-4DA7-6184-09E7-B87C4616E5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52D638A-6E24-611B-48A4-A6408F2570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AEA37A87-EB58-D8C4-E9F6-CB6837E7170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55CB6E95-7977-66F6-0502-E3248E6CDEC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C14D22FB-4547-AD60-6210-4ED325B57F0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07185DB-B359-A4A5-8D82-0648C83E18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0744485F-0936-FD6A-5F46-88E08DE982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C08692D-98C4-25AB-698B-4AD4C8D9D0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6DA4A52-5449-E333-50E2-23A708EB06D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B3364FB-AABF-4CB9-08F2-4825718F8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8FF8992-1463-E859-A437-8212EF0E4D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ADF45E8B-492F-8EC3-BCB4-51BCE140AD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015C63EE-3508-6CAF-D66C-361023BF1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333D1A6E-5663-B757-520D-F5715D550B4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69AF49B7-253E-D6B7-6271-027C16076B0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D49FF3DB-BDA6-C7B3-3236-104C5CB839F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40CCC9B8-B355-08B5-7867-26D5572DCD52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E3E9091-033F-2721-45CC-3D172B6A9712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7B314C14-E9C0-BB83-9224-EC417168AE4F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8FEBB85-1ABD-756A-7108-D9E49CA85FEC}"/>
              </a:ext>
            </a:extLst>
          </p:cNvPr>
          <p:cNvCxnSpPr>
            <a:cxnSpLocks/>
          </p:cNvCxnSpPr>
          <p:nvPr/>
        </p:nvCxnSpPr>
        <p:spPr>
          <a:xfrm>
            <a:off x="5181599" y="1854994"/>
            <a:ext cx="912391" cy="1573894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54C4051-5297-7042-ECF6-15DE4DD783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F6317-C8FD-512E-BE3F-F483D44AAFEA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C41A4185-DD9F-2967-7467-B3786B29B642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8C167F08-4019-57EB-3BAB-A4CB5EBFE1D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44860E9-74E2-6D97-4B6A-6B860D0618D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C57C54E-DB6D-4438-4119-FF528826BA4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F4CD3FCC-242E-00C2-E41B-D5067F093C2F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691E42C7-D881-7240-48E3-0307F48AED35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A236531-D4CA-3B66-D610-8AF7528882BB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3AD4B61-EAFC-041B-FC14-224C066407A0}"/>
              </a:ext>
            </a:extLst>
          </p:cNvPr>
          <p:cNvSpPr txBox="1"/>
          <p:nvPr/>
        </p:nvSpPr>
        <p:spPr>
          <a:xfrm>
            <a:off x="4645645" y="1194182"/>
            <a:ext cx="28966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Orthogonal Margin</a:t>
            </a:r>
            <a:endParaRPr lang="en-CA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188FF0-386F-E922-30A1-412A58D384E3}"/>
              </a:ext>
            </a:extLst>
          </p:cNvPr>
          <p:cNvCxnSpPr>
            <a:cxnSpLocks/>
          </p:cNvCxnSpPr>
          <p:nvPr/>
        </p:nvCxnSpPr>
        <p:spPr>
          <a:xfrm>
            <a:off x="4512469" y="2514488"/>
            <a:ext cx="66913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8077398-76AF-5112-A943-6749C7E4C28D}"/>
              </a:ext>
            </a:extLst>
          </p:cNvPr>
          <p:cNvCxnSpPr>
            <a:cxnSpLocks/>
          </p:cNvCxnSpPr>
          <p:nvPr/>
        </p:nvCxnSpPr>
        <p:spPr>
          <a:xfrm>
            <a:off x="5638800" y="1600088"/>
            <a:ext cx="0" cy="823072"/>
          </a:xfrm>
          <a:prstGeom prst="straightConnector1">
            <a:avLst/>
          </a:prstGeom>
          <a:ln>
            <a:solidFill>
              <a:schemeClr val="accent6">
                <a:alpha val="58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E0E1A5B-F967-A052-50F2-5861C9553CA0}"/>
              </a:ext>
            </a:extLst>
          </p:cNvPr>
          <p:cNvCxnSpPr>
            <a:cxnSpLocks/>
          </p:cNvCxnSpPr>
          <p:nvPr/>
        </p:nvCxnSpPr>
        <p:spPr>
          <a:xfrm>
            <a:off x="5181600" y="1783080"/>
            <a:ext cx="0" cy="7315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6387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78621-EB86-4245-63E7-EAB2A740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40F04BE-0B9E-0F05-C21C-858FF3B9DF3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E733A37-0886-200C-2648-34510151034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37DC7E5-CEBF-3AA8-A17A-D5406A76D1A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56B51B54-5068-602F-C88A-5F28A9319C1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E0597235-0912-529D-0517-CC0AB8DAEB5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15CDA26E-A9F6-01E9-E41E-62066CE05DD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297B4298-05FE-42E1-B3A5-F1126E10C8F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D6E8927-8869-9341-6CED-06100ECC78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6C73ED2E-3206-7754-A277-68F480EDB60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4A7DA1D7-83F4-FC64-68BB-EC3E283E337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2F0C3B29-04B9-0808-4D32-F60E89F2FE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11A3843-12A4-7387-CA39-2C02D1A5F4D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C1DF672A-9ECA-6350-BD74-CFC1EBEA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49EBF77B-3328-AA2B-3775-93DC7CC0B3F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183FEC7-3BE1-51B6-60D9-1648F28C77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11C318BD-3599-71BD-00F9-152B8D00EF4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0CC08EB9-4A1C-8C21-91FA-9EF1DD37486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0512695E-F570-813A-3B20-4E37F0EE9D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6F6AFC45-8C0E-6B2E-58F2-A22A67689A3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DEA8C407-01EC-C79A-F741-6FB6C91BB8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AD57C68-B3F3-34F1-7FDB-FFB684296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71DCA2F7-26F3-C79F-C62E-84225C6D2F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118A9F46-A88C-7D3E-CE55-230BD2BD3329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599B18-2B8B-E749-1E4C-5F470656CD28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43261B86-8C43-5F7D-F97D-1DD60DA7A41D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68388544-6367-1E71-7C2D-73E5B91ADD9D}"/>
              </a:ext>
            </a:extLst>
          </p:cNvPr>
          <p:cNvSpPr txBox="1"/>
          <p:nvPr/>
        </p:nvSpPr>
        <p:spPr>
          <a:xfrm>
            <a:off x="5636557" y="2823569"/>
            <a:ext cx="295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84E322-6EA2-D6D2-2AC7-05384816A689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1447740-5CFE-9D98-3A5C-7B1C0992730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73450E7B-6247-972B-10FE-1AF76FCE3863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9E008809-6509-ACF1-8647-92AD20915390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CFD0DA3C-24E6-9C26-A530-0ADE351A5BC5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F8B2B6C-FD12-A588-4D79-154A93CB0A49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3B75AF7F-90A5-BF02-2C66-AADD501708E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E5654F2B-C4DB-7676-CED2-185FB3769B0D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BDA138-2CF7-C3D7-EE84-30D3E23A95BB}"/>
              </a:ext>
            </a:extLst>
          </p:cNvPr>
          <p:cNvSpPr txBox="1"/>
          <p:nvPr/>
        </p:nvSpPr>
        <p:spPr>
          <a:xfrm>
            <a:off x="4645645" y="1194182"/>
            <a:ext cx="27362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Slice Based Minimum Margin</a:t>
            </a:r>
            <a:endParaRPr lang="en-CA" sz="16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B1E119-E5D2-0329-7E03-F7A7E3DB29B2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1293157" cy="129315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4F586E7-E133-272A-B62C-712CE57FCBA4}"/>
              </a:ext>
            </a:extLst>
          </p:cNvPr>
          <p:cNvCxnSpPr>
            <a:cxnSpLocks/>
            <a:stCxn id="106" idx="1"/>
          </p:cNvCxnSpPr>
          <p:nvPr/>
        </p:nvCxnSpPr>
        <p:spPr>
          <a:xfrm>
            <a:off x="4802843" y="2135843"/>
            <a:ext cx="376735" cy="378503"/>
          </a:xfrm>
          <a:prstGeom prst="straightConnector1">
            <a:avLst/>
          </a:prstGeom>
          <a:ln>
            <a:solidFill>
              <a:schemeClr val="accent6">
                <a:alpha val="72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1E2385-53CF-2A6D-3696-DED71B4C8A36}"/>
              </a:ext>
            </a:extLst>
          </p:cNvPr>
          <p:cNvCxnSpPr>
            <a:cxnSpLocks/>
          </p:cNvCxnSpPr>
          <p:nvPr/>
        </p:nvCxnSpPr>
        <p:spPr>
          <a:xfrm>
            <a:off x="4801910" y="2135843"/>
            <a:ext cx="0" cy="378503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D1322D-B7C8-94BB-D471-E3B0A0FF6655}"/>
              </a:ext>
            </a:extLst>
          </p:cNvPr>
          <p:cNvCxnSpPr>
            <a:cxnSpLocks/>
          </p:cNvCxnSpPr>
          <p:nvPr/>
        </p:nvCxnSpPr>
        <p:spPr>
          <a:xfrm>
            <a:off x="4801910" y="2514346"/>
            <a:ext cx="377668" cy="0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3A01A3-AD3D-C966-889E-F8A8676B5433}"/>
              </a:ext>
            </a:extLst>
          </p:cNvPr>
          <p:cNvCxnSpPr>
            <a:cxnSpLocks/>
          </p:cNvCxnSpPr>
          <p:nvPr/>
        </p:nvCxnSpPr>
        <p:spPr>
          <a:xfrm>
            <a:off x="5336621" y="1782856"/>
            <a:ext cx="755347" cy="163886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C551BA-4012-1216-1C9C-A2E44FAF345C}"/>
              </a:ext>
            </a:extLst>
          </p:cNvPr>
          <p:cNvCxnSpPr>
            <a:cxnSpLocks/>
          </p:cNvCxnSpPr>
          <p:nvPr/>
        </p:nvCxnSpPr>
        <p:spPr>
          <a:xfrm>
            <a:off x="5320922" y="1751104"/>
            <a:ext cx="315635" cy="678929"/>
          </a:xfrm>
          <a:prstGeom prst="straightConnector1">
            <a:avLst/>
          </a:prstGeom>
          <a:ln>
            <a:solidFill>
              <a:schemeClr val="accent6">
                <a:alpha val="70000"/>
              </a:schemeClr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518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4B6AE-D704-812C-7D38-20858435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65421DC-3184-F2E4-95A1-5763B95E802A}"/>
              </a:ext>
            </a:extLst>
          </p:cNvPr>
          <p:cNvCxnSpPr>
            <a:cxnSpLocks/>
          </p:cNvCxnSpPr>
          <p:nvPr/>
        </p:nvCxnSpPr>
        <p:spPr>
          <a:xfrm>
            <a:off x="4114800" y="17829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FD3C4D7F-7B2D-5F1A-9A9A-DD1C21CA3609}"/>
              </a:ext>
            </a:extLst>
          </p:cNvPr>
          <p:cNvCxnSpPr>
            <a:cxnSpLocks/>
          </p:cNvCxnSpPr>
          <p:nvPr/>
        </p:nvCxnSpPr>
        <p:spPr>
          <a:xfrm>
            <a:off x="4114800" y="19658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A22E034-AA4B-DA0D-323D-2FB96CF85D33}"/>
              </a:ext>
            </a:extLst>
          </p:cNvPr>
          <p:cNvCxnSpPr>
            <a:cxnSpLocks/>
          </p:cNvCxnSpPr>
          <p:nvPr/>
        </p:nvCxnSpPr>
        <p:spPr>
          <a:xfrm>
            <a:off x="4114800" y="214872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F1E1720C-A65F-BA2F-A012-878B37EA11EA}"/>
              </a:ext>
            </a:extLst>
          </p:cNvPr>
          <p:cNvCxnSpPr>
            <a:cxnSpLocks/>
          </p:cNvCxnSpPr>
          <p:nvPr/>
        </p:nvCxnSpPr>
        <p:spPr>
          <a:xfrm>
            <a:off x="4114800" y="233160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FDA4902C-8C62-C796-5811-04DAD5617970}"/>
              </a:ext>
            </a:extLst>
          </p:cNvPr>
          <p:cNvCxnSpPr>
            <a:cxnSpLocks/>
          </p:cNvCxnSpPr>
          <p:nvPr/>
        </p:nvCxnSpPr>
        <p:spPr>
          <a:xfrm>
            <a:off x="4114800" y="251448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3506B51-47F9-E77D-FEB7-2B54BFC13540}"/>
              </a:ext>
            </a:extLst>
          </p:cNvPr>
          <p:cNvCxnSpPr>
            <a:cxnSpLocks/>
          </p:cNvCxnSpPr>
          <p:nvPr/>
        </p:nvCxnSpPr>
        <p:spPr>
          <a:xfrm>
            <a:off x="4114800" y="269736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A24B1564-A5E5-7C1F-2F15-75F326CE4B23}"/>
              </a:ext>
            </a:extLst>
          </p:cNvPr>
          <p:cNvCxnSpPr>
            <a:cxnSpLocks/>
          </p:cNvCxnSpPr>
          <p:nvPr/>
        </p:nvCxnSpPr>
        <p:spPr>
          <a:xfrm>
            <a:off x="4114800" y="2880248"/>
            <a:ext cx="4114800" cy="0"/>
          </a:xfrm>
          <a:prstGeom prst="straightConnector1">
            <a:avLst/>
          </a:prstGeom>
          <a:ln w="19050" cap="flat" cmpd="sng" algn="ctr">
            <a:solidFill>
              <a:schemeClr val="bg1">
                <a:lumMod val="6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57AD70F2-C436-D719-A43B-D2AEC6A55359}"/>
              </a:ext>
            </a:extLst>
          </p:cNvPr>
          <p:cNvSpPr/>
          <p:nvPr/>
        </p:nvSpPr>
        <p:spPr>
          <a:xfrm>
            <a:off x="4267200" y="1966917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ED91DBF-9A41-88D5-C965-F61471F941D0}"/>
              </a:ext>
            </a:extLst>
          </p:cNvPr>
          <p:cNvSpPr/>
          <p:nvPr/>
        </p:nvSpPr>
        <p:spPr>
          <a:xfrm>
            <a:off x="5181600" y="2514600"/>
            <a:ext cx="1828800" cy="54841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 90">
            <a:extLst>
              <a:ext uri="{FF2B5EF4-FFF2-40B4-BE49-F238E27FC236}">
                <a16:creationId xmlns:a16="http://schemas.microsoft.com/office/drawing/2014/main" id="{6CB23361-EABC-95BC-74D5-034B194CF2F5}"/>
              </a:ext>
            </a:extLst>
          </p:cNvPr>
          <p:cNvSpPr/>
          <p:nvPr/>
        </p:nvSpPr>
        <p:spPr>
          <a:xfrm>
            <a:off x="5181600" y="2423160"/>
            <a:ext cx="1826778" cy="91440"/>
          </a:xfrm>
          <a:prstGeom prst="trapezoid">
            <a:avLst>
              <a:gd name="adj" fmla="val 498593"/>
            </a:avLst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4DEDD3-C3CE-7D0A-3848-C6A3E96B73F8}"/>
              </a:ext>
            </a:extLst>
          </p:cNvPr>
          <p:cNvSpPr txBox="1"/>
          <p:nvPr/>
        </p:nvSpPr>
        <p:spPr>
          <a:xfrm>
            <a:off x="5706559" y="1444414"/>
            <a:ext cx="9312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Z Margin</a:t>
            </a:r>
            <a:endParaRPr lang="en-CA" sz="16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C1251F-5FCC-DF66-6EAA-FBCF8F95B223}"/>
              </a:ext>
            </a:extLst>
          </p:cNvPr>
          <p:cNvCxnSpPr>
            <a:cxnSpLocks/>
          </p:cNvCxnSpPr>
          <p:nvPr/>
        </p:nvCxnSpPr>
        <p:spPr>
          <a:xfrm>
            <a:off x="5638800" y="1965848"/>
            <a:ext cx="0" cy="457312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2F6173-40E2-BD9F-EEB1-A03C6B0592D0}"/>
              </a:ext>
            </a:extLst>
          </p:cNvPr>
          <p:cNvCxnSpPr>
            <a:cxnSpLocks/>
          </p:cNvCxnSpPr>
          <p:nvPr/>
        </p:nvCxnSpPr>
        <p:spPr>
          <a:xfrm>
            <a:off x="5181600" y="2148728"/>
            <a:ext cx="0" cy="3658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F638DD48-3CC9-E768-3458-95A08EDF1CB8}"/>
              </a:ext>
            </a:extLst>
          </p:cNvPr>
          <p:cNvSpPr/>
          <p:nvPr/>
        </p:nvSpPr>
        <p:spPr>
          <a:xfrm>
            <a:off x="4114800" y="2990850"/>
            <a:ext cx="3971925" cy="2724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D9AC2B-971E-2ADC-AA63-15AAEE8A7DDF}"/>
              </a:ext>
            </a:extLst>
          </p:cNvPr>
          <p:cNvCxnSpPr>
            <a:cxnSpLocks/>
          </p:cNvCxnSpPr>
          <p:nvPr/>
        </p:nvCxnSpPr>
        <p:spPr>
          <a:xfrm>
            <a:off x="5305425" y="2148728"/>
            <a:ext cx="0" cy="365867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0702A70-CE02-C08B-F18E-18CC7BBAA585}"/>
              </a:ext>
            </a:extLst>
          </p:cNvPr>
          <p:cNvCxnSpPr>
            <a:cxnSpLocks/>
            <a:endCxn id="115" idx="0"/>
          </p:cNvCxnSpPr>
          <p:nvPr/>
        </p:nvCxnSpPr>
        <p:spPr>
          <a:xfrm>
            <a:off x="6091237" y="1965741"/>
            <a:ext cx="3752" cy="457419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088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A104D64-ADA1-267D-C8DD-B7D13B682218}"/>
              </a:ext>
            </a:extLst>
          </p:cNvPr>
          <p:cNvSpPr/>
          <p:nvPr/>
        </p:nvSpPr>
        <p:spPr>
          <a:xfrm>
            <a:off x="4876799" y="1328215"/>
            <a:ext cx="1875837" cy="3705861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662526 w 1863676"/>
              <a:gd name="csY0" fmla="*/ 184332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662526 w 1863676"/>
              <a:gd name="csY16" fmla="*/ 1843322 h 3705861"/>
              <a:gd name="csX0" fmla="*/ 6625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662526 w 1875837"/>
              <a:gd name="csY16" fmla="*/ 1843322 h 3705861"/>
              <a:gd name="csX0" fmla="*/ 738726 w 1875837"/>
              <a:gd name="csY0" fmla="*/ 1843322 h 3705861"/>
              <a:gd name="csX1" fmla="*/ 133351 w 1875837"/>
              <a:gd name="csY1" fmla="*/ 1351485 h 3705861"/>
              <a:gd name="csX2" fmla="*/ 19051 w 1875837"/>
              <a:gd name="csY2" fmla="*/ 938737 h 3705861"/>
              <a:gd name="csX3" fmla="*/ 253999 w 1875837"/>
              <a:gd name="csY3" fmla="*/ 322785 h 3705861"/>
              <a:gd name="csX4" fmla="*/ 876698 w 1875837"/>
              <a:gd name="csY4" fmla="*/ 91 h 3705861"/>
              <a:gd name="csX5" fmla="*/ 1600198 w 1875837"/>
              <a:gd name="csY5" fmla="*/ 297385 h 3705861"/>
              <a:gd name="csX6" fmla="*/ 1860549 w 1875837"/>
              <a:gd name="csY6" fmla="*/ 938736 h 3705861"/>
              <a:gd name="csX7" fmla="*/ 1784351 w 1875837"/>
              <a:gd name="csY7" fmla="*/ 1300685 h 3705861"/>
              <a:gd name="csX8" fmla="*/ 1090870 w 1875837"/>
              <a:gd name="csY8" fmla="*/ 1875072 h 3705861"/>
              <a:gd name="csX9" fmla="*/ 1727200 w 1875837"/>
              <a:gd name="csY9" fmla="*/ 2342085 h 3705861"/>
              <a:gd name="csX10" fmla="*/ 1860549 w 1875837"/>
              <a:gd name="csY10" fmla="*/ 2799286 h 3705861"/>
              <a:gd name="csX11" fmla="*/ 1606548 w 1875837"/>
              <a:gd name="csY11" fmla="*/ 3408885 h 3705861"/>
              <a:gd name="csX12" fmla="*/ 952898 w 1875837"/>
              <a:gd name="csY12" fmla="*/ 3705603 h 3705861"/>
              <a:gd name="csX13" fmla="*/ 368299 w 1875837"/>
              <a:gd name="csY13" fmla="*/ 3516834 h 3705861"/>
              <a:gd name="csX14" fmla="*/ 0 w 1875837"/>
              <a:gd name="csY14" fmla="*/ 2780237 h 3705861"/>
              <a:gd name="csX15" fmla="*/ 177800 w 1875837"/>
              <a:gd name="csY15" fmla="*/ 2265885 h 3705861"/>
              <a:gd name="csX16" fmla="*/ 738726 w 1875837"/>
              <a:gd name="csY16" fmla="*/ 1843322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875837" h="3705861">
                <a:moveTo>
                  <a:pt x="738726" y="1843322"/>
                </a:moveTo>
                <a:cubicBezTo>
                  <a:pt x="731318" y="1690922"/>
                  <a:pt x="203555" y="1501191"/>
                  <a:pt x="133351" y="1351485"/>
                </a:cubicBezTo>
                <a:cubicBezTo>
                  <a:pt x="63147" y="1201779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912631" y="1144629"/>
                  <a:pt x="1784351" y="1300685"/>
                </a:cubicBezTo>
                <a:cubicBezTo>
                  <a:pt x="1656071" y="1456741"/>
                  <a:pt x="1100395" y="1701505"/>
                  <a:pt x="1090870" y="1875072"/>
                </a:cubicBezTo>
                <a:cubicBezTo>
                  <a:pt x="1081345" y="2048639"/>
                  <a:pt x="1598920" y="2188049"/>
                  <a:pt x="1727200" y="2342085"/>
                </a:cubicBezTo>
                <a:cubicBezTo>
                  <a:pt x="1855480" y="2496121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54679" y="2422037"/>
                  <a:pt x="177800" y="2265885"/>
                </a:cubicBezTo>
                <a:cubicBezTo>
                  <a:pt x="300921" y="2109733"/>
                  <a:pt x="746134" y="1995722"/>
                  <a:pt x="738726" y="1843322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6">
            <a:extLst>
              <a:ext uri="{FF2B5EF4-FFF2-40B4-BE49-F238E27FC236}">
                <a16:creationId xmlns:a16="http://schemas.microsoft.com/office/drawing/2014/main" id="{A7EC1DF5-31B5-2D91-6FEE-0DA302E936DC}"/>
              </a:ext>
            </a:extLst>
          </p:cNvPr>
          <p:cNvSpPr>
            <a:spLocks noChangeAspect="1"/>
          </p:cNvSpPr>
          <p:nvPr/>
        </p:nvSpPr>
        <p:spPr>
          <a:xfrm>
            <a:off x="4629376" y="836908"/>
            <a:ext cx="2349722" cy="4672584"/>
          </a:xfrm>
          <a:custGeom>
            <a:avLst/>
            <a:gdLst>
              <a:gd name="csX0" fmla="*/ 0 w 2549243"/>
              <a:gd name="csY0" fmla="*/ 1849581 h 3699162"/>
              <a:gd name="csX1" fmla="*/ 1274622 w 2549243"/>
              <a:gd name="csY1" fmla="*/ 0 h 3699162"/>
              <a:gd name="csX2" fmla="*/ 2549244 w 2549243"/>
              <a:gd name="csY2" fmla="*/ 1849581 h 3699162"/>
              <a:gd name="csX3" fmla="*/ 1274622 w 2549243"/>
              <a:gd name="csY3" fmla="*/ 3699162 h 3699162"/>
              <a:gd name="csX4" fmla="*/ 0 w 2549243"/>
              <a:gd name="csY4" fmla="*/ 1849581 h 3699162"/>
              <a:gd name="csX0" fmla="*/ 60996 w 2610240"/>
              <a:gd name="csY0" fmla="*/ 1882783 h 3732364"/>
              <a:gd name="csX1" fmla="*/ 319221 w 2610240"/>
              <a:gd name="csY1" fmla="*/ 781348 h 3732364"/>
              <a:gd name="csX2" fmla="*/ 1335618 w 2610240"/>
              <a:gd name="csY2" fmla="*/ 33202 h 3732364"/>
              <a:gd name="csX3" fmla="*/ 2610240 w 2610240"/>
              <a:gd name="csY3" fmla="*/ 1882783 h 3732364"/>
              <a:gd name="csX4" fmla="*/ 1335618 w 2610240"/>
              <a:gd name="csY4" fmla="*/ 3732364 h 3732364"/>
              <a:gd name="csX5" fmla="*/ 60996 w 2610240"/>
              <a:gd name="csY5" fmla="*/ 1882783 h 3732364"/>
              <a:gd name="csX0" fmla="*/ 60996 w 2610240"/>
              <a:gd name="csY0" fmla="*/ 1882783 h 3773183"/>
              <a:gd name="csX1" fmla="*/ 319221 w 2610240"/>
              <a:gd name="csY1" fmla="*/ 781348 h 3773183"/>
              <a:gd name="csX2" fmla="*/ 1335618 w 2610240"/>
              <a:gd name="csY2" fmla="*/ 33202 h 3773183"/>
              <a:gd name="csX3" fmla="*/ 2610240 w 2610240"/>
              <a:gd name="csY3" fmla="*/ 1882783 h 3773183"/>
              <a:gd name="csX4" fmla="*/ 1335618 w 2610240"/>
              <a:gd name="csY4" fmla="*/ 3732364 h 3773183"/>
              <a:gd name="csX5" fmla="*/ 350970 w 2610240"/>
              <a:gd name="csY5" fmla="*/ 3060998 h 3773183"/>
              <a:gd name="csX6" fmla="*/ 60996 w 2610240"/>
              <a:gd name="csY6" fmla="*/ 1882783 h 3773183"/>
              <a:gd name="csX0" fmla="*/ 587745 w 2336889"/>
              <a:gd name="csY0" fmla="*/ 2016133 h 3773183"/>
              <a:gd name="csX1" fmla="*/ 45870 w 2336889"/>
              <a:gd name="csY1" fmla="*/ 781348 h 3773183"/>
              <a:gd name="csX2" fmla="*/ 1062267 w 2336889"/>
              <a:gd name="csY2" fmla="*/ 33202 h 3773183"/>
              <a:gd name="csX3" fmla="*/ 2336889 w 2336889"/>
              <a:gd name="csY3" fmla="*/ 1882783 h 3773183"/>
              <a:gd name="csX4" fmla="*/ 1062267 w 2336889"/>
              <a:gd name="csY4" fmla="*/ 3732364 h 3773183"/>
              <a:gd name="csX5" fmla="*/ 77619 w 2336889"/>
              <a:gd name="csY5" fmla="*/ 3060998 h 3773183"/>
              <a:gd name="csX6" fmla="*/ 587745 w 2336889"/>
              <a:gd name="csY6" fmla="*/ 2016133 h 3773183"/>
              <a:gd name="csX0" fmla="*/ 599682 w 2336126"/>
              <a:gd name="csY0" fmla="*/ 1863733 h 3773183"/>
              <a:gd name="csX1" fmla="*/ 45107 w 2336126"/>
              <a:gd name="csY1" fmla="*/ 781348 h 3773183"/>
              <a:gd name="csX2" fmla="*/ 1061504 w 2336126"/>
              <a:gd name="csY2" fmla="*/ 33202 h 3773183"/>
              <a:gd name="csX3" fmla="*/ 2336126 w 2336126"/>
              <a:gd name="csY3" fmla="*/ 1882783 h 3773183"/>
              <a:gd name="csX4" fmla="*/ 1061504 w 2336126"/>
              <a:gd name="csY4" fmla="*/ 3732364 h 3773183"/>
              <a:gd name="csX5" fmla="*/ 76856 w 2336126"/>
              <a:gd name="csY5" fmla="*/ 3060998 h 3773183"/>
              <a:gd name="csX6" fmla="*/ 599682 w 2336126"/>
              <a:gd name="csY6" fmla="*/ 1863733 h 3773183"/>
              <a:gd name="csX0" fmla="*/ 659713 w 2332657"/>
              <a:gd name="csY0" fmla="*/ 1863733 h 3773183"/>
              <a:gd name="csX1" fmla="*/ 41638 w 2332657"/>
              <a:gd name="csY1" fmla="*/ 781348 h 3773183"/>
              <a:gd name="csX2" fmla="*/ 1058035 w 2332657"/>
              <a:gd name="csY2" fmla="*/ 33202 h 3773183"/>
              <a:gd name="csX3" fmla="*/ 2332657 w 2332657"/>
              <a:gd name="csY3" fmla="*/ 1882783 h 3773183"/>
              <a:gd name="csX4" fmla="*/ 1058035 w 2332657"/>
              <a:gd name="csY4" fmla="*/ 3732364 h 3773183"/>
              <a:gd name="csX5" fmla="*/ 73387 w 2332657"/>
              <a:gd name="csY5" fmla="*/ 3060998 h 3773183"/>
              <a:gd name="csX6" fmla="*/ 659713 w 2332657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183"/>
              <a:gd name="csX1" fmla="*/ 46657 w 2337676"/>
              <a:gd name="csY1" fmla="*/ 781348 h 3773183"/>
              <a:gd name="csX2" fmla="*/ 1063054 w 2337676"/>
              <a:gd name="csY2" fmla="*/ 33202 h 3773183"/>
              <a:gd name="csX3" fmla="*/ 2337676 w 2337676"/>
              <a:gd name="csY3" fmla="*/ 1882783 h 3773183"/>
              <a:gd name="csX4" fmla="*/ 1063054 w 2337676"/>
              <a:gd name="csY4" fmla="*/ 3732364 h 3773183"/>
              <a:gd name="csX5" fmla="*/ 78406 w 2337676"/>
              <a:gd name="csY5" fmla="*/ 3060998 h 3773183"/>
              <a:gd name="csX6" fmla="*/ 575832 w 2337676"/>
              <a:gd name="csY6" fmla="*/ 1863733 h 3773183"/>
              <a:gd name="csX0" fmla="*/ 575832 w 2337676"/>
              <a:gd name="csY0" fmla="*/ 1863733 h 3773522"/>
              <a:gd name="csX1" fmla="*/ 46657 w 2337676"/>
              <a:gd name="csY1" fmla="*/ 781348 h 3773522"/>
              <a:gd name="csX2" fmla="*/ 1063054 w 2337676"/>
              <a:gd name="csY2" fmla="*/ 33202 h 3773522"/>
              <a:gd name="csX3" fmla="*/ 2337676 w 2337676"/>
              <a:gd name="csY3" fmla="*/ 1882783 h 3773522"/>
              <a:gd name="csX4" fmla="*/ 1063054 w 2337676"/>
              <a:gd name="csY4" fmla="*/ 3732364 h 3773522"/>
              <a:gd name="csX5" fmla="*/ 78406 w 2337676"/>
              <a:gd name="csY5" fmla="*/ 3060998 h 3773522"/>
              <a:gd name="csX6" fmla="*/ 575832 w 2337676"/>
              <a:gd name="csY6" fmla="*/ 1863733 h 377352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5694"/>
              <a:gd name="csX1" fmla="*/ 38875 w 2329894"/>
              <a:gd name="csY1" fmla="*/ 781348 h 3755694"/>
              <a:gd name="csX2" fmla="*/ 1055272 w 2329894"/>
              <a:gd name="csY2" fmla="*/ 33202 h 3755694"/>
              <a:gd name="csX3" fmla="*/ 2329894 w 2329894"/>
              <a:gd name="csY3" fmla="*/ 1882783 h 3755694"/>
              <a:gd name="csX4" fmla="*/ 1055272 w 2329894"/>
              <a:gd name="csY4" fmla="*/ 3732364 h 3755694"/>
              <a:gd name="csX5" fmla="*/ 127774 w 2329894"/>
              <a:gd name="csY5" fmla="*/ 2857798 h 3755694"/>
              <a:gd name="csX6" fmla="*/ 568050 w 2329894"/>
              <a:gd name="csY6" fmla="*/ 1863733 h 3755694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6202"/>
              <a:gd name="csX1" fmla="*/ 38875 w 2329894"/>
              <a:gd name="csY1" fmla="*/ 781348 h 3756202"/>
              <a:gd name="csX2" fmla="*/ 1055272 w 2329894"/>
              <a:gd name="csY2" fmla="*/ 33202 h 3756202"/>
              <a:gd name="csX3" fmla="*/ 2329894 w 2329894"/>
              <a:gd name="csY3" fmla="*/ 1882783 h 3756202"/>
              <a:gd name="csX4" fmla="*/ 1055272 w 2329894"/>
              <a:gd name="csY4" fmla="*/ 3732364 h 3756202"/>
              <a:gd name="csX5" fmla="*/ 127774 w 2329894"/>
              <a:gd name="csY5" fmla="*/ 2857798 h 3756202"/>
              <a:gd name="csX6" fmla="*/ 568050 w 2329894"/>
              <a:gd name="csY6" fmla="*/ 1863733 h 3756202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5861"/>
              <a:gd name="csX1" fmla="*/ 38875 w 2329894"/>
              <a:gd name="csY1" fmla="*/ 781348 h 3755861"/>
              <a:gd name="csX2" fmla="*/ 1055272 w 2329894"/>
              <a:gd name="csY2" fmla="*/ 33202 h 3755861"/>
              <a:gd name="csX3" fmla="*/ 2329894 w 2329894"/>
              <a:gd name="csY3" fmla="*/ 1882783 h 3755861"/>
              <a:gd name="csX4" fmla="*/ 1055272 w 2329894"/>
              <a:gd name="csY4" fmla="*/ 3732364 h 3755861"/>
              <a:gd name="csX5" fmla="*/ 127774 w 2329894"/>
              <a:gd name="csY5" fmla="*/ 2857798 h 3755861"/>
              <a:gd name="csX6" fmla="*/ 568050 w 2329894"/>
              <a:gd name="csY6" fmla="*/ 1863733 h 375586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6731"/>
              <a:gd name="csX1" fmla="*/ 38875 w 2329894"/>
              <a:gd name="csY1" fmla="*/ 781348 h 3756731"/>
              <a:gd name="csX2" fmla="*/ 1055272 w 2329894"/>
              <a:gd name="csY2" fmla="*/ 33202 h 3756731"/>
              <a:gd name="csX3" fmla="*/ 2329894 w 2329894"/>
              <a:gd name="csY3" fmla="*/ 1882783 h 3756731"/>
              <a:gd name="csX4" fmla="*/ 1055272 w 2329894"/>
              <a:gd name="csY4" fmla="*/ 3732364 h 3756731"/>
              <a:gd name="csX5" fmla="*/ 127774 w 2329894"/>
              <a:gd name="csY5" fmla="*/ 2857798 h 3756731"/>
              <a:gd name="csX6" fmla="*/ 568050 w 2329894"/>
              <a:gd name="csY6" fmla="*/ 1863733 h 3756731"/>
              <a:gd name="csX0" fmla="*/ 568050 w 2329894"/>
              <a:gd name="csY0" fmla="*/ 1863733 h 3757858"/>
              <a:gd name="csX1" fmla="*/ 38875 w 2329894"/>
              <a:gd name="csY1" fmla="*/ 781348 h 3757858"/>
              <a:gd name="csX2" fmla="*/ 1055272 w 2329894"/>
              <a:gd name="csY2" fmla="*/ 33202 h 3757858"/>
              <a:gd name="csX3" fmla="*/ 2329894 w 2329894"/>
              <a:gd name="csY3" fmla="*/ 1882783 h 3757858"/>
              <a:gd name="csX4" fmla="*/ 1055272 w 2329894"/>
              <a:gd name="csY4" fmla="*/ 3732364 h 3757858"/>
              <a:gd name="csX5" fmla="*/ 127774 w 2329894"/>
              <a:gd name="csY5" fmla="*/ 2857798 h 3757858"/>
              <a:gd name="csX6" fmla="*/ 568050 w 2329894"/>
              <a:gd name="csY6" fmla="*/ 1863733 h 3757858"/>
              <a:gd name="csX0" fmla="*/ 568050 w 2329894"/>
              <a:gd name="csY0" fmla="*/ 1863733 h 3757471"/>
              <a:gd name="csX1" fmla="*/ 38875 w 2329894"/>
              <a:gd name="csY1" fmla="*/ 781348 h 3757471"/>
              <a:gd name="csX2" fmla="*/ 1055272 w 2329894"/>
              <a:gd name="csY2" fmla="*/ 33202 h 3757471"/>
              <a:gd name="csX3" fmla="*/ 2329894 w 2329894"/>
              <a:gd name="csY3" fmla="*/ 1882783 h 3757471"/>
              <a:gd name="csX4" fmla="*/ 1055272 w 2329894"/>
              <a:gd name="csY4" fmla="*/ 3732364 h 3757471"/>
              <a:gd name="csX5" fmla="*/ 127774 w 2329894"/>
              <a:gd name="csY5" fmla="*/ 2857798 h 3757471"/>
              <a:gd name="csX6" fmla="*/ 568050 w 2329894"/>
              <a:gd name="csY6" fmla="*/ 1863733 h 3757471"/>
              <a:gd name="csX0" fmla="*/ 568050 w 2329894"/>
              <a:gd name="csY0" fmla="*/ 1863733 h 3753962"/>
              <a:gd name="csX1" fmla="*/ 38875 w 2329894"/>
              <a:gd name="csY1" fmla="*/ 781348 h 3753962"/>
              <a:gd name="csX2" fmla="*/ 1055272 w 2329894"/>
              <a:gd name="csY2" fmla="*/ 33202 h 3753962"/>
              <a:gd name="csX3" fmla="*/ 2329894 w 2329894"/>
              <a:gd name="csY3" fmla="*/ 1882783 h 3753962"/>
              <a:gd name="csX4" fmla="*/ 1055272 w 2329894"/>
              <a:gd name="csY4" fmla="*/ 3732364 h 3753962"/>
              <a:gd name="csX5" fmla="*/ 127774 w 2329894"/>
              <a:gd name="csY5" fmla="*/ 2806998 h 3753962"/>
              <a:gd name="csX6" fmla="*/ 568050 w 2329894"/>
              <a:gd name="csY6" fmla="*/ 1863733 h 3753962"/>
              <a:gd name="csX0" fmla="*/ 568050 w 2329894"/>
              <a:gd name="csY0" fmla="*/ 1863733 h 3754121"/>
              <a:gd name="csX1" fmla="*/ 38875 w 2329894"/>
              <a:gd name="csY1" fmla="*/ 781348 h 3754121"/>
              <a:gd name="csX2" fmla="*/ 1055272 w 2329894"/>
              <a:gd name="csY2" fmla="*/ 33202 h 3754121"/>
              <a:gd name="csX3" fmla="*/ 2329894 w 2329894"/>
              <a:gd name="csY3" fmla="*/ 1882783 h 3754121"/>
              <a:gd name="csX4" fmla="*/ 1055272 w 2329894"/>
              <a:gd name="csY4" fmla="*/ 3732364 h 3754121"/>
              <a:gd name="csX5" fmla="*/ 127774 w 2329894"/>
              <a:gd name="csY5" fmla="*/ 2806998 h 3754121"/>
              <a:gd name="csX6" fmla="*/ 568050 w 2329894"/>
              <a:gd name="csY6" fmla="*/ 1863733 h 3754121"/>
              <a:gd name="csX0" fmla="*/ 568050 w 2329894"/>
              <a:gd name="csY0" fmla="*/ 1863733 h 3754950"/>
              <a:gd name="csX1" fmla="*/ 38875 w 2329894"/>
              <a:gd name="csY1" fmla="*/ 781348 h 3754950"/>
              <a:gd name="csX2" fmla="*/ 1055272 w 2329894"/>
              <a:gd name="csY2" fmla="*/ 33202 h 3754950"/>
              <a:gd name="csX3" fmla="*/ 2329894 w 2329894"/>
              <a:gd name="csY3" fmla="*/ 1882783 h 3754950"/>
              <a:gd name="csX4" fmla="*/ 1055272 w 2329894"/>
              <a:gd name="csY4" fmla="*/ 3732364 h 3754950"/>
              <a:gd name="csX5" fmla="*/ 127774 w 2329894"/>
              <a:gd name="csY5" fmla="*/ 2806998 h 3754950"/>
              <a:gd name="csX6" fmla="*/ 568050 w 2329894"/>
              <a:gd name="csY6" fmla="*/ 1863733 h 3754950"/>
              <a:gd name="csX0" fmla="*/ 580279 w 2342123"/>
              <a:gd name="csY0" fmla="*/ 1850618 h 3741835"/>
              <a:gd name="csX1" fmla="*/ 38404 w 2342123"/>
              <a:gd name="csY1" fmla="*/ 946033 h 3741835"/>
              <a:gd name="csX2" fmla="*/ 1067501 w 2342123"/>
              <a:gd name="csY2" fmla="*/ 20087 h 3741835"/>
              <a:gd name="csX3" fmla="*/ 2342123 w 2342123"/>
              <a:gd name="csY3" fmla="*/ 1869668 h 3741835"/>
              <a:gd name="csX4" fmla="*/ 1067501 w 2342123"/>
              <a:gd name="csY4" fmla="*/ 3719249 h 3741835"/>
              <a:gd name="csX5" fmla="*/ 140003 w 2342123"/>
              <a:gd name="csY5" fmla="*/ 2793883 h 3741835"/>
              <a:gd name="csX6" fmla="*/ 580279 w 2342123"/>
              <a:gd name="csY6" fmla="*/ 1850618 h 3741835"/>
              <a:gd name="csX0" fmla="*/ 580279 w 2342123"/>
              <a:gd name="csY0" fmla="*/ 1852907 h 3744124"/>
              <a:gd name="csX1" fmla="*/ 38404 w 2342123"/>
              <a:gd name="csY1" fmla="*/ 948322 h 3744124"/>
              <a:gd name="csX2" fmla="*/ 1067501 w 2342123"/>
              <a:gd name="csY2" fmla="*/ 22376 h 3744124"/>
              <a:gd name="csX3" fmla="*/ 2342123 w 2342123"/>
              <a:gd name="csY3" fmla="*/ 1871957 h 3744124"/>
              <a:gd name="csX4" fmla="*/ 1067501 w 2342123"/>
              <a:gd name="csY4" fmla="*/ 3721538 h 3744124"/>
              <a:gd name="csX5" fmla="*/ 140003 w 2342123"/>
              <a:gd name="csY5" fmla="*/ 2796172 h 3744124"/>
              <a:gd name="csX6" fmla="*/ 580279 w 2342123"/>
              <a:gd name="csY6" fmla="*/ 1852907 h 3744124"/>
              <a:gd name="csX0" fmla="*/ 563353 w 2325197"/>
              <a:gd name="csY0" fmla="*/ 1852907 h 3744124"/>
              <a:gd name="csX1" fmla="*/ 21478 w 2325197"/>
              <a:gd name="csY1" fmla="*/ 948322 h 3744124"/>
              <a:gd name="csX2" fmla="*/ 1050575 w 2325197"/>
              <a:gd name="csY2" fmla="*/ 22376 h 3744124"/>
              <a:gd name="csX3" fmla="*/ 2325197 w 2325197"/>
              <a:gd name="csY3" fmla="*/ 1871957 h 3744124"/>
              <a:gd name="csX4" fmla="*/ 1050575 w 2325197"/>
              <a:gd name="csY4" fmla="*/ 3721538 h 3744124"/>
              <a:gd name="csX5" fmla="*/ 123077 w 2325197"/>
              <a:gd name="csY5" fmla="*/ 2796172 h 3744124"/>
              <a:gd name="csX6" fmla="*/ 563353 w 2325197"/>
              <a:gd name="csY6" fmla="*/ 1852907 h 3744124"/>
              <a:gd name="csX0" fmla="*/ 541887 w 2303731"/>
              <a:gd name="csY0" fmla="*/ 1851936 h 3743153"/>
              <a:gd name="csX1" fmla="*/ 12 w 2303731"/>
              <a:gd name="csY1" fmla="*/ 947351 h 3743153"/>
              <a:gd name="csX2" fmla="*/ 1029109 w 2303731"/>
              <a:gd name="csY2" fmla="*/ 21405 h 3743153"/>
              <a:gd name="csX3" fmla="*/ 2303731 w 2303731"/>
              <a:gd name="csY3" fmla="*/ 1870986 h 3743153"/>
              <a:gd name="csX4" fmla="*/ 1029109 w 2303731"/>
              <a:gd name="csY4" fmla="*/ 3720567 h 3743153"/>
              <a:gd name="csX5" fmla="*/ 101611 w 2303731"/>
              <a:gd name="csY5" fmla="*/ 2795201 h 3743153"/>
              <a:gd name="csX6" fmla="*/ 541887 w 2303731"/>
              <a:gd name="csY6" fmla="*/ 1851936 h 3743153"/>
              <a:gd name="csX0" fmla="*/ 554091 w 2315935"/>
              <a:gd name="csY0" fmla="*/ 1851629 h 3742846"/>
              <a:gd name="csX1" fmla="*/ 12216 w 2315935"/>
              <a:gd name="csY1" fmla="*/ 947044 h 3742846"/>
              <a:gd name="csX2" fmla="*/ 1041313 w 2315935"/>
              <a:gd name="csY2" fmla="*/ 21098 h 3742846"/>
              <a:gd name="csX3" fmla="*/ 2315935 w 2315935"/>
              <a:gd name="csY3" fmla="*/ 1870679 h 3742846"/>
              <a:gd name="csX4" fmla="*/ 1041313 w 2315935"/>
              <a:gd name="csY4" fmla="*/ 3720260 h 3742846"/>
              <a:gd name="csX5" fmla="*/ 113815 w 2315935"/>
              <a:gd name="csY5" fmla="*/ 2794894 h 3742846"/>
              <a:gd name="csX6" fmla="*/ 554091 w 2315935"/>
              <a:gd name="csY6" fmla="*/ 1851629 h 3742846"/>
              <a:gd name="csX0" fmla="*/ 478868 w 2240712"/>
              <a:gd name="csY0" fmla="*/ 1851629 h 3742846"/>
              <a:gd name="csX1" fmla="*/ 13193 w 2240712"/>
              <a:gd name="csY1" fmla="*/ 947044 h 3742846"/>
              <a:gd name="csX2" fmla="*/ 966090 w 2240712"/>
              <a:gd name="csY2" fmla="*/ 21098 h 3742846"/>
              <a:gd name="csX3" fmla="*/ 2240712 w 2240712"/>
              <a:gd name="csY3" fmla="*/ 1870679 h 3742846"/>
              <a:gd name="csX4" fmla="*/ 966090 w 2240712"/>
              <a:gd name="csY4" fmla="*/ 3720260 h 3742846"/>
              <a:gd name="csX5" fmla="*/ 38592 w 2240712"/>
              <a:gd name="csY5" fmla="*/ 2794894 h 3742846"/>
              <a:gd name="csX6" fmla="*/ 478868 w 2240712"/>
              <a:gd name="csY6" fmla="*/ 1851629 h 3742846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232 h 3742449"/>
              <a:gd name="csX1" fmla="*/ 32605 w 2215674"/>
              <a:gd name="csY1" fmla="*/ 952997 h 3742449"/>
              <a:gd name="csX2" fmla="*/ 941052 w 2215674"/>
              <a:gd name="csY2" fmla="*/ 20701 h 3742449"/>
              <a:gd name="csX3" fmla="*/ 2215674 w 2215674"/>
              <a:gd name="csY3" fmla="*/ 1870282 h 3742449"/>
              <a:gd name="csX4" fmla="*/ 941052 w 2215674"/>
              <a:gd name="csY4" fmla="*/ 3719863 h 3742449"/>
              <a:gd name="csX5" fmla="*/ 13554 w 2215674"/>
              <a:gd name="csY5" fmla="*/ 2794497 h 3742449"/>
              <a:gd name="csX6" fmla="*/ 453830 w 2215674"/>
              <a:gd name="csY6" fmla="*/ 1851232 h 3742449"/>
              <a:gd name="csX0" fmla="*/ 453830 w 2215674"/>
              <a:gd name="csY0" fmla="*/ 1851379 h 3742596"/>
              <a:gd name="csX1" fmla="*/ 32605 w 2215674"/>
              <a:gd name="csY1" fmla="*/ 953144 h 3742596"/>
              <a:gd name="csX2" fmla="*/ 941052 w 2215674"/>
              <a:gd name="csY2" fmla="*/ 20848 h 3742596"/>
              <a:gd name="csX3" fmla="*/ 2215674 w 2215674"/>
              <a:gd name="csY3" fmla="*/ 1870429 h 3742596"/>
              <a:gd name="csX4" fmla="*/ 941052 w 2215674"/>
              <a:gd name="csY4" fmla="*/ 3720010 h 3742596"/>
              <a:gd name="csX5" fmla="*/ 13554 w 2215674"/>
              <a:gd name="csY5" fmla="*/ 2794644 h 3742596"/>
              <a:gd name="csX6" fmla="*/ 453830 w 2215674"/>
              <a:gd name="csY6" fmla="*/ 1851379 h 3742596"/>
              <a:gd name="csX0" fmla="*/ 452311 w 1610905"/>
              <a:gd name="csY0" fmla="*/ 1850655 h 3742649"/>
              <a:gd name="csX1" fmla="*/ 31086 w 1610905"/>
              <a:gd name="csY1" fmla="*/ 952420 h 3742649"/>
              <a:gd name="csX2" fmla="*/ 939533 w 1610905"/>
              <a:gd name="csY2" fmla="*/ 20124 h 3742649"/>
              <a:gd name="csX3" fmla="*/ 1610905 w 1610905"/>
              <a:gd name="csY3" fmla="*/ 1850655 h 3742649"/>
              <a:gd name="csX4" fmla="*/ 939533 w 1610905"/>
              <a:gd name="csY4" fmla="*/ 3719286 h 3742649"/>
              <a:gd name="csX5" fmla="*/ 12035 w 1610905"/>
              <a:gd name="csY5" fmla="*/ 2793920 h 3742649"/>
              <a:gd name="csX6" fmla="*/ 452311 w 1610905"/>
              <a:gd name="csY6" fmla="*/ 1850655 h 3742649"/>
              <a:gd name="csX0" fmla="*/ 451874 w 1630533"/>
              <a:gd name="csY0" fmla="*/ 1850655 h 3721846"/>
              <a:gd name="csX1" fmla="*/ 30649 w 1630533"/>
              <a:gd name="csY1" fmla="*/ 952420 h 3721846"/>
              <a:gd name="csX2" fmla="*/ 939096 w 1630533"/>
              <a:gd name="csY2" fmla="*/ 20124 h 3721846"/>
              <a:gd name="csX3" fmla="*/ 1610468 w 1630533"/>
              <a:gd name="csY3" fmla="*/ 1850655 h 3721846"/>
              <a:gd name="csX4" fmla="*/ 1408597 w 1630533"/>
              <a:gd name="csY4" fmla="*/ 3028869 h 3721846"/>
              <a:gd name="csX5" fmla="*/ 939096 w 1630533"/>
              <a:gd name="csY5" fmla="*/ 3719286 h 3721846"/>
              <a:gd name="csX6" fmla="*/ 11598 w 1630533"/>
              <a:gd name="csY6" fmla="*/ 2793920 h 3721846"/>
              <a:gd name="csX7" fmla="*/ 451874 w 1630533"/>
              <a:gd name="csY7" fmla="*/ 1850655 h 3721846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98206"/>
              <a:gd name="csY0" fmla="*/ 1850655 h 3719298"/>
              <a:gd name="csX1" fmla="*/ 31702 w 1898206"/>
              <a:gd name="csY1" fmla="*/ 952420 h 3719298"/>
              <a:gd name="csX2" fmla="*/ 940149 w 1898206"/>
              <a:gd name="csY2" fmla="*/ 20124 h 3719298"/>
              <a:gd name="csX3" fmla="*/ 1611521 w 1898206"/>
              <a:gd name="csY3" fmla="*/ 1850655 h 3719298"/>
              <a:gd name="csX4" fmla="*/ 1873200 w 1898206"/>
              <a:gd name="csY4" fmla="*/ 2812969 h 3719298"/>
              <a:gd name="csX5" fmla="*/ 940149 w 1898206"/>
              <a:gd name="csY5" fmla="*/ 3719286 h 3719298"/>
              <a:gd name="csX6" fmla="*/ 12651 w 1898206"/>
              <a:gd name="csY6" fmla="*/ 2793920 h 3719298"/>
              <a:gd name="csX7" fmla="*/ 452927 w 1898206"/>
              <a:gd name="csY7" fmla="*/ 1850655 h 3719298"/>
              <a:gd name="csX0" fmla="*/ 452927 w 1881197"/>
              <a:gd name="csY0" fmla="*/ 1850655 h 3719300"/>
              <a:gd name="csX1" fmla="*/ 31702 w 1881197"/>
              <a:gd name="csY1" fmla="*/ 952420 h 3719300"/>
              <a:gd name="csX2" fmla="*/ 940149 w 1881197"/>
              <a:gd name="csY2" fmla="*/ 20124 h 3719300"/>
              <a:gd name="csX3" fmla="*/ 1611521 w 1881197"/>
              <a:gd name="csY3" fmla="*/ 1850655 h 3719300"/>
              <a:gd name="csX4" fmla="*/ 1873200 w 1881197"/>
              <a:gd name="csY4" fmla="*/ 2812969 h 3719300"/>
              <a:gd name="csX5" fmla="*/ 940149 w 1881197"/>
              <a:gd name="csY5" fmla="*/ 3719286 h 3719300"/>
              <a:gd name="csX6" fmla="*/ 12651 w 1881197"/>
              <a:gd name="csY6" fmla="*/ 2793920 h 3719300"/>
              <a:gd name="csX7" fmla="*/ 452927 w 1881197"/>
              <a:gd name="csY7" fmla="*/ 1850655 h 3719300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81197"/>
              <a:gd name="csY0" fmla="*/ 1833350 h 3701995"/>
              <a:gd name="csX1" fmla="*/ 31702 w 1881197"/>
              <a:gd name="csY1" fmla="*/ 935115 h 3701995"/>
              <a:gd name="csX2" fmla="*/ 940149 w 1881197"/>
              <a:gd name="csY2" fmla="*/ 2819 h 3701995"/>
              <a:gd name="csX3" fmla="*/ 1327100 w 1881197"/>
              <a:gd name="csY3" fmla="*/ 687464 h 3701995"/>
              <a:gd name="csX4" fmla="*/ 1611521 w 1881197"/>
              <a:gd name="csY4" fmla="*/ 1833350 h 3701995"/>
              <a:gd name="csX5" fmla="*/ 1873200 w 1881197"/>
              <a:gd name="csY5" fmla="*/ 2795664 h 3701995"/>
              <a:gd name="csX6" fmla="*/ 940149 w 1881197"/>
              <a:gd name="csY6" fmla="*/ 3701981 h 3701995"/>
              <a:gd name="csX7" fmla="*/ 12651 w 1881197"/>
              <a:gd name="csY7" fmla="*/ 2776615 h 3701995"/>
              <a:gd name="csX8" fmla="*/ 452927 w 1881197"/>
              <a:gd name="csY8" fmla="*/ 1833350 h 3701995"/>
              <a:gd name="csX0" fmla="*/ 452927 w 1890708"/>
              <a:gd name="csY0" fmla="*/ 1830531 h 3699176"/>
              <a:gd name="csX1" fmla="*/ 31702 w 1890708"/>
              <a:gd name="csY1" fmla="*/ 932296 h 3699176"/>
              <a:gd name="csX2" fmla="*/ 940149 w 1890708"/>
              <a:gd name="csY2" fmla="*/ 0 h 3699176"/>
              <a:gd name="csX3" fmla="*/ 1873200 w 1890708"/>
              <a:gd name="csY3" fmla="*/ 932295 h 3699176"/>
              <a:gd name="csX4" fmla="*/ 1611521 w 1890708"/>
              <a:gd name="csY4" fmla="*/ 1830531 h 3699176"/>
              <a:gd name="csX5" fmla="*/ 1873200 w 1890708"/>
              <a:gd name="csY5" fmla="*/ 2792845 h 3699176"/>
              <a:gd name="csX6" fmla="*/ 940149 w 1890708"/>
              <a:gd name="csY6" fmla="*/ 3699162 h 3699176"/>
              <a:gd name="csX7" fmla="*/ 12651 w 1890708"/>
              <a:gd name="csY7" fmla="*/ 2773796 h 3699176"/>
              <a:gd name="csX8" fmla="*/ 452927 w 1890708"/>
              <a:gd name="csY8" fmla="*/ 1830531 h 3699176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60606 h 3729251"/>
              <a:gd name="csX1" fmla="*/ 31702 w 1881197"/>
              <a:gd name="csY1" fmla="*/ 962371 h 3729251"/>
              <a:gd name="csX2" fmla="*/ 940149 w 1881197"/>
              <a:gd name="csY2" fmla="*/ 30075 h 3729251"/>
              <a:gd name="csX3" fmla="*/ 1409649 w 1881197"/>
              <a:gd name="csY3" fmla="*/ 295619 h 3729251"/>
              <a:gd name="csX4" fmla="*/ 1873200 w 1881197"/>
              <a:gd name="csY4" fmla="*/ 962370 h 3729251"/>
              <a:gd name="csX5" fmla="*/ 1611521 w 1881197"/>
              <a:gd name="csY5" fmla="*/ 1860606 h 3729251"/>
              <a:gd name="csX6" fmla="*/ 1873200 w 1881197"/>
              <a:gd name="csY6" fmla="*/ 2822920 h 3729251"/>
              <a:gd name="csX7" fmla="*/ 940149 w 1881197"/>
              <a:gd name="csY7" fmla="*/ 3729237 h 3729251"/>
              <a:gd name="csX8" fmla="*/ 12651 w 1881197"/>
              <a:gd name="csY8" fmla="*/ 2803871 h 3729251"/>
              <a:gd name="csX9" fmla="*/ 452927 w 1881197"/>
              <a:gd name="csY9" fmla="*/ 1860606 h 3729251"/>
              <a:gd name="csX0" fmla="*/ 452927 w 1881197"/>
              <a:gd name="csY0" fmla="*/ 1856904 h 3725549"/>
              <a:gd name="csX1" fmla="*/ 31702 w 1881197"/>
              <a:gd name="csY1" fmla="*/ 958669 h 3725549"/>
              <a:gd name="csX2" fmla="*/ 940149 w 1881197"/>
              <a:gd name="csY2" fmla="*/ 26373 h 3725549"/>
              <a:gd name="csX3" fmla="*/ 1612849 w 1881197"/>
              <a:gd name="csY3" fmla="*/ 317317 h 3725549"/>
              <a:gd name="csX4" fmla="*/ 1873200 w 1881197"/>
              <a:gd name="csY4" fmla="*/ 958668 h 3725549"/>
              <a:gd name="csX5" fmla="*/ 1611521 w 1881197"/>
              <a:gd name="csY5" fmla="*/ 1856904 h 3725549"/>
              <a:gd name="csX6" fmla="*/ 1873200 w 1881197"/>
              <a:gd name="csY6" fmla="*/ 2819218 h 3725549"/>
              <a:gd name="csX7" fmla="*/ 940149 w 1881197"/>
              <a:gd name="csY7" fmla="*/ 3725535 h 3725549"/>
              <a:gd name="csX8" fmla="*/ 12651 w 1881197"/>
              <a:gd name="csY8" fmla="*/ 2800169 h 3725549"/>
              <a:gd name="csX9" fmla="*/ 452927 w 1881197"/>
              <a:gd name="csY9" fmla="*/ 1856904 h 3725549"/>
              <a:gd name="csX0" fmla="*/ 452927 w 1881197"/>
              <a:gd name="csY0" fmla="*/ 1720195 h 3588840"/>
              <a:gd name="csX1" fmla="*/ 31702 w 1881197"/>
              <a:gd name="csY1" fmla="*/ 821960 h 3588840"/>
              <a:gd name="csX2" fmla="*/ 1073499 w 1881197"/>
              <a:gd name="csY2" fmla="*/ 42064 h 3588840"/>
              <a:gd name="csX3" fmla="*/ 1612849 w 1881197"/>
              <a:gd name="csY3" fmla="*/ 180608 h 3588840"/>
              <a:gd name="csX4" fmla="*/ 1873200 w 1881197"/>
              <a:gd name="csY4" fmla="*/ 821959 h 3588840"/>
              <a:gd name="csX5" fmla="*/ 1611521 w 1881197"/>
              <a:gd name="csY5" fmla="*/ 1720195 h 3588840"/>
              <a:gd name="csX6" fmla="*/ 1873200 w 1881197"/>
              <a:gd name="csY6" fmla="*/ 2682509 h 3588840"/>
              <a:gd name="csX7" fmla="*/ 940149 w 1881197"/>
              <a:gd name="csY7" fmla="*/ 3588826 h 3588840"/>
              <a:gd name="csX8" fmla="*/ 12651 w 1881197"/>
              <a:gd name="csY8" fmla="*/ 2663460 h 3588840"/>
              <a:gd name="csX9" fmla="*/ 452927 w 1881197"/>
              <a:gd name="csY9" fmla="*/ 1720195 h 3588840"/>
              <a:gd name="csX0" fmla="*/ 452927 w 1881197"/>
              <a:gd name="csY0" fmla="*/ 1862841 h 3731486"/>
              <a:gd name="csX1" fmla="*/ 31702 w 1881197"/>
              <a:gd name="csY1" fmla="*/ 964606 h 3731486"/>
              <a:gd name="csX2" fmla="*/ 889349 w 1881197"/>
              <a:gd name="csY2" fmla="*/ 25960 h 3731486"/>
              <a:gd name="csX3" fmla="*/ 1612849 w 1881197"/>
              <a:gd name="csY3" fmla="*/ 323254 h 3731486"/>
              <a:gd name="csX4" fmla="*/ 1873200 w 1881197"/>
              <a:gd name="csY4" fmla="*/ 964605 h 3731486"/>
              <a:gd name="csX5" fmla="*/ 1611521 w 1881197"/>
              <a:gd name="csY5" fmla="*/ 1862841 h 3731486"/>
              <a:gd name="csX6" fmla="*/ 1873200 w 1881197"/>
              <a:gd name="csY6" fmla="*/ 2825155 h 3731486"/>
              <a:gd name="csX7" fmla="*/ 940149 w 1881197"/>
              <a:gd name="csY7" fmla="*/ 3731472 h 3731486"/>
              <a:gd name="csX8" fmla="*/ 12651 w 1881197"/>
              <a:gd name="csY8" fmla="*/ 2806106 h 3731486"/>
              <a:gd name="csX9" fmla="*/ 452927 w 1881197"/>
              <a:gd name="csY9" fmla="*/ 1862841 h 3731486"/>
              <a:gd name="csX0" fmla="*/ 452927 w 1881197"/>
              <a:gd name="csY0" fmla="*/ 1839282 h 3707927"/>
              <a:gd name="csX1" fmla="*/ 31702 w 1881197"/>
              <a:gd name="csY1" fmla="*/ 941047 h 3707927"/>
              <a:gd name="csX2" fmla="*/ 889349 w 1881197"/>
              <a:gd name="csY2" fmla="*/ 2401 h 3707927"/>
              <a:gd name="csX3" fmla="*/ 1612849 w 1881197"/>
              <a:gd name="csY3" fmla="*/ 299695 h 3707927"/>
              <a:gd name="csX4" fmla="*/ 1873200 w 1881197"/>
              <a:gd name="csY4" fmla="*/ 941046 h 3707927"/>
              <a:gd name="csX5" fmla="*/ 1611521 w 1881197"/>
              <a:gd name="csY5" fmla="*/ 1839282 h 3707927"/>
              <a:gd name="csX6" fmla="*/ 1873200 w 1881197"/>
              <a:gd name="csY6" fmla="*/ 2801596 h 3707927"/>
              <a:gd name="csX7" fmla="*/ 940149 w 1881197"/>
              <a:gd name="csY7" fmla="*/ 3707913 h 3707927"/>
              <a:gd name="csX8" fmla="*/ 12651 w 1881197"/>
              <a:gd name="csY8" fmla="*/ 2782547 h 3707927"/>
              <a:gd name="csX9" fmla="*/ 452927 w 1881197"/>
              <a:gd name="csY9" fmla="*/ 1839282 h 3707927"/>
              <a:gd name="csX0" fmla="*/ 452927 w 1881197"/>
              <a:gd name="csY0" fmla="*/ 1837406 h 3706051"/>
              <a:gd name="csX1" fmla="*/ 31702 w 1881197"/>
              <a:gd name="csY1" fmla="*/ 939171 h 3706051"/>
              <a:gd name="csX2" fmla="*/ 368250 w 1881197"/>
              <a:gd name="csY2" fmla="*/ 361319 h 3706051"/>
              <a:gd name="csX3" fmla="*/ 889349 w 1881197"/>
              <a:gd name="csY3" fmla="*/ 525 h 3706051"/>
              <a:gd name="csX4" fmla="*/ 1612849 w 1881197"/>
              <a:gd name="csY4" fmla="*/ 297819 h 3706051"/>
              <a:gd name="csX5" fmla="*/ 1873200 w 1881197"/>
              <a:gd name="csY5" fmla="*/ 939170 h 3706051"/>
              <a:gd name="csX6" fmla="*/ 1611521 w 1881197"/>
              <a:gd name="csY6" fmla="*/ 1837406 h 3706051"/>
              <a:gd name="csX7" fmla="*/ 1873200 w 1881197"/>
              <a:gd name="csY7" fmla="*/ 2799720 h 3706051"/>
              <a:gd name="csX8" fmla="*/ 940149 w 1881197"/>
              <a:gd name="csY8" fmla="*/ 3706037 h 3706051"/>
              <a:gd name="csX9" fmla="*/ 12651 w 1881197"/>
              <a:gd name="csY9" fmla="*/ 2780671 h 3706051"/>
              <a:gd name="csX10" fmla="*/ 452927 w 1881197"/>
              <a:gd name="csY10" fmla="*/ 1837406 h 3706051"/>
              <a:gd name="csX0" fmla="*/ 452927 w 1881197"/>
              <a:gd name="csY0" fmla="*/ 1836972 h 3705617"/>
              <a:gd name="csX1" fmla="*/ 31702 w 1881197"/>
              <a:gd name="csY1" fmla="*/ 938737 h 3705617"/>
              <a:gd name="csX2" fmla="*/ 266650 w 1881197"/>
              <a:gd name="csY2" fmla="*/ 322785 h 3705617"/>
              <a:gd name="csX3" fmla="*/ 889349 w 1881197"/>
              <a:gd name="csY3" fmla="*/ 91 h 3705617"/>
              <a:gd name="csX4" fmla="*/ 1612849 w 1881197"/>
              <a:gd name="csY4" fmla="*/ 297385 h 3705617"/>
              <a:gd name="csX5" fmla="*/ 1873200 w 1881197"/>
              <a:gd name="csY5" fmla="*/ 938736 h 3705617"/>
              <a:gd name="csX6" fmla="*/ 1611521 w 1881197"/>
              <a:gd name="csY6" fmla="*/ 1836972 h 3705617"/>
              <a:gd name="csX7" fmla="*/ 1873200 w 1881197"/>
              <a:gd name="csY7" fmla="*/ 2799286 h 3705617"/>
              <a:gd name="csX8" fmla="*/ 940149 w 1881197"/>
              <a:gd name="csY8" fmla="*/ 3705603 h 3705617"/>
              <a:gd name="csX9" fmla="*/ 12651 w 1881197"/>
              <a:gd name="csY9" fmla="*/ 2780237 h 3705617"/>
              <a:gd name="csX10" fmla="*/ 452927 w 1881197"/>
              <a:gd name="csY10" fmla="*/ 1836972 h 3705617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5290"/>
              <a:gd name="csY0" fmla="*/ 1836972 h 3705615"/>
              <a:gd name="csX1" fmla="*/ 31702 w 1895290"/>
              <a:gd name="csY1" fmla="*/ 938737 h 3705615"/>
              <a:gd name="csX2" fmla="*/ 266650 w 1895290"/>
              <a:gd name="csY2" fmla="*/ 322785 h 3705615"/>
              <a:gd name="csX3" fmla="*/ 889349 w 1895290"/>
              <a:gd name="csY3" fmla="*/ 91 h 3705615"/>
              <a:gd name="csX4" fmla="*/ 1612849 w 1895290"/>
              <a:gd name="csY4" fmla="*/ 297385 h 3705615"/>
              <a:gd name="csX5" fmla="*/ 1873200 w 1895290"/>
              <a:gd name="csY5" fmla="*/ 938736 h 3705615"/>
              <a:gd name="csX6" fmla="*/ 1579771 w 1895290"/>
              <a:gd name="csY6" fmla="*/ 1849672 h 3705615"/>
              <a:gd name="csX7" fmla="*/ 1873200 w 1895290"/>
              <a:gd name="csY7" fmla="*/ 2799286 h 3705615"/>
              <a:gd name="csX8" fmla="*/ 940149 w 1895290"/>
              <a:gd name="csY8" fmla="*/ 3705603 h 3705615"/>
              <a:gd name="csX9" fmla="*/ 12651 w 1895290"/>
              <a:gd name="csY9" fmla="*/ 2780237 h 3705615"/>
              <a:gd name="csX10" fmla="*/ 452927 w 1895290"/>
              <a:gd name="csY10" fmla="*/ 1836972 h 3705615"/>
              <a:gd name="csX0" fmla="*/ 452927 w 1891822"/>
              <a:gd name="csY0" fmla="*/ 1836972 h 3705615"/>
              <a:gd name="csX1" fmla="*/ 31702 w 1891822"/>
              <a:gd name="csY1" fmla="*/ 938737 h 3705615"/>
              <a:gd name="csX2" fmla="*/ 266650 w 1891822"/>
              <a:gd name="csY2" fmla="*/ 322785 h 3705615"/>
              <a:gd name="csX3" fmla="*/ 889349 w 1891822"/>
              <a:gd name="csY3" fmla="*/ 91 h 3705615"/>
              <a:gd name="csX4" fmla="*/ 1612849 w 1891822"/>
              <a:gd name="csY4" fmla="*/ 297385 h 3705615"/>
              <a:gd name="csX5" fmla="*/ 1873200 w 1891822"/>
              <a:gd name="csY5" fmla="*/ 938736 h 3705615"/>
              <a:gd name="csX6" fmla="*/ 1579771 w 1891822"/>
              <a:gd name="csY6" fmla="*/ 1849672 h 3705615"/>
              <a:gd name="csX7" fmla="*/ 1873200 w 1891822"/>
              <a:gd name="csY7" fmla="*/ 2799286 h 3705615"/>
              <a:gd name="csX8" fmla="*/ 940149 w 1891822"/>
              <a:gd name="csY8" fmla="*/ 3705603 h 3705615"/>
              <a:gd name="csX9" fmla="*/ 12651 w 1891822"/>
              <a:gd name="csY9" fmla="*/ 2780237 h 3705615"/>
              <a:gd name="csX10" fmla="*/ 452927 w 1891822"/>
              <a:gd name="csY10" fmla="*/ 1836972 h 370561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159 w 1872645"/>
              <a:gd name="csY0" fmla="*/ 1836972 h 3720055"/>
              <a:gd name="csX1" fmla="*/ 30934 w 1872645"/>
              <a:gd name="csY1" fmla="*/ 938737 h 3720055"/>
              <a:gd name="csX2" fmla="*/ 265882 w 1872645"/>
              <a:gd name="csY2" fmla="*/ 322785 h 3720055"/>
              <a:gd name="csX3" fmla="*/ 888581 w 1872645"/>
              <a:gd name="csY3" fmla="*/ 91 h 3720055"/>
              <a:gd name="csX4" fmla="*/ 1612081 w 1872645"/>
              <a:gd name="csY4" fmla="*/ 297385 h 3720055"/>
              <a:gd name="csX5" fmla="*/ 1872432 w 1872645"/>
              <a:gd name="csY5" fmla="*/ 938736 h 3720055"/>
              <a:gd name="csX6" fmla="*/ 1579003 w 1872645"/>
              <a:gd name="csY6" fmla="*/ 1849672 h 3720055"/>
              <a:gd name="csX7" fmla="*/ 1872432 w 1872645"/>
              <a:gd name="csY7" fmla="*/ 2799286 h 3720055"/>
              <a:gd name="csX8" fmla="*/ 1542231 w 1872645"/>
              <a:gd name="csY8" fmla="*/ 3307285 h 3720055"/>
              <a:gd name="csX9" fmla="*/ 939381 w 1872645"/>
              <a:gd name="csY9" fmla="*/ 3705603 h 3720055"/>
              <a:gd name="csX10" fmla="*/ 11883 w 1872645"/>
              <a:gd name="csY10" fmla="*/ 2780237 h 3720055"/>
              <a:gd name="csX11" fmla="*/ 452159 w 1872645"/>
              <a:gd name="csY11" fmla="*/ 1836972 h 3720055"/>
              <a:gd name="csX0" fmla="*/ 452328 w 1872892"/>
              <a:gd name="csY0" fmla="*/ 1836972 h 3730496"/>
              <a:gd name="csX1" fmla="*/ 31103 w 1872892"/>
              <a:gd name="csY1" fmla="*/ 938737 h 3730496"/>
              <a:gd name="csX2" fmla="*/ 266051 w 1872892"/>
              <a:gd name="csY2" fmla="*/ 322785 h 3730496"/>
              <a:gd name="csX3" fmla="*/ 888750 w 1872892"/>
              <a:gd name="csY3" fmla="*/ 91 h 3730496"/>
              <a:gd name="csX4" fmla="*/ 1612250 w 1872892"/>
              <a:gd name="csY4" fmla="*/ 297385 h 3730496"/>
              <a:gd name="csX5" fmla="*/ 1872601 w 1872892"/>
              <a:gd name="csY5" fmla="*/ 938736 h 3730496"/>
              <a:gd name="csX6" fmla="*/ 1579172 w 1872892"/>
              <a:gd name="csY6" fmla="*/ 1849672 h 3730496"/>
              <a:gd name="csX7" fmla="*/ 1872601 w 1872892"/>
              <a:gd name="csY7" fmla="*/ 2799286 h 3730496"/>
              <a:gd name="csX8" fmla="*/ 1618600 w 1872892"/>
              <a:gd name="csY8" fmla="*/ 3408885 h 3730496"/>
              <a:gd name="csX9" fmla="*/ 939550 w 1872892"/>
              <a:gd name="csY9" fmla="*/ 3705603 h 3730496"/>
              <a:gd name="csX10" fmla="*/ 12052 w 1872892"/>
              <a:gd name="csY10" fmla="*/ 2780237 h 3730496"/>
              <a:gd name="csX11" fmla="*/ 452328 w 1872892"/>
              <a:gd name="csY11" fmla="*/ 1836972 h 3730496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336 w 1860900"/>
              <a:gd name="csY0" fmla="*/ 1836972 h 3705628"/>
              <a:gd name="csX1" fmla="*/ 19111 w 1860900"/>
              <a:gd name="csY1" fmla="*/ 938737 h 3705628"/>
              <a:gd name="csX2" fmla="*/ 254059 w 1860900"/>
              <a:gd name="csY2" fmla="*/ 322785 h 3705628"/>
              <a:gd name="csX3" fmla="*/ 876758 w 1860900"/>
              <a:gd name="csY3" fmla="*/ 91 h 3705628"/>
              <a:gd name="csX4" fmla="*/ 1600258 w 1860900"/>
              <a:gd name="csY4" fmla="*/ 297385 h 3705628"/>
              <a:gd name="csX5" fmla="*/ 1860609 w 1860900"/>
              <a:gd name="csY5" fmla="*/ 938736 h 3705628"/>
              <a:gd name="csX6" fmla="*/ 1567180 w 1860900"/>
              <a:gd name="csY6" fmla="*/ 1849672 h 3705628"/>
              <a:gd name="csX7" fmla="*/ 1860609 w 1860900"/>
              <a:gd name="csY7" fmla="*/ 2799286 h 3705628"/>
              <a:gd name="csX8" fmla="*/ 1606608 w 1860900"/>
              <a:gd name="csY8" fmla="*/ 3408885 h 3705628"/>
              <a:gd name="csX9" fmla="*/ 927558 w 1860900"/>
              <a:gd name="csY9" fmla="*/ 3705603 h 3705628"/>
              <a:gd name="csX10" fmla="*/ 412809 w 1860900"/>
              <a:gd name="csY10" fmla="*/ 3421584 h 3705628"/>
              <a:gd name="csX11" fmla="*/ 60 w 1860900"/>
              <a:gd name="csY11" fmla="*/ 2780237 h 3705628"/>
              <a:gd name="csX12" fmla="*/ 440336 w 1860900"/>
              <a:gd name="csY12" fmla="*/ 1836972 h 3705628"/>
              <a:gd name="csX0" fmla="*/ 440735 w 1861299"/>
              <a:gd name="csY0" fmla="*/ 1836972 h 3708983"/>
              <a:gd name="csX1" fmla="*/ 19510 w 1861299"/>
              <a:gd name="csY1" fmla="*/ 938737 h 3708983"/>
              <a:gd name="csX2" fmla="*/ 254458 w 1861299"/>
              <a:gd name="csY2" fmla="*/ 322785 h 3708983"/>
              <a:gd name="csX3" fmla="*/ 877157 w 1861299"/>
              <a:gd name="csY3" fmla="*/ 91 h 3708983"/>
              <a:gd name="csX4" fmla="*/ 1600657 w 1861299"/>
              <a:gd name="csY4" fmla="*/ 297385 h 3708983"/>
              <a:gd name="csX5" fmla="*/ 1861008 w 1861299"/>
              <a:gd name="csY5" fmla="*/ 938736 h 3708983"/>
              <a:gd name="csX6" fmla="*/ 1567579 w 1861299"/>
              <a:gd name="csY6" fmla="*/ 1849672 h 3708983"/>
              <a:gd name="csX7" fmla="*/ 1861008 w 1861299"/>
              <a:gd name="csY7" fmla="*/ 2799286 h 3708983"/>
              <a:gd name="csX8" fmla="*/ 1607007 w 1861299"/>
              <a:gd name="csY8" fmla="*/ 3408885 h 3708983"/>
              <a:gd name="csX9" fmla="*/ 927957 w 1861299"/>
              <a:gd name="csY9" fmla="*/ 3705603 h 3708983"/>
              <a:gd name="csX10" fmla="*/ 368758 w 1861299"/>
              <a:gd name="csY10" fmla="*/ 3516834 h 3708983"/>
              <a:gd name="csX11" fmla="*/ 459 w 1861299"/>
              <a:gd name="csY11" fmla="*/ 2780237 h 3708983"/>
              <a:gd name="csX12" fmla="*/ 440735 w 1861299"/>
              <a:gd name="csY12" fmla="*/ 1836972 h 3708983"/>
              <a:gd name="csX0" fmla="*/ 440774 w 1861338"/>
              <a:gd name="csY0" fmla="*/ 1836972 h 3708340"/>
              <a:gd name="csX1" fmla="*/ 19549 w 1861338"/>
              <a:gd name="csY1" fmla="*/ 938737 h 3708340"/>
              <a:gd name="csX2" fmla="*/ 254497 w 1861338"/>
              <a:gd name="csY2" fmla="*/ 322785 h 3708340"/>
              <a:gd name="csX3" fmla="*/ 877196 w 1861338"/>
              <a:gd name="csY3" fmla="*/ 91 h 3708340"/>
              <a:gd name="csX4" fmla="*/ 1600696 w 1861338"/>
              <a:gd name="csY4" fmla="*/ 297385 h 3708340"/>
              <a:gd name="csX5" fmla="*/ 1861047 w 1861338"/>
              <a:gd name="csY5" fmla="*/ 938736 h 3708340"/>
              <a:gd name="csX6" fmla="*/ 1567618 w 1861338"/>
              <a:gd name="csY6" fmla="*/ 1849672 h 3708340"/>
              <a:gd name="csX7" fmla="*/ 1861047 w 1861338"/>
              <a:gd name="csY7" fmla="*/ 2799286 h 3708340"/>
              <a:gd name="csX8" fmla="*/ 1607046 w 1861338"/>
              <a:gd name="csY8" fmla="*/ 3408885 h 3708340"/>
              <a:gd name="csX9" fmla="*/ 927996 w 1861338"/>
              <a:gd name="csY9" fmla="*/ 3705603 h 3708340"/>
              <a:gd name="csX10" fmla="*/ 368797 w 1861338"/>
              <a:gd name="csY10" fmla="*/ 3516834 h 3708340"/>
              <a:gd name="csX11" fmla="*/ 498 w 1861338"/>
              <a:gd name="csY11" fmla="*/ 2780237 h 3708340"/>
              <a:gd name="csX12" fmla="*/ 440774 w 1861338"/>
              <a:gd name="csY12" fmla="*/ 1836972 h 3708340"/>
              <a:gd name="csX0" fmla="*/ 440774 w 1861338"/>
              <a:gd name="csY0" fmla="*/ 1836972 h 3706434"/>
              <a:gd name="csX1" fmla="*/ 19549 w 1861338"/>
              <a:gd name="csY1" fmla="*/ 938737 h 3706434"/>
              <a:gd name="csX2" fmla="*/ 254497 w 1861338"/>
              <a:gd name="csY2" fmla="*/ 322785 h 3706434"/>
              <a:gd name="csX3" fmla="*/ 877196 w 1861338"/>
              <a:gd name="csY3" fmla="*/ 91 h 3706434"/>
              <a:gd name="csX4" fmla="*/ 1600696 w 1861338"/>
              <a:gd name="csY4" fmla="*/ 297385 h 3706434"/>
              <a:gd name="csX5" fmla="*/ 1861047 w 1861338"/>
              <a:gd name="csY5" fmla="*/ 938736 h 3706434"/>
              <a:gd name="csX6" fmla="*/ 1567618 w 1861338"/>
              <a:gd name="csY6" fmla="*/ 1849672 h 3706434"/>
              <a:gd name="csX7" fmla="*/ 1861047 w 1861338"/>
              <a:gd name="csY7" fmla="*/ 2799286 h 3706434"/>
              <a:gd name="csX8" fmla="*/ 1607046 w 1861338"/>
              <a:gd name="csY8" fmla="*/ 3408885 h 3706434"/>
              <a:gd name="csX9" fmla="*/ 927996 w 1861338"/>
              <a:gd name="csY9" fmla="*/ 3705603 h 3706434"/>
              <a:gd name="csX10" fmla="*/ 368797 w 1861338"/>
              <a:gd name="csY10" fmla="*/ 3516834 h 3706434"/>
              <a:gd name="csX11" fmla="*/ 498 w 1861338"/>
              <a:gd name="csY11" fmla="*/ 2780237 h 3706434"/>
              <a:gd name="csX12" fmla="*/ 440774 w 1861338"/>
              <a:gd name="csY12" fmla="*/ 1836972 h 3706434"/>
              <a:gd name="csX0" fmla="*/ 440744 w 1861298"/>
              <a:gd name="csY0" fmla="*/ 1836972 h 3706434"/>
              <a:gd name="csX1" fmla="*/ 19519 w 1861298"/>
              <a:gd name="csY1" fmla="*/ 938737 h 3706434"/>
              <a:gd name="csX2" fmla="*/ 254467 w 1861298"/>
              <a:gd name="csY2" fmla="*/ 322785 h 3706434"/>
              <a:gd name="csX3" fmla="*/ 877166 w 1861298"/>
              <a:gd name="csY3" fmla="*/ 91 h 3706434"/>
              <a:gd name="csX4" fmla="*/ 1600666 w 1861298"/>
              <a:gd name="csY4" fmla="*/ 297385 h 3706434"/>
              <a:gd name="csX5" fmla="*/ 1861017 w 1861298"/>
              <a:gd name="csY5" fmla="*/ 938736 h 3706434"/>
              <a:gd name="csX6" fmla="*/ 1567588 w 1861298"/>
              <a:gd name="csY6" fmla="*/ 1849672 h 3706434"/>
              <a:gd name="csX7" fmla="*/ 1861017 w 1861298"/>
              <a:gd name="csY7" fmla="*/ 2799286 h 3706434"/>
              <a:gd name="csX8" fmla="*/ 1607016 w 1861298"/>
              <a:gd name="csY8" fmla="*/ 3408885 h 3706434"/>
              <a:gd name="csX9" fmla="*/ 953366 w 1861298"/>
              <a:gd name="csY9" fmla="*/ 3705603 h 3706434"/>
              <a:gd name="csX10" fmla="*/ 368767 w 1861298"/>
              <a:gd name="csY10" fmla="*/ 3516834 h 3706434"/>
              <a:gd name="csX11" fmla="*/ 468 w 1861298"/>
              <a:gd name="csY11" fmla="*/ 2780237 h 3706434"/>
              <a:gd name="csX12" fmla="*/ 440744 w 1861298"/>
              <a:gd name="csY12" fmla="*/ 1836972 h 3706434"/>
              <a:gd name="csX0" fmla="*/ 440744 w 1861298"/>
              <a:gd name="csY0" fmla="*/ 1836972 h 3706055"/>
              <a:gd name="csX1" fmla="*/ 19519 w 1861298"/>
              <a:gd name="csY1" fmla="*/ 938737 h 3706055"/>
              <a:gd name="csX2" fmla="*/ 254467 w 1861298"/>
              <a:gd name="csY2" fmla="*/ 322785 h 3706055"/>
              <a:gd name="csX3" fmla="*/ 877166 w 1861298"/>
              <a:gd name="csY3" fmla="*/ 91 h 3706055"/>
              <a:gd name="csX4" fmla="*/ 1600666 w 1861298"/>
              <a:gd name="csY4" fmla="*/ 297385 h 3706055"/>
              <a:gd name="csX5" fmla="*/ 1861017 w 1861298"/>
              <a:gd name="csY5" fmla="*/ 938736 h 3706055"/>
              <a:gd name="csX6" fmla="*/ 1567588 w 1861298"/>
              <a:gd name="csY6" fmla="*/ 1849672 h 3706055"/>
              <a:gd name="csX7" fmla="*/ 1861017 w 1861298"/>
              <a:gd name="csY7" fmla="*/ 2799286 h 3706055"/>
              <a:gd name="csX8" fmla="*/ 1607016 w 1861298"/>
              <a:gd name="csY8" fmla="*/ 3408885 h 3706055"/>
              <a:gd name="csX9" fmla="*/ 953366 w 1861298"/>
              <a:gd name="csY9" fmla="*/ 3705603 h 3706055"/>
              <a:gd name="csX10" fmla="*/ 368767 w 1861298"/>
              <a:gd name="csY10" fmla="*/ 3516834 h 3706055"/>
              <a:gd name="csX11" fmla="*/ 468 w 1861298"/>
              <a:gd name="csY11" fmla="*/ 2780237 h 3706055"/>
              <a:gd name="csX12" fmla="*/ 440744 w 1861298"/>
              <a:gd name="csY12" fmla="*/ 1836972 h 3706055"/>
              <a:gd name="csX0" fmla="*/ 440744 w 1864294"/>
              <a:gd name="csY0" fmla="*/ 1836972 h 3706055"/>
              <a:gd name="csX1" fmla="*/ 19519 w 1864294"/>
              <a:gd name="csY1" fmla="*/ 938737 h 3706055"/>
              <a:gd name="csX2" fmla="*/ 254467 w 1864294"/>
              <a:gd name="csY2" fmla="*/ 322785 h 3706055"/>
              <a:gd name="csX3" fmla="*/ 877166 w 1864294"/>
              <a:gd name="csY3" fmla="*/ 91 h 3706055"/>
              <a:gd name="csX4" fmla="*/ 1600666 w 1864294"/>
              <a:gd name="csY4" fmla="*/ 297385 h 3706055"/>
              <a:gd name="csX5" fmla="*/ 1861017 w 1864294"/>
              <a:gd name="csY5" fmla="*/ 938736 h 3706055"/>
              <a:gd name="csX6" fmla="*/ 1453288 w 1864294"/>
              <a:gd name="csY6" fmla="*/ 1862372 h 3706055"/>
              <a:gd name="csX7" fmla="*/ 1861017 w 1864294"/>
              <a:gd name="csY7" fmla="*/ 2799286 h 3706055"/>
              <a:gd name="csX8" fmla="*/ 1607016 w 1864294"/>
              <a:gd name="csY8" fmla="*/ 3408885 h 3706055"/>
              <a:gd name="csX9" fmla="*/ 953366 w 1864294"/>
              <a:gd name="csY9" fmla="*/ 3705603 h 3706055"/>
              <a:gd name="csX10" fmla="*/ 368767 w 1864294"/>
              <a:gd name="csY10" fmla="*/ 3516834 h 3706055"/>
              <a:gd name="csX11" fmla="*/ 468 w 1864294"/>
              <a:gd name="csY11" fmla="*/ 2780237 h 3706055"/>
              <a:gd name="csX12" fmla="*/ 440744 w 1864294"/>
              <a:gd name="csY12" fmla="*/ 1836972 h 3706055"/>
              <a:gd name="csX0" fmla="*/ 442354 w 1865904"/>
              <a:gd name="csY0" fmla="*/ 1836972 h 3706055"/>
              <a:gd name="csX1" fmla="*/ 21129 w 1865904"/>
              <a:gd name="csY1" fmla="*/ 938737 h 3706055"/>
              <a:gd name="csX2" fmla="*/ 256077 w 1865904"/>
              <a:gd name="csY2" fmla="*/ 322785 h 3706055"/>
              <a:gd name="csX3" fmla="*/ 878776 w 1865904"/>
              <a:gd name="csY3" fmla="*/ 91 h 3706055"/>
              <a:gd name="csX4" fmla="*/ 1602276 w 1865904"/>
              <a:gd name="csY4" fmla="*/ 297385 h 3706055"/>
              <a:gd name="csX5" fmla="*/ 1862627 w 1865904"/>
              <a:gd name="csY5" fmla="*/ 938736 h 3706055"/>
              <a:gd name="csX6" fmla="*/ 1454898 w 1865904"/>
              <a:gd name="csY6" fmla="*/ 1862372 h 3706055"/>
              <a:gd name="csX7" fmla="*/ 1862627 w 1865904"/>
              <a:gd name="csY7" fmla="*/ 2799286 h 3706055"/>
              <a:gd name="csX8" fmla="*/ 1608626 w 1865904"/>
              <a:gd name="csY8" fmla="*/ 3408885 h 3706055"/>
              <a:gd name="csX9" fmla="*/ 954976 w 1865904"/>
              <a:gd name="csY9" fmla="*/ 3705603 h 3706055"/>
              <a:gd name="csX10" fmla="*/ 370377 w 1865904"/>
              <a:gd name="csY10" fmla="*/ 3516834 h 3706055"/>
              <a:gd name="csX11" fmla="*/ 2078 w 1865904"/>
              <a:gd name="csY11" fmla="*/ 2780237 h 3706055"/>
              <a:gd name="csX12" fmla="*/ 230678 w 1865904"/>
              <a:gd name="csY12" fmla="*/ 2291285 h 3706055"/>
              <a:gd name="csX13" fmla="*/ 442354 w 1865904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4995 w 1868545"/>
              <a:gd name="csY0" fmla="*/ 1836972 h 3706055"/>
              <a:gd name="csX1" fmla="*/ 23770 w 1868545"/>
              <a:gd name="csY1" fmla="*/ 938737 h 3706055"/>
              <a:gd name="csX2" fmla="*/ 258718 w 1868545"/>
              <a:gd name="csY2" fmla="*/ 322785 h 3706055"/>
              <a:gd name="csX3" fmla="*/ 881417 w 1868545"/>
              <a:gd name="csY3" fmla="*/ 91 h 3706055"/>
              <a:gd name="csX4" fmla="*/ 1604917 w 1868545"/>
              <a:gd name="csY4" fmla="*/ 297385 h 3706055"/>
              <a:gd name="csX5" fmla="*/ 1865268 w 1868545"/>
              <a:gd name="csY5" fmla="*/ 938736 h 3706055"/>
              <a:gd name="csX6" fmla="*/ 1457539 w 1868545"/>
              <a:gd name="csY6" fmla="*/ 1862372 h 3706055"/>
              <a:gd name="csX7" fmla="*/ 1865268 w 1868545"/>
              <a:gd name="csY7" fmla="*/ 2799286 h 3706055"/>
              <a:gd name="csX8" fmla="*/ 1611267 w 1868545"/>
              <a:gd name="csY8" fmla="*/ 3408885 h 3706055"/>
              <a:gd name="csX9" fmla="*/ 957617 w 1868545"/>
              <a:gd name="csY9" fmla="*/ 3705603 h 3706055"/>
              <a:gd name="csX10" fmla="*/ 373018 w 1868545"/>
              <a:gd name="csY10" fmla="*/ 3516834 h 3706055"/>
              <a:gd name="csX11" fmla="*/ 4719 w 1868545"/>
              <a:gd name="csY11" fmla="*/ 2780237 h 3706055"/>
              <a:gd name="csX12" fmla="*/ 182519 w 1868545"/>
              <a:gd name="csY12" fmla="*/ 2265885 h 3706055"/>
              <a:gd name="csX13" fmla="*/ 444995 w 1868545"/>
              <a:gd name="csY13" fmla="*/ 1836972 h 3706055"/>
              <a:gd name="csX0" fmla="*/ 445375 w 1868925"/>
              <a:gd name="csY0" fmla="*/ 1836972 h 3706055"/>
              <a:gd name="csX1" fmla="*/ 24150 w 1868925"/>
              <a:gd name="csY1" fmla="*/ 938737 h 3706055"/>
              <a:gd name="csX2" fmla="*/ 259098 w 1868925"/>
              <a:gd name="csY2" fmla="*/ 322785 h 3706055"/>
              <a:gd name="csX3" fmla="*/ 881797 w 1868925"/>
              <a:gd name="csY3" fmla="*/ 91 h 3706055"/>
              <a:gd name="csX4" fmla="*/ 1605297 w 1868925"/>
              <a:gd name="csY4" fmla="*/ 297385 h 3706055"/>
              <a:gd name="csX5" fmla="*/ 1865648 w 1868925"/>
              <a:gd name="csY5" fmla="*/ 938736 h 3706055"/>
              <a:gd name="csX6" fmla="*/ 1457919 w 1868925"/>
              <a:gd name="csY6" fmla="*/ 1862372 h 3706055"/>
              <a:gd name="csX7" fmla="*/ 1865648 w 1868925"/>
              <a:gd name="csY7" fmla="*/ 2799286 h 3706055"/>
              <a:gd name="csX8" fmla="*/ 1611647 w 1868925"/>
              <a:gd name="csY8" fmla="*/ 3408885 h 3706055"/>
              <a:gd name="csX9" fmla="*/ 957997 w 1868925"/>
              <a:gd name="csY9" fmla="*/ 3705603 h 3706055"/>
              <a:gd name="csX10" fmla="*/ 373398 w 1868925"/>
              <a:gd name="csY10" fmla="*/ 3516834 h 3706055"/>
              <a:gd name="csX11" fmla="*/ 5099 w 1868925"/>
              <a:gd name="csY11" fmla="*/ 2780237 h 3706055"/>
              <a:gd name="csX12" fmla="*/ 182899 w 1868925"/>
              <a:gd name="csY12" fmla="*/ 2265885 h 3706055"/>
              <a:gd name="csX13" fmla="*/ 445375 w 1868925"/>
              <a:gd name="csY13" fmla="*/ 1836972 h 3706055"/>
              <a:gd name="csX0" fmla="*/ 440276 w 1863826"/>
              <a:gd name="csY0" fmla="*/ 1836972 h 3706055"/>
              <a:gd name="csX1" fmla="*/ 19051 w 1863826"/>
              <a:gd name="csY1" fmla="*/ 938737 h 3706055"/>
              <a:gd name="csX2" fmla="*/ 253999 w 1863826"/>
              <a:gd name="csY2" fmla="*/ 322785 h 3706055"/>
              <a:gd name="csX3" fmla="*/ 876698 w 1863826"/>
              <a:gd name="csY3" fmla="*/ 91 h 3706055"/>
              <a:gd name="csX4" fmla="*/ 1600198 w 1863826"/>
              <a:gd name="csY4" fmla="*/ 297385 h 3706055"/>
              <a:gd name="csX5" fmla="*/ 1860549 w 1863826"/>
              <a:gd name="csY5" fmla="*/ 938736 h 3706055"/>
              <a:gd name="csX6" fmla="*/ 1452820 w 1863826"/>
              <a:gd name="csY6" fmla="*/ 1862372 h 3706055"/>
              <a:gd name="csX7" fmla="*/ 1860549 w 1863826"/>
              <a:gd name="csY7" fmla="*/ 2799286 h 3706055"/>
              <a:gd name="csX8" fmla="*/ 1606548 w 1863826"/>
              <a:gd name="csY8" fmla="*/ 3408885 h 3706055"/>
              <a:gd name="csX9" fmla="*/ 952898 w 1863826"/>
              <a:gd name="csY9" fmla="*/ 3705603 h 3706055"/>
              <a:gd name="csX10" fmla="*/ 368299 w 1863826"/>
              <a:gd name="csY10" fmla="*/ 3516834 h 3706055"/>
              <a:gd name="csX11" fmla="*/ 0 w 1863826"/>
              <a:gd name="csY11" fmla="*/ 2780237 h 3706055"/>
              <a:gd name="csX12" fmla="*/ 177800 w 1863826"/>
              <a:gd name="csY12" fmla="*/ 2265885 h 3706055"/>
              <a:gd name="csX13" fmla="*/ 440276 w 1863826"/>
              <a:gd name="csY13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638300 w 1863723"/>
              <a:gd name="csY7" fmla="*/ 236113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4163"/>
              <a:gd name="csY0" fmla="*/ 1836972 h 3706055"/>
              <a:gd name="csX1" fmla="*/ 19051 w 1864163"/>
              <a:gd name="csY1" fmla="*/ 938737 h 3706055"/>
              <a:gd name="csX2" fmla="*/ 253999 w 1864163"/>
              <a:gd name="csY2" fmla="*/ 322785 h 3706055"/>
              <a:gd name="csX3" fmla="*/ 876698 w 1864163"/>
              <a:gd name="csY3" fmla="*/ 91 h 3706055"/>
              <a:gd name="csX4" fmla="*/ 1600198 w 1864163"/>
              <a:gd name="csY4" fmla="*/ 297385 h 3706055"/>
              <a:gd name="csX5" fmla="*/ 1860549 w 1864163"/>
              <a:gd name="csY5" fmla="*/ 938736 h 3706055"/>
              <a:gd name="csX6" fmla="*/ 1452820 w 1864163"/>
              <a:gd name="csY6" fmla="*/ 1862372 h 3706055"/>
              <a:gd name="csX7" fmla="*/ 1727200 w 1864163"/>
              <a:gd name="csY7" fmla="*/ 2342085 h 3706055"/>
              <a:gd name="csX8" fmla="*/ 1860549 w 1864163"/>
              <a:gd name="csY8" fmla="*/ 2799286 h 3706055"/>
              <a:gd name="csX9" fmla="*/ 1606548 w 1864163"/>
              <a:gd name="csY9" fmla="*/ 3408885 h 3706055"/>
              <a:gd name="csX10" fmla="*/ 952898 w 1864163"/>
              <a:gd name="csY10" fmla="*/ 3705603 h 3706055"/>
              <a:gd name="csX11" fmla="*/ 368299 w 1864163"/>
              <a:gd name="csY11" fmla="*/ 3516834 h 3706055"/>
              <a:gd name="csX12" fmla="*/ 0 w 1864163"/>
              <a:gd name="csY12" fmla="*/ 2780237 h 3706055"/>
              <a:gd name="csX13" fmla="*/ 177800 w 1864163"/>
              <a:gd name="csY13" fmla="*/ 2265885 h 3706055"/>
              <a:gd name="csX14" fmla="*/ 440276 w 1864163"/>
              <a:gd name="csY14" fmla="*/ 1836972 h 3706055"/>
              <a:gd name="csX0" fmla="*/ 440276 w 1863723"/>
              <a:gd name="csY0" fmla="*/ 1836972 h 3706055"/>
              <a:gd name="csX1" fmla="*/ 19051 w 1863723"/>
              <a:gd name="csY1" fmla="*/ 938737 h 3706055"/>
              <a:gd name="csX2" fmla="*/ 253999 w 1863723"/>
              <a:gd name="csY2" fmla="*/ 322785 h 3706055"/>
              <a:gd name="csX3" fmla="*/ 876698 w 1863723"/>
              <a:gd name="csY3" fmla="*/ 91 h 3706055"/>
              <a:gd name="csX4" fmla="*/ 1600198 w 1863723"/>
              <a:gd name="csY4" fmla="*/ 297385 h 3706055"/>
              <a:gd name="csX5" fmla="*/ 1860549 w 1863723"/>
              <a:gd name="csY5" fmla="*/ 938736 h 3706055"/>
              <a:gd name="csX6" fmla="*/ 1452820 w 1863723"/>
              <a:gd name="csY6" fmla="*/ 1862372 h 3706055"/>
              <a:gd name="csX7" fmla="*/ 1727200 w 1863723"/>
              <a:gd name="csY7" fmla="*/ 2342085 h 3706055"/>
              <a:gd name="csX8" fmla="*/ 1860549 w 1863723"/>
              <a:gd name="csY8" fmla="*/ 2799286 h 3706055"/>
              <a:gd name="csX9" fmla="*/ 1606548 w 1863723"/>
              <a:gd name="csY9" fmla="*/ 3408885 h 3706055"/>
              <a:gd name="csX10" fmla="*/ 952898 w 1863723"/>
              <a:gd name="csY10" fmla="*/ 3705603 h 3706055"/>
              <a:gd name="csX11" fmla="*/ 368299 w 1863723"/>
              <a:gd name="csY11" fmla="*/ 3516834 h 3706055"/>
              <a:gd name="csX12" fmla="*/ 0 w 1863723"/>
              <a:gd name="csY12" fmla="*/ 2780237 h 3706055"/>
              <a:gd name="csX13" fmla="*/ 177800 w 1863723"/>
              <a:gd name="csY13" fmla="*/ 2265885 h 3706055"/>
              <a:gd name="csX14" fmla="*/ 440276 w 1863723"/>
              <a:gd name="csY14" fmla="*/ 1836972 h 3706055"/>
              <a:gd name="csX0" fmla="*/ 440276 w 1863723"/>
              <a:gd name="csY0" fmla="*/ 1836972 h 3705608"/>
              <a:gd name="csX1" fmla="*/ 19051 w 1863723"/>
              <a:gd name="csY1" fmla="*/ 938737 h 3705608"/>
              <a:gd name="csX2" fmla="*/ 253999 w 1863723"/>
              <a:gd name="csY2" fmla="*/ 322785 h 3705608"/>
              <a:gd name="csX3" fmla="*/ 876698 w 1863723"/>
              <a:gd name="csY3" fmla="*/ 91 h 3705608"/>
              <a:gd name="csX4" fmla="*/ 1600198 w 1863723"/>
              <a:gd name="csY4" fmla="*/ 297385 h 3705608"/>
              <a:gd name="csX5" fmla="*/ 1860549 w 1863723"/>
              <a:gd name="csY5" fmla="*/ 938736 h 3705608"/>
              <a:gd name="csX6" fmla="*/ 1452820 w 1863723"/>
              <a:gd name="csY6" fmla="*/ 1862372 h 3705608"/>
              <a:gd name="csX7" fmla="*/ 1727200 w 1863723"/>
              <a:gd name="csY7" fmla="*/ 2342085 h 3705608"/>
              <a:gd name="csX8" fmla="*/ 1860549 w 1863723"/>
              <a:gd name="csY8" fmla="*/ 2799286 h 3705608"/>
              <a:gd name="csX9" fmla="*/ 1606548 w 1863723"/>
              <a:gd name="csY9" fmla="*/ 3408885 h 3705608"/>
              <a:gd name="csX10" fmla="*/ 952898 w 1863723"/>
              <a:gd name="csY10" fmla="*/ 3705603 h 3705608"/>
              <a:gd name="csX11" fmla="*/ 368299 w 1863723"/>
              <a:gd name="csY11" fmla="*/ 3516834 h 3705608"/>
              <a:gd name="csX12" fmla="*/ 0 w 1863723"/>
              <a:gd name="csY12" fmla="*/ 2780237 h 3705608"/>
              <a:gd name="csX13" fmla="*/ 177800 w 1863723"/>
              <a:gd name="csY13" fmla="*/ 2265885 h 3705608"/>
              <a:gd name="csX14" fmla="*/ 440276 w 1863723"/>
              <a:gd name="csY14" fmla="*/ 1836972 h 3705608"/>
              <a:gd name="csX0" fmla="*/ 440276 w 1863723"/>
              <a:gd name="csY0" fmla="*/ 1836972 h 3705861"/>
              <a:gd name="csX1" fmla="*/ 19051 w 1863723"/>
              <a:gd name="csY1" fmla="*/ 938737 h 3705861"/>
              <a:gd name="csX2" fmla="*/ 253999 w 1863723"/>
              <a:gd name="csY2" fmla="*/ 322785 h 3705861"/>
              <a:gd name="csX3" fmla="*/ 876698 w 1863723"/>
              <a:gd name="csY3" fmla="*/ 91 h 3705861"/>
              <a:gd name="csX4" fmla="*/ 1600198 w 1863723"/>
              <a:gd name="csY4" fmla="*/ 297385 h 3705861"/>
              <a:gd name="csX5" fmla="*/ 1860549 w 1863723"/>
              <a:gd name="csY5" fmla="*/ 938736 h 3705861"/>
              <a:gd name="csX6" fmla="*/ 1452820 w 1863723"/>
              <a:gd name="csY6" fmla="*/ 1862372 h 3705861"/>
              <a:gd name="csX7" fmla="*/ 1727200 w 1863723"/>
              <a:gd name="csY7" fmla="*/ 2342085 h 3705861"/>
              <a:gd name="csX8" fmla="*/ 1860549 w 1863723"/>
              <a:gd name="csY8" fmla="*/ 2799286 h 3705861"/>
              <a:gd name="csX9" fmla="*/ 1606548 w 1863723"/>
              <a:gd name="csY9" fmla="*/ 3408885 h 3705861"/>
              <a:gd name="csX10" fmla="*/ 952898 w 1863723"/>
              <a:gd name="csY10" fmla="*/ 3705603 h 3705861"/>
              <a:gd name="csX11" fmla="*/ 368299 w 1863723"/>
              <a:gd name="csY11" fmla="*/ 3516834 h 3705861"/>
              <a:gd name="csX12" fmla="*/ 0 w 1863723"/>
              <a:gd name="csY12" fmla="*/ 2780237 h 3705861"/>
              <a:gd name="csX13" fmla="*/ 177800 w 1863723"/>
              <a:gd name="csY13" fmla="*/ 2265885 h 3705861"/>
              <a:gd name="csX14" fmla="*/ 440276 w 1863723"/>
              <a:gd name="csY14" fmla="*/ 1836972 h 3705861"/>
              <a:gd name="csX0" fmla="*/ 440276 w 1863723"/>
              <a:gd name="csY0" fmla="*/ 1836972 h 3705861"/>
              <a:gd name="csX1" fmla="*/ 177801 w 1863723"/>
              <a:gd name="csY1" fmla="*/ 131973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3723"/>
              <a:gd name="csY0" fmla="*/ 1836972 h 3705861"/>
              <a:gd name="csX1" fmla="*/ 133351 w 1863723"/>
              <a:gd name="csY1" fmla="*/ 1351485 h 3705861"/>
              <a:gd name="csX2" fmla="*/ 19051 w 1863723"/>
              <a:gd name="csY2" fmla="*/ 938737 h 3705861"/>
              <a:gd name="csX3" fmla="*/ 253999 w 1863723"/>
              <a:gd name="csY3" fmla="*/ 322785 h 3705861"/>
              <a:gd name="csX4" fmla="*/ 876698 w 1863723"/>
              <a:gd name="csY4" fmla="*/ 91 h 3705861"/>
              <a:gd name="csX5" fmla="*/ 1600198 w 1863723"/>
              <a:gd name="csY5" fmla="*/ 297385 h 3705861"/>
              <a:gd name="csX6" fmla="*/ 1860549 w 1863723"/>
              <a:gd name="csY6" fmla="*/ 938736 h 3705861"/>
              <a:gd name="csX7" fmla="*/ 1452820 w 1863723"/>
              <a:gd name="csY7" fmla="*/ 1862372 h 3705861"/>
              <a:gd name="csX8" fmla="*/ 1727200 w 1863723"/>
              <a:gd name="csY8" fmla="*/ 2342085 h 3705861"/>
              <a:gd name="csX9" fmla="*/ 1860549 w 1863723"/>
              <a:gd name="csY9" fmla="*/ 2799286 h 3705861"/>
              <a:gd name="csX10" fmla="*/ 1606548 w 1863723"/>
              <a:gd name="csY10" fmla="*/ 3408885 h 3705861"/>
              <a:gd name="csX11" fmla="*/ 952898 w 1863723"/>
              <a:gd name="csY11" fmla="*/ 3705603 h 3705861"/>
              <a:gd name="csX12" fmla="*/ 368299 w 1863723"/>
              <a:gd name="csY12" fmla="*/ 3516834 h 3705861"/>
              <a:gd name="csX13" fmla="*/ 0 w 1863723"/>
              <a:gd name="csY13" fmla="*/ 2780237 h 3705861"/>
              <a:gd name="csX14" fmla="*/ 177800 w 1863723"/>
              <a:gd name="csY14" fmla="*/ 2265885 h 3705861"/>
              <a:gd name="csX15" fmla="*/ 440276 w 1863723"/>
              <a:gd name="csY15" fmla="*/ 1836972 h 3705861"/>
              <a:gd name="csX0" fmla="*/ 440276 w 1862978"/>
              <a:gd name="csY0" fmla="*/ 1836972 h 3705861"/>
              <a:gd name="csX1" fmla="*/ 133351 w 1862978"/>
              <a:gd name="csY1" fmla="*/ 1351485 h 3705861"/>
              <a:gd name="csX2" fmla="*/ 19051 w 1862978"/>
              <a:gd name="csY2" fmla="*/ 938737 h 3705861"/>
              <a:gd name="csX3" fmla="*/ 253999 w 1862978"/>
              <a:gd name="csY3" fmla="*/ 322785 h 3705861"/>
              <a:gd name="csX4" fmla="*/ 876698 w 1862978"/>
              <a:gd name="csY4" fmla="*/ 91 h 3705861"/>
              <a:gd name="csX5" fmla="*/ 1600198 w 1862978"/>
              <a:gd name="csY5" fmla="*/ 297385 h 3705861"/>
              <a:gd name="csX6" fmla="*/ 1860549 w 1862978"/>
              <a:gd name="csY6" fmla="*/ 938736 h 3705861"/>
              <a:gd name="csX7" fmla="*/ 1714501 w 1862978"/>
              <a:gd name="csY7" fmla="*/ 1275285 h 3705861"/>
              <a:gd name="csX8" fmla="*/ 1452820 w 1862978"/>
              <a:gd name="csY8" fmla="*/ 1862372 h 3705861"/>
              <a:gd name="csX9" fmla="*/ 1727200 w 1862978"/>
              <a:gd name="csY9" fmla="*/ 2342085 h 3705861"/>
              <a:gd name="csX10" fmla="*/ 1860549 w 1862978"/>
              <a:gd name="csY10" fmla="*/ 2799286 h 3705861"/>
              <a:gd name="csX11" fmla="*/ 1606548 w 1862978"/>
              <a:gd name="csY11" fmla="*/ 3408885 h 3705861"/>
              <a:gd name="csX12" fmla="*/ 952898 w 1862978"/>
              <a:gd name="csY12" fmla="*/ 3705603 h 3705861"/>
              <a:gd name="csX13" fmla="*/ 368299 w 1862978"/>
              <a:gd name="csY13" fmla="*/ 3516834 h 3705861"/>
              <a:gd name="csX14" fmla="*/ 0 w 1862978"/>
              <a:gd name="csY14" fmla="*/ 2780237 h 3705861"/>
              <a:gd name="csX15" fmla="*/ 177800 w 1862978"/>
              <a:gd name="csY15" fmla="*/ 2265885 h 3705861"/>
              <a:gd name="csX16" fmla="*/ 440276 w 18629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71178"/>
              <a:gd name="csY0" fmla="*/ 1836972 h 3705861"/>
              <a:gd name="csX1" fmla="*/ 133351 w 1871178"/>
              <a:gd name="csY1" fmla="*/ 1351485 h 3705861"/>
              <a:gd name="csX2" fmla="*/ 19051 w 1871178"/>
              <a:gd name="csY2" fmla="*/ 938737 h 3705861"/>
              <a:gd name="csX3" fmla="*/ 253999 w 1871178"/>
              <a:gd name="csY3" fmla="*/ 322785 h 3705861"/>
              <a:gd name="csX4" fmla="*/ 876698 w 1871178"/>
              <a:gd name="csY4" fmla="*/ 91 h 3705861"/>
              <a:gd name="csX5" fmla="*/ 1600198 w 1871178"/>
              <a:gd name="csY5" fmla="*/ 297385 h 3705861"/>
              <a:gd name="csX6" fmla="*/ 1860549 w 1871178"/>
              <a:gd name="csY6" fmla="*/ 938736 h 3705861"/>
              <a:gd name="csX7" fmla="*/ 1784351 w 1871178"/>
              <a:gd name="csY7" fmla="*/ 1300685 h 3705861"/>
              <a:gd name="csX8" fmla="*/ 1452820 w 1871178"/>
              <a:gd name="csY8" fmla="*/ 1862372 h 3705861"/>
              <a:gd name="csX9" fmla="*/ 1727200 w 1871178"/>
              <a:gd name="csY9" fmla="*/ 2342085 h 3705861"/>
              <a:gd name="csX10" fmla="*/ 1860549 w 1871178"/>
              <a:gd name="csY10" fmla="*/ 2799286 h 3705861"/>
              <a:gd name="csX11" fmla="*/ 1606548 w 1871178"/>
              <a:gd name="csY11" fmla="*/ 3408885 h 3705861"/>
              <a:gd name="csX12" fmla="*/ 952898 w 1871178"/>
              <a:gd name="csY12" fmla="*/ 3705603 h 3705861"/>
              <a:gd name="csX13" fmla="*/ 368299 w 1871178"/>
              <a:gd name="csY13" fmla="*/ 3516834 h 3705861"/>
              <a:gd name="csX14" fmla="*/ 0 w 1871178"/>
              <a:gd name="csY14" fmla="*/ 2780237 h 3705861"/>
              <a:gd name="csX15" fmla="*/ 177800 w 1871178"/>
              <a:gd name="csY15" fmla="*/ 2265885 h 3705861"/>
              <a:gd name="csX16" fmla="*/ 440276 w 1871178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440276 w 1863676"/>
              <a:gd name="csY0" fmla="*/ 1836972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440276 w 1863676"/>
              <a:gd name="csY16" fmla="*/ 1836972 h 3705861"/>
              <a:gd name="csX0" fmla="*/ 561146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61146 w 1863676"/>
              <a:gd name="csY16" fmla="*/ 1842009 h 3705861"/>
              <a:gd name="csX0" fmla="*/ 546038 w 1863676"/>
              <a:gd name="csY0" fmla="*/ 1842009 h 3705861"/>
              <a:gd name="csX1" fmla="*/ 133351 w 1863676"/>
              <a:gd name="csY1" fmla="*/ 1351485 h 3705861"/>
              <a:gd name="csX2" fmla="*/ 19051 w 1863676"/>
              <a:gd name="csY2" fmla="*/ 938737 h 3705861"/>
              <a:gd name="csX3" fmla="*/ 253999 w 1863676"/>
              <a:gd name="csY3" fmla="*/ 322785 h 3705861"/>
              <a:gd name="csX4" fmla="*/ 876698 w 1863676"/>
              <a:gd name="csY4" fmla="*/ 91 h 3705861"/>
              <a:gd name="csX5" fmla="*/ 1600198 w 1863676"/>
              <a:gd name="csY5" fmla="*/ 297385 h 3705861"/>
              <a:gd name="csX6" fmla="*/ 1860549 w 1863676"/>
              <a:gd name="csY6" fmla="*/ 938736 h 3705861"/>
              <a:gd name="csX7" fmla="*/ 1784351 w 1863676"/>
              <a:gd name="csY7" fmla="*/ 1300685 h 3705861"/>
              <a:gd name="csX8" fmla="*/ 1452820 w 1863676"/>
              <a:gd name="csY8" fmla="*/ 1862372 h 3705861"/>
              <a:gd name="csX9" fmla="*/ 1727200 w 1863676"/>
              <a:gd name="csY9" fmla="*/ 2342085 h 3705861"/>
              <a:gd name="csX10" fmla="*/ 1860549 w 1863676"/>
              <a:gd name="csY10" fmla="*/ 2799286 h 3705861"/>
              <a:gd name="csX11" fmla="*/ 1606548 w 1863676"/>
              <a:gd name="csY11" fmla="*/ 3408885 h 3705861"/>
              <a:gd name="csX12" fmla="*/ 952898 w 1863676"/>
              <a:gd name="csY12" fmla="*/ 3705603 h 3705861"/>
              <a:gd name="csX13" fmla="*/ 368299 w 1863676"/>
              <a:gd name="csY13" fmla="*/ 3516834 h 3705861"/>
              <a:gd name="csX14" fmla="*/ 0 w 1863676"/>
              <a:gd name="csY14" fmla="*/ 2780237 h 3705861"/>
              <a:gd name="csX15" fmla="*/ 177800 w 1863676"/>
              <a:gd name="csY15" fmla="*/ 2265885 h 3705861"/>
              <a:gd name="csX16" fmla="*/ 546038 w 1863676"/>
              <a:gd name="csY16" fmla="*/ 1842009 h 3705861"/>
              <a:gd name="csX0" fmla="*/ 546038 w 1865843"/>
              <a:gd name="csY0" fmla="*/ 1842009 h 3705861"/>
              <a:gd name="csX1" fmla="*/ 133351 w 1865843"/>
              <a:gd name="csY1" fmla="*/ 1351485 h 3705861"/>
              <a:gd name="csX2" fmla="*/ 19051 w 1865843"/>
              <a:gd name="csY2" fmla="*/ 938737 h 3705861"/>
              <a:gd name="csX3" fmla="*/ 253999 w 1865843"/>
              <a:gd name="csY3" fmla="*/ 322785 h 3705861"/>
              <a:gd name="csX4" fmla="*/ 876698 w 1865843"/>
              <a:gd name="csY4" fmla="*/ 91 h 3705861"/>
              <a:gd name="csX5" fmla="*/ 1600198 w 1865843"/>
              <a:gd name="csY5" fmla="*/ 297385 h 3705861"/>
              <a:gd name="csX6" fmla="*/ 1860549 w 1865843"/>
              <a:gd name="csY6" fmla="*/ 938736 h 3705861"/>
              <a:gd name="csX7" fmla="*/ 1784351 w 1865843"/>
              <a:gd name="csY7" fmla="*/ 1300685 h 3705861"/>
              <a:gd name="csX8" fmla="*/ 1336987 w 1865843"/>
              <a:gd name="csY8" fmla="*/ 1877481 h 3705861"/>
              <a:gd name="csX9" fmla="*/ 1727200 w 1865843"/>
              <a:gd name="csY9" fmla="*/ 2342085 h 3705861"/>
              <a:gd name="csX10" fmla="*/ 1860549 w 1865843"/>
              <a:gd name="csY10" fmla="*/ 2799286 h 3705861"/>
              <a:gd name="csX11" fmla="*/ 1606548 w 1865843"/>
              <a:gd name="csY11" fmla="*/ 3408885 h 3705861"/>
              <a:gd name="csX12" fmla="*/ 952898 w 1865843"/>
              <a:gd name="csY12" fmla="*/ 3705603 h 3705861"/>
              <a:gd name="csX13" fmla="*/ 368299 w 1865843"/>
              <a:gd name="csY13" fmla="*/ 3516834 h 3705861"/>
              <a:gd name="csX14" fmla="*/ 0 w 1865843"/>
              <a:gd name="csY14" fmla="*/ 2780237 h 3705861"/>
              <a:gd name="csX15" fmla="*/ 177800 w 1865843"/>
              <a:gd name="csY15" fmla="*/ 2265885 h 3705861"/>
              <a:gd name="csX16" fmla="*/ 546038 w 1865843"/>
              <a:gd name="csY16" fmla="*/ 1842009 h 3705861"/>
              <a:gd name="csX0" fmla="*/ 546038 w 1870762"/>
              <a:gd name="csY0" fmla="*/ 1842009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546038 w 1870762"/>
              <a:gd name="csY16" fmla="*/ 1842009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727200 w 1870762"/>
              <a:gd name="csY9" fmla="*/ 2342085 h 3705861"/>
              <a:gd name="csX10" fmla="*/ 1860549 w 1870762"/>
              <a:gd name="csY10" fmla="*/ 2799286 h 3705861"/>
              <a:gd name="csX11" fmla="*/ 1606548 w 1870762"/>
              <a:gd name="csY11" fmla="*/ 3408885 h 3705861"/>
              <a:gd name="csX12" fmla="*/ 952898 w 1870762"/>
              <a:gd name="csY12" fmla="*/ 3705603 h 3705861"/>
              <a:gd name="csX13" fmla="*/ 368299 w 1870762"/>
              <a:gd name="csY13" fmla="*/ 3516834 h 3705861"/>
              <a:gd name="csX14" fmla="*/ 0 w 1870762"/>
              <a:gd name="csY14" fmla="*/ 2780237 h 3705861"/>
              <a:gd name="csX15" fmla="*/ 177800 w 1870762"/>
              <a:gd name="csY15" fmla="*/ 2265885 h 3705861"/>
              <a:gd name="csX16" fmla="*/ 666907 w 1870762"/>
              <a:gd name="csY16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85509 w 1870762"/>
              <a:gd name="csY9" fmla="*/ 2146460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70762"/>
              <a:gd name="csY0" fmla="*/ 1867191 h 3705861"/>
              <a:gd name="csX1" fmla="*/ 133351 w 1870762"/>
              <a:gd name="csY1" fmla="*/ 1351485 h 3705861"/>
              <a:gd name="csX2" fmla="*/ 19051 w 1870762"/>
              <a:gd name="csY2" fmla="*/ 938737 h 3705861"/>
              <a:gd name="csX3" fmla="*/ 253999 w 1870762"/>
              <a:gd name="csY3" fmla="*/ 322785 h 3705861"/>
              <a:gd name="csX4" fmla="*/ 876698 w 1870762"/>
              <a:gd name="csY4" fmla="*/ 91 h 3705861"/>
              <a:gd name="csX5" fmla="*/ 1600198 w 1870762"/>
              <a:gd name="csY5" fmla="*/ 297385 h 3705861"/>
              <a:gd name="csX6" fmla="*/ 1860549 w 1870762"/>
              <a:gd name="csY6" fmla="*/ 938736 h 3705861"/>
              <a:gd name="csX7" fmla="*/ 1784351 w 1870762"/>
              <a:gd name="csY7" fmla="*/ 1300685 h 3705861"/>
              <a:gd name="csX8" fmla="*/ 1195973 w 1870762"/>
              <a:gd name="csY8" fmla="*/ 1882517 h 3705861"/>
              <a:gd name="csX9" fmla="*/ 1495582 w 1870762"/>
              <a:gd name="csY9" fmla="*/ 2086026 h 3705861"/>
              <a:gd name="csX10" fmla="*/ 1727200 w 1870762"/>
              <a:gd name="csY10" fmla="*/ 2342085 h 3705861"/>
              <a:gd name="csX11" fmla="*/ 1860549 w 1870762"/>
              <a:gd name="csY11" fmla="*/ 2799286 h 3705861"/>
              <a:gd name="csX12" fmla="*/ 1606548 w 1870762"/>
              <a:gd name="csY12" fmla="*/ 3408885 h 3705861"/>
              <a:gd name="csX13" fmla="*/ 952898 w 1870762"/>
              <a:gd name="csY13" fmla="*/ 3705603 h 3705861"/>
              <a:gd name="csX14" fmla="*/ 368299 w 1870762"/>
              <a:gd name="csY14" fmla="*/ 3516834 h 3705861"/>
              <a:gd name="csX15" fmla="*/ 0 w 1870762"/>
              <a:gd name="csY15" fmla="*/ 2780237 h 3705861"/>
              <a:gd name="csX16" fmla="*/ 177800 w 1870762"/>
              <a:gd name="csY16" fmla="*/ 2265885 h 3705861"/>
              <a:gd name="csX17" fmla="*/ 666907 w 1870762"/>
              <a:gd name="csY17" fmla="*/ 1867191 h 3705861"/>
              <a:gd name="csX0" fmla="*/ 666907 w 1864307"/>
              <a:gd name="csY0" fmla="*/ 1867191 h 3705861"/>
              <a:gd name="csX1" fmla="*/ 133351 w 1864307"/>
              <a:gd name="csY1" fmla="*/ 1351485 h 3705861"/>
              <a:gd name="csX2" fmla="*/ 19051 w 1864307"/>
              <a:gd name="csY2" fmla="*/ 938737 h 3705861"/>
              <a:gd name="csX3" fmla="*/ 253999 w 1864307"/>
              <a:gd name="csY3" fmla="*/ 322785 h 3705861"/>
              <a:gd name="csX4" fmla="*/ 876698 w 1864307"/>
              <a:gd name="csY4" fmla="*/ 91 h 3705861"/>
              <a:gd name="csX5" fmla="*/ 1600198 w 1864307"/>
              <a:gd name="csY5" fmla="*/ 297385 h 3705861"/>
              <a:gd name="csX6" fmla="*/ 1860549 w 1864307"/>
              <a:gd name="csY6" fmla="*/ 938736 h 3705861"/>
              <a:gd name="csX7" fmla="*/ 1784351 w 1864307"/>
              <a:gd name="csY7" fmla="*/ 1300685 h 3705861"/>
              <a:gd name="csX8" fmla="*/ 1409966 w 1864307"/>
              <a:gd name="csY8" fmla="*/ 1637800 h 3705861"/>
              <a:gd name="csX9" fmla="*/ 1195973 w 1864307"/>
              <a:gd name="csY9" fmla="*/ 1882517 h 3705861"/>
              <a:gd name="csX10" fmla="*/ 1495582 w 1864307"/>
              <a:gd name="csY10" fmla="*/ 2086026 h 3705861"/>
              <a:gd name="csX11" fmla="*/ 1727200 w 1864307"/>
              <a:gd name="csY11" fmla="*/ 2342085 h 3705861"/>
              <a:gd name="csX12" fmla="*/ 1860549 w 1864307"/>
              <a:gd name="csY12" fmla="*/ 2799286 h 3705861"/>
              <a:gd name="csX13" fmla="*/ 1606548 w 1864307"/>
              <a:gd name="csY13" fmla="*/ 3408885 h 3705861"/>
              <a:gd name="csX14" fmla="*/ 952898 w 1864307"/>
              <a:gd name="csY14" fmla="*/ 3705603 h 3705861"/>
              <a:gd name="csX15" fmla="*/ 368299 w 1864307"/>
              <a:gd name="csY15" fmla="*/ 3516834 h 3705861"/>
              <a:gd name="csX16" fmla="*/ 0 w 1864307"/>
              <a:gd name="csY16" fmla="*/ 2780237 h 3705861"/>
              <a:gd name="csX17" fmla="*/ 177800 w 1864307"/>
              <a:gd name="csY17" fmla="*/ 2265885 h 3705861"/>
              <a:gd name="csX18" fmla="*/ 666907 w 1864307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666907 w 1863582"/>
              <a:gd name="csY18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63154 w 1863582"/>
              <a:gd name="csY18" fmla="*/ 2065880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133351 w 1863582"/>
              <a:gd name="csY1" fmla="*/ 1351485 h 3705861"/>
              <a:gd name="csX2" fmla="*/ 19051 w 1863582"/>
              <a:gd name="csY2" fmla="*/ 938737 h 3705861"/>
              <a:gd name="csX3" fmla="*/ 253999 w 1863582"/>
              <a:gd name="csY3" fmla="*/ 322785 h 3705861"/>
              <a:gd name="csX4" fmla="*/ 876698 w 1863582"/>
              <a:gd name="csY4" fmla="*/ 91 h 3705861"/>
              <a:gd name="csX5" fmla="*/ 1600198 w 1863582"/>
              <a:gd name="csY5" fmla="*/ 297385 h 3705861"/>
              <a:gd name="csX6" fmla="*/ 1860549 w 1863582"/>
              <a:gd name="csY6" fmla="*/ 938736 h 3705861"/>
              <a:gd name="csX7" fmla="*/ 1784351 w 1863582"/>
              <a:gd name="csY7" fmla="*/ 1300685 h 3705861"/>
              <a:gd name="csX8" fmla="*/ 1460328 w 1863582"/>
              <a:gd name="csY8" fmla="*/ 1673054 h 3705861"/>
              <a:gd name="csX9" fmla="*/ 1195973 w 1863582"/>
              <a:gd name="csY9" fmla="*/ 1882517 h 3705861"/>
              <a:gd name="csX10" fmla="*/ 1495582 w 1863582"/>
              <a:gd name="csY10" fmla="*/ 2086026 h 3705861"/>
              <a:gd name="csX11" fmla="*/ 1727200 w 1863582"/>
              <a:gd name="csY11" fmla="*/ 2342085 h 3705861"/>
              <a:gd name="csX12" fmla="*/ 1860549 w 1863582"/>
              <a:gd name="csY12" fmla="*/ 2799286 h 3705861"/>
              <a:gd name="csX13" fmla="*/ 1606548 w 1863582"/>
              <a:gd name="csY13" fmla="*/ 3408885 h 3705861"/>
              <a:gd name="csX14" fmla="*/ 952898 w 1863582"/>
              <a:gd name="csY14" fmla="*/ 3705603 h 3705861"/>
              <a:gd name="csX15" fmla="*/ 368299 w 1863582"/>
              <a:gd name="csY15" fmla="*/ 3516834 h 3705861"/>
              <a:gd name="csX16" fmla="*/ 0 w 1863582"/>
              <a:gd name="csY16" fmla="*/ 2780237 h 3705861"/>
              <a:gd name="csX17" fmla="*/ 177800 w 1863582"/>
              <a:gd name="csY17" fmla="*/ 2265885 h 3705861"/>
              <a:gd name="csX18" fmla="*/ 432937 w 1863582"/>
              <a:gd name="csY18" fmla="*/ 2045735 h 3705861"/>
              <a:gd name="csX19" fmla="*/ 666907 w 1863582"/>
              <a:gd name="csY19" fmla="*/ 1867191 h 3705861"/>
              <a:gd name="csX0" fmla="*/ 666907 w 1863582"/>
              <a:gd name="csY0" fmla="*/ 1867191 h 3705861"/>
              <a:gd name="csX1" fmla="*/ 508480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  <a:gd name="csX0" fmla="*/ 666907 w 1863582"/>
              <a:gd name="csY0" fmla="*/ 1867191 h 3705861"/>
              <a:gd name="csX1" fmla="*/ 493372 w 1863582"/>
              <a:gd name="csY1" fmla="*/ 1703271 h 3705861"/>
              <a:gd name="csX2" fmla="*/ 133351 w 1863582"/>
              <a:gd name="csY2" fmla="*/ 1351485 h 3705861"/>
              <a:gd name="csX3" fmla="*/ 19051 w 1863582"/>
              <a:gd name="csY3" fmla="*/ 938737 h 3705861"/>
              <a:gd name="csX4" fmla="*/ 253999 w 1863582"/>
              <a:gd name="csY4" fmla="*/ 322785 h 3705861"/>
              <a:gd name="csX5" fmla="*/ 876698 w 1863582"/>
              <a:gd name="csY5" fmla="*/ 91 h 3705861"/>
              <a:gd name="csX6" fmla="*/ 1600198 w 1863582"/>
              <a:gd name="csY6" fmla="*/ 297385 h 3705861"/>
              <a:gd name="csX7" fmla="*/ 1860549 w 1863582"/>
              <a:gd name="csY7" fmla="*/ 938736 h 3705861"/>
              <a:gd name="csX8" fmla="*/ 1784351 w 1863582"/>
              <a:gd name="csY8" fmla="*/ 1300685 h 3705861"/>
              <a:gd name="csX9" fmla="*/ 1460328 w 1863582"/>
              <a:gd name="csY9" fmla="*/ 1673054 h 3705861"/>
              <a:gd name="csX10" fmla="*/ 1195973 w 1863582"/>
              <a:gd name="csY10" fmla="*/ 1882517 h 3705861"/>
              <a:gd name="csX11" fmla="*/ 1495582 w 1863582"/>
              <a:gd name="csY11" fmla="*/ 2086026 h 3705861"/>
              <a:gd name="csX12" fmla="*/ 1727200 w 1863582"/>
              <a:gd name="csY12" fmla="*/ 2342085 h 3705861"/>
              <a:gd name="csX13" fmla="*/ 1860549 w 1863582"/>
              <a:gd name="csY13" fmla="*/ 2799286 h 3705861"/>
              <a:gd name="csX14" fmla="*/ 1606548 w 1863582"/>
              <a:gd name="csY14" fmla="*/ 3408885 h 3705861"/>
              <a:gd name="csX15" fmla="*/ 952898 w 1863582"/>
              <a:gd name="csY15" fmla="*/ 3705603 h 3705861"/>
              <a:gd name="csX16" fmla="*/ 368299 w 1863582"/>
              <a:gd name="csY16" fmla="*/ 3516834 h 3705861"/>
              <a:gd name="csX17" fmla="*/ 0 w 1863582"/>
              <a:gd name="csY17" fmla="*/ 2780237 h 3705861"/>
              <a:gd name="csX18" fmla="*/ 177800 w 1863582"/>
              <a:gd name="csY18" fmla="*/ 2265885 h 3705861"/>
              <a:gd name="csX19" fmla="*/ 432937 w 1863582"/>
              <a:gd name="csY19" fmla="*/ 2045735 h 3705861"/>
              <a:gd name="csX20" fmla="*/ 666907 w 1863582"/>
              <a:gd name="csY20" fmla="*/ 1867191 h 37058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1863582" h="3705861">
                <a:moveTo>
                  <a:pt x="666907" y="1867191"/>
                </a:moveTo>
                <a:cubicBezTo>
                  <a:pt x="676980" y="1810114"/>
                  <a:pt x="582298" y="1789222"/>
                  <a:pt x="493372" y="1703271"/>
                </a:cubicBezTo>
                <a:cubicBezTo>
                  <a:pt x="404446" y="1617320"/>
                  <a:pt x="214922" y="1478907"/>
                  <a:pt x="133351" y="1351485"/>
                </a:cubicBezTo>
                <a:cubicBezTo>
                  <a:pt x="51780" y="1224063"/>
                  <a:pt x="17993" y="1167337"/>
                  <a:pt x="19051" y="938737"/>
                </a:cubicBezTo>
                <a:cubicBezTo>
                  <a:pt x="20109" y="710137"/>
                  <a:pt x="111058" y="479226"/>
                  <a:pt x="253999" y="322785"/>
                </a:cubicBezTo>
                <a:cubicBezTo>
                  <a:pt x="396940" y="166344"/>
                  <a:pt x="652332" y="4324"/>
                  <a:pt x="876698" y="91"/>
                </a:cubicBezTo>
                <a:cubicBezTo>
                  <a:pt x="1101064" y="-4142"/>
                  <a:pt x="1436223" y="140944"/>
                  <a:pt x="1600198" y="297385"/>
                </a:cubicBezTo>
                <a:cubicBezTo>
                  <a:pt x="1764173" y="453826"/>
                  <a:pt x="1848907" y="752469"/>
                  <a:pt x="1860549" y="938736"/>
                </a:cubicBezTo>
                <a:cubicBezTo>
                  <a:pt x="1872191" y="1125003"/>
                  <a:pt x="1851054" y="1178299"/>
                  <a:pt x="1784351" y="1300685"/>
                </a:cubicBezTo>
                <a:cubicBezTo>
                  <a:pt x="1717648" y="1423071"/>
                  <a:pt x="1558391" y="1576082"/>
                  <a:pt x="1460328" y="1673054"/>
                </a:cubicBezTo>
                <a:cubicBezTo>
                  <a:pt x="1362265" y="1770026"/>
                  <a:pt x="1190097" y="1813688"/>
                  <a:pt x="1195973" y="1882517"/>
                </a:cubicBezTo>
                <a:cubicBezTo>
                  <a:pt x="1201849" y="1951346"/>
                  <a:pt x="1407044" y="2009431"/>
                  <a:pt x="1495582" y="2086026"/>
                </a:cubicBezTo>
                <a:cubicBezTo>
                  <a:pt x="1584120" y="2162621"/>
                  <a:pt x="1666372" y="2223208"/>
                  <a:pt x="1727200" y="2342085"/>
                </a:cubicBezTo>
                <a:cubicBezTo>
                  <a:pt x="1788028" y="2460962"/>
                  <a:pt x="1861608" y="2545286"/>
                  <a:pt x="1860549" y="2799286"/>
                </a:cubicBezTo>
                <a:cubicBezTo>
                  <a:pt x="1859490" y="3053286"/>
                  <a:pt x="1757823" y="3257832"/>
                  <a:pt x="1606548" y="3408885"/>
                </a:cubicBezTo>
                <a:cubicBezTo>
                  <a:pt x="1455273" y="3559938"/>
                  <a:pt x="1210073" y="3713012"/>
                  <a:pt x="952898" y="3705603"/>
                </a:cubicBezTo>
                <a:cubicBezTo>
                  <a:pt x="695723" y="3698194"/>
                  <a:pt x="527115" y="3671062"/>
                  <a:pt x="368299" y="3516834"/>
                </a:cubicBezTo>
                <a:cubicBezTo>
                  <a:pt x="209483" y="3362606"/>
                  <a:pt x="0" y="3014128"/>
                  <a:pt x="0" y="2780237"/>
                </a:cubicBezTo>
                <a:cubicBezTo>
                  <a:pt x="0" y="2546346"/>
                  <a:pt x="105644" y="2388302"/>
                  <a:pt x="177800" y="2265885"/>
                </a:cubicBezTo>
                <a:cubicBezTo>
                  <a:pt x="249956" y="2143468"/>
                  <a:pt x="351419" y="2112184"/>
                  <a:pt x="432937" y="2045735"/>
                </a:cubicBezTo>
                <a:cubicBezTo>
                  <a:pt x="514455" y="1979286"/>
                  <a:pt x="656834" y="1924268"/>
                  <a:pt x="666907" y="1867191"/>
                </a:cubicBezTo>
                <a:close/>
              </a:path>
            </a:pathLst>
          </a:custGeom>
          <a:solidFill>
            <a:schemeClr val="accent1">
              <a:alpha val="5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B913B4-CBCA-4690-A47F-821C71EB2EAB}"/>
              </a:ext>
            </a:extLst>
          </p:cNvPr>
          <p:cNvGrpSpPr/>
          <p:nvPr/>
        </p:nvGrpSpPr>
        <p:grpSpPr>
          <a:xfrm>
            <a:off x="3276600" y="1549400"/>
            <a:ext cx="5486400" cy="3657600"/>
            <a:chOff x="3352800" y="1600200"/>
            <a:chExt cx="5486400" cy="365760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93ECF40-A12B-5354-6E69-088152CCBE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B3DB0D3-6762-2CFE-4E4F-44B81C32182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9A97FBE-50F5-F460-C067-8EEDEEE46B9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DB5CC3E7-CAD9-8610-F4D0-F64173F308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0C964A1-2B6E-882E-66F6-0A76B2FFA3E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07BE501-6E01-5145-F97D-E088DEA77F7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F39D1C4-19DE-B6CB-DD4B-95C6E1B895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B16BD0D-58FD-3CCA-881C-63D24FA957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EB624A3E-F6C8-7753-A086-BB45F2444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E5FA3AF-03AC-1FC9-D0A2-3AEB82CBDD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B961DF2-64B2-9151-CBB3-BFCA08F668C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613E465-34A6-2A11-509B-CD83708681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620A2B5-0802-20A2-762F-B901CED83E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4C4EACD-C073-9D01-FE97-6835D099BDB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C16F240-9678-B977-AC62-4046F0883AC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89FC24F-B4EF-BF27-552F-C1E0EE68D38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555CB73-1D36-AE27-1D4C-4E5595146A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CE25B211-A0E2-8650-A8B4-A5F5C27BBAC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4ADEF2A-C142-DA0C-2C8B-306614CCF98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96433482-7CE5-341B-FEE6-1B80F2DD086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F53EBC60-FB60-3383-2332-845E434763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0865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36C24-3485-F43B-6C20-A576E8C78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7A179FC-BF0A-C3DA-91D5-A3DAD73030D2}"/>
              </a:ext>
            </a:extLst>
          </p:cNvPr>
          <p:cNvGrpSpPr/>
          <p:nvPr/>
        </p:nvGrpSpPr>
        <p:grpSpPr>
          <a:xfrm>
            <a:off x="3350790" y="1600088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5CDDD1B-4E09-0827-B398-0FD7CD2B90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DADA1EE-8FE7-C88F-40E1-B09B78C97D6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3E48E34-D828-ABF8-ED9C-3967BCDF16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A2690D0-0CA4-4C99-C48B-723BAEC4F0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D4336B8E-8F91-FC44-3D34-E5A0C4C8A30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E0970837-ABA6-DCC1-D3EF-606DD8B443F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20FFBBB8-8FA2-EE67-3DC4-CB313879A9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29EAB285-118E-0D53-0F52-53EB63F91A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20986D5A-8174-911B-3434-A8F5309C68E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337BEB3-BE36-F10D-6A27-937BCD86734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8DAF4E19-65D0-A669-1713-B5B3F942094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DDC206E8-7825-C166-1D0F-6C0CFB52F6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2777CB24-BB5A-B974-3539-8F4382E177E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4A7B1EEF-9E4A-000F-9D15-2BA695FAB0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C334AD4C-716F-B219-E8DB-AC18DD936F1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8D0ADA1-E566-6959-AE37-786604E078E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DC20D8EE-FC7F-18A1-506B-7AAB378E320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ED008665-915A-EA72-6C70-9D739B3992C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A58A947A-662F-59E6-5D45-6037E7C2B26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0A1466D-1D13-770C-4425-CAA35FB5CB7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CD1B0E30-89D1-F342-AED9-315E8F9194F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06" name="Oval 105">
            <a:extLst>
              <a:ext uri="{FF2B5EF4-FFF2-40B4-BE49-F238E27FC236}">
                <a16:creationId xmlns:a16="http://schemas.microsoft.com/office/drawing/2014/main" id="{3B87EAF8-B81B-DAD3-B4FF-5C6457609C0E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8817D4F-A3E4-8287-1DBB-905B08723A3A}"/>
              </a:ext>
            </a:extLst>
          </p:cNvPr>
          <p:cNvCxnSpPr>
            <a:cxnSpLocks/>
          </p:cNvCxnSpPr>
          <p:nvPr/>
        </p:nvCxnSpPr>
        <p:spPr>
          <a:xfrm>
            <a:off x="4267200" y="3429000"/>
            <a:ext cx="3657600" cy="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5EA5AE4-942D-C33A-7762-E7368909D913}"/>
              </a:ext>
            </a:extLst>
          </p:cNvPr>
          <p:cNvCxnSpPr>
            <a:cxnSpLocks/>
            <a:endCxn id="106" idx="4"/>
          </p:cNvCxnSpPr>
          <p:nvPr/>
        </p:nvCxnSpPr>
        <p:spPr>
          <a:xfrm>
            <a:off x="6096000" y="1600200"/>
            <a:ext cx="0" cy="3657600"/>
          </a:xfrm>
          <a:prstGeom prst="straightConnector1">
            <a:avLst/>
          </a:prstGeom>
          <a:ln w="19050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644F651-39D3-4201-53B1-C184D49E32A8}"/>
              </a:ext>
            </a:extLst>
          </p:cNvPr>
          <p:cNvCxnSpPr>
            <a:cxnSpLocks/>
          </p:cNvCxnSpPr>
          <p:nvPr/>
        </p:nvCxnSpPr>
        <p:spPr>
          <a:xfrm>
            <a:off x="4998244" y="1978410"/>
            <a:ext cx="1095746" cy="1450478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8A7C138F-ABFF-A5ED-A893-39E822AF6845}"/>
              </a:ext>
            </a:extLst>
          </p:cNvPr>
          <p:cNvSpPr txBox="1"/>
          <p:nvPr/>
        </p:nvSpPr>
        <p:spPr>
          <a:xfrm>
            <a:off x="5375999" y="2770579"/>
            <a:ext cx="295085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rgbClr val="FF0000"/>
                </a:solidFill>
              </a:rPr>
              <a:t>r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481E0A38-46C3-BA29-5D6F-7FA743D30C77}"/>
              </a:ext>
            </a:extLst>
          </p:cNvPr>
          <p:cNvSpPr txBox="1"/>
          <p:nvPr/>
        </p:nvSpPr>
        <p:spPr>
          <a:xfrm>
            <a:off x="6093990" y="2121962"/>
            <a:ext cx="5481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w/4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51741CD-BF42-A156-009B-8D67C452BEF5}"/>
              </a:ext>
            </a:extLst>
          </p:cNvPr>
          <p:cNvCxnSpPr>
            <a:cxnSpLocks/>
          </p:cNvCxnSpPr>
          <p:nvPr/>
        </p:nvCxnSpPr>
        <p:spPr>
          <a:xfrm>
            <a:off x="5181600" y="2514600"/>
            <a:ext cx="0" cy="9144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CF4E9B58-DAF0-0ED7-4DB5-2AB8CBC1737F}"/>
              </a:ext>
            </a:extLst>
          </p:cNvPr>
          <p:cNvSpPr txBox="1"/>
          <p:nvPr/>
        </p:nvSpPr>
        <p:spPr>
          <a:xfrm>
            <a:off x="4801910" y="2834640"/>
            <a:ext cx="4558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dirty="0">
                <a:solidFill>
                  <a:srgbClr val="00B0F0"/>
                </a:solidFill>
              </a:rPr>
              <a:t>w/2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7593BB4D-31E0-1761-4F91-269CE8C1C38E}"/>
              </a:ext>
            </a:extLst>
          </p:cNvPr>
          <p:cNvCxnSpPr>
            <a:cxnSpLocks/>
          </p:cNvCxnSpPr>
          <p:nvPr/>
        </p:nvCxnSpPr>
        <p:spPr>
          <a:xfrm>
            <a:off x="6096000" y="2423160"/>
            <a:ext cx="457200" cy="0"/>
          </a:xfrm>
          <a:prstGeom prst="straightConnector1">
            <a:avLst/>
          </a:prstGeom>
          <a:ln>
            <a:solidFill>
              <a:schemeClr val="accent4">
                <a:alpha val="85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52096A72-262F-253D-E182-5AD9A63D4C36}"/>
              </a:ext>
            </a:extLst>
          </p:cNvPr>
          <p:cNvGrpSpPr/>
          <p:nvPr/>
        </p:nvGrpSpPr>
        <p:grpSpPr>
          <a:xfrm>
            <a:off x="5181600" y="2423160"/>
            <a:ext cx="1828800" cy="2011680"/>
            <a:chOff x="5181600" y="2423160"/>
            <a:chExt cx="1828800" cy="201168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85535C6-F92A-3C50-0FE6-63DC50D38D44}"/>
                </a:ext>
              </a:extLst>
            </p:cNvPr>
            <p:cNvSpPr/>
            <p:nvPr/>
          </p:nvSpPr>
          <p:spPr>
            <a:xfrm>
              <a:off x="5181600" y="2514600"/>
              <a:ext cx="1828800" cy="1828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 90">
              <a:extLst>
                <a:ext uri="{FF2B5EF4-FFF2-40B4-BE49-F238E27FC236}">
                  <a16:creationId xmlns:a16="http://schemas.microsoft.com/office/drawing/2014/main" id="{E9E58F95-3028-CF6C-F902-B024A198264B}"/>
                </a:ext>
              </a:extLst>
            </p:cNvPr>
            <p:cNvSpPr/>
            <p:nvPr/>
          </p:nvSpPr>
          <p:spPr>
            <a:xfrm>
              <a:off x="5181600" y="242316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 90">
              <a:extLst>
                <a:ext uri="{FF2B5EF4-FFF2-40B4-BE49-F238E27FC236}">
                  <a16:creationId xmlns:a16="http://schemas.microsoft.com/office/drawing/2014/main" id="{A55C30B0-CE19-64CF-2B67-7AFFC4FE5D50}"/>
                </a:ext>
              </a:extLst>
            </p:cNvPr>
            <p:cNvSpPr/>
            <p:nvPr/>
          </p:nvSpPr>
          <p:spPr>
            <a:xfrm rot="10800000">
              <a:off x="5181600" y="4343400"/>
              <a:ext cx="1826778" cy="91440"/>
            </a:xfrm>
            <a:prstGeom prst="trapezoid">
              <a:avLst>
                <a:gd name="adj" fmla="val 498593"/>
              </a:avLst>
            </a:prstGeom>
            <a:noFill/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32932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2C777-2001-3774-0C54-D54007AA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0F9C991-72F7-4DD6-FEFA-4C827F925F3C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99300E18-CF71-DAAC-A911-1DEE7338F6A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E628D20-B63E-891D-1AD5-6B7C3E9887F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E5C96B8F-16E3-FDAA-4030-A1D60B57354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687F4D2E-AE8B-2793-7601-557CACA031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69A6E99B-F4FC-2DFC-4B0E-50D40423C41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50B8C57E-4BCE-A57D-32C6-0BD29F53DAF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4E9E6701-CDB8-07A5-7302-C017900D5E3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C885EF8-479F-C935-B039-744DC9B36AB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74A24066-45EA-A2F6-FCB2-C41AD545F77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8C61C8B3-8734-2EC8-12DE-3BBDD6F021C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761EB9DE-6199-6DBE-FA28-4004B2CED25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96287F4C-D118-0466-469D-DF9C437D3FB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7354B0E-349D-0F96-3977-76BB7A1C54E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337633B3-93B1-7BE8-6DFE-26BAE2AF36A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252D094A-F423-44DA-5412-345CF5B50C8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E9ABA52A-7DFD-E5C8-7EAC-8071A69BE88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9" name="Straight Arrow Connector 98">
              <a:extLst>
                <a:ext uri="{FF2B5EF4-FFF2-40B4-BE49-F238E27FC236}">
                  <a16:creationId xmlns:a16="http://schemas.microsoft.com/office/drawing/2014/main" id="{73527BAB-B770-10DD-105E-B5408436C9E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CB81809F-83EB-A0F1-D354-1C206C21EF54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1" name="Straight Arrow Connector 100">
              <a:extLst>
                <a:ext uri="{FF2B5EF4-FFF2-40B4-BE49-F238E27FC236}">
                  <a16:creationId xmlns:a16="http://schemas.microsoft.com/office/drawing/2014/main" id="{91401069-29B4-FA35-B2F8-52032BEB15F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492C3B1A-5641-E795-3769-CBBC7D957F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A6286102-2310-E16F-7EDB-0B9A8CA2D09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2008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BB715-DCA7-A663-0417-CEAF8F9C2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8A6AF61E-1A0A-C5E4-16BB-7E4B54AC7D1D}"/>
              </a:ext>
            </a:extLst>
          </p:cNvPr>
          <p:cNvGrpSpPr/>
          <p:nvPr/>
        </p:nvGrpSpPr>
        <p:grpSpPr>
          <a:xfrm>
            <a:off x="3352800" y="1600200"/>
            <a:ext cx="5486400" cy="3657600"/>
            <a:chOff x="3352800" y="1600200"/>
            <a:chExt cx="5486400" cy="3657600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439D5FE7-2185-2ED0-8231-B9BD5028357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00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DEE04D4-B354-C536-91FF-97F199BB948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66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7526C21-BF6F-D9A9-375B-299642468E2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691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40F5B11-0638-6ED1-6D09-E369C7AA764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783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30C63D-50AB-CD91-D042-472FBF696EB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874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71764E9-5288-076C-8C36-2B6591F385A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1965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579024B-7692-7357-8DE2-7C261AF42A6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057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B3E2F1A-B6C5-3B31-0E50-8DC749289CF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8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5B24EB7-7CB5-F62B-8945-E2B7465B4B2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331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6A673BC3-4F01-49C2-DC3B-694674CB649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514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03438CF3-EED3-4E2B-E070-7D0ED7C55FC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97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A78A89F-B240-EC73-D92A-85EF0FE32BA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8803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3D7AD25-6685-09BC-260E-6BC17D76ED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0632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7B9AE00E-D7AC-6F73-1506-1355A18CDB4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2461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BE2F075-B001-5AB1-AEBF-BEC6076C6D7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4290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6BF2770-524B-7EBC-D4C2-14AB4631266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6118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CAD3771-F31E-3545-5264-8E9781BCDE6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8862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62AEC28-C7B1-4F6C-B30E-55C03AF24091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0690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6049ED47-F8BC-D764-520B-2BFA04D51915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2519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605E8BD-308C-E425-5F5E-5AF73B48A49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4348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2F7D380-DE7D-B93C-9B7F-7193C539AB2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6177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542DAF56-6826-FE2D-442E-7E92424C9C5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006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3CF0908-4C33-269E-137D-0A84C28A79A6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892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EDAB7CE-4A29-E466-C58C-45977699DD3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9834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D4FC40B-4017-B99B-E736-DB036CBA972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074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D509EF2-E194-29E2-EB21-5CE5DDFC9E3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257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98B0DB4-FD1E-AB4B-F785-2D454C51136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947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8445FBD-86F5-37F6-8C9C-3F973462A0A8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240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5F5782D7-3BD3-F625-14FB-97F730E3D82B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423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4750F639-DF2B-CA0C-638B-4A84945578D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6060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09397CE-92C2-B313-C0CF-4B58CAB66100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7889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2E2E6EA6-E5D6-2FA3-6741-BB72A179C807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9718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8DC063F9-AB03-A93E-81E0-4DFC04A2CC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1546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973C8DB-1C5E-0E82-5A21-B30626F5DA42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3375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009CBB91-FD24-65BD-75D6-812FD842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5204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EA785B64-7409-3A24-651A-254B45AC8FA9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7033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C5401182-FFEB-B3C0-20B5-0A4A83102C5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397764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D0B6B49A-4BCD-1C05-80AD-698A4EC0675A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16052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B36481EE-948C-495D-60B2-29611C5B8B8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34340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45AE1862-30FB-BFD7-2789-A19BE361161F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52628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9B19EBC-46A2-C9B5-70BE-59AF726CD103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4709160"/>
              <a:ext cx="5486400" cy="0"/>
            </a:xfrm>
            <a:prstGeom prst="straightConnector1">
              <a:avLst/>
            </a:prstGeom>
            <a:ln w="19050" cap="flat" cmpd="sng" algn="ctr">
              <a:solidFill>
                <a:schemeClr val="bg1">
                  <a:lumMod val="65000"/>
                </a:schemeClr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285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54</Words>
  <Application>Microsoft Office PowerPoint</Application>
  <PresentationFormat>Widescreen</PresentationFormat>
  <Paragraphs>22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Salomons</dc:creator>
  <cp:lastModifiedBy>Greg Salomons</cp:lastModifiedBy>
  <cp:revision>14</cp:revision>
  <dcterms:created xsi:type="dcterms:W3CDTF">2026-05-16T15:17:44Z</dcterms:created>
  <dcterms:modified xsi:type="dcterms:W3CDTF">2026-05-20T01:12:08Z</dcterms:modified>
</cp:coreProperties>
</file>