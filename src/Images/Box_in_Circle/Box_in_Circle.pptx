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5" r:id="rId4"/>
    <p:sldId id="268" r:id="rId5"/>
    <p:sldId id="267" r:id="rId6"/>
    <p:sldId id="266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200" d="100"/>
          <a:sy n="200" d="100"/>
        </p:scale>
        <p:origin x="-2892" y="-20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g Salomons" userId="759311b4-a852-4cd4-8aa9-8f7a4c00818c" providerId="ADAL" clId="{C8AF0C0B-19AC-3072-9B46-0AC5B2E811CA}"/>
    <pc:docChg chg="undo custSel addSld modSld">
      <pc:chgData name="Greg Salomons" userId="759311b4-a852-4cd4-8aa9-8f7a4c00818c" providerId="ADAL" clId="{C8AF0C0B-19AC-3072-9B46-0AC5B2E811CA}" dt="2026-05-17T14:49:17.350" v="402" actId="478"/>
      <pc:docMkLst>
        <pc:docMk/>
      </pc:docMkLst>
      <pc:sldChg chg="addSp delSp modSp new mod">
        <pc:chgData name="Greg Salomons" userId="759311b4-a852-4cd4-8aa9-8f7a4c00818c" providerId="ADAL" clId="{C8AF0C0B-19AC-3072-9B46-0AC5B2E811CA}" dt="2026-05-16T16:00:02.182" v="14" actId="1076"/>
        <pc:sldMkLst>
          <pc:docMk/>
          <pc:sldMk cId="998525898" sldId="257"/>
        </pc:sldMkLst>
        <pc:spChg chg="add">
          <ac:chgData name="Greg Salomons" userId="759311b4-a852-4cd4-8aa9-8f7a4c00818c" providerId="ADAL" clId="{C8AF0C0B-19AC-3072-9B46-0AC5B2E811CA}" dt="2026-05-16T15:48:07.226" v="1" actId="22"/>
          <ac:spMkLst>
            <pc:docMk/>
            <pc:sldMk cId="998525898" sldId="257"/>
            <ac:spMk id="3" creationId="{D37AD069-0FEE-2366-8267-A4E43BED8B4F}"/>
          </ac:spMkLst>
        </pc:spChg>
        <pc:spChg chg="add">
          <ac:chgData name="Greg Salomons" userId="759311b4-a852-4cd4-8aa9-8f7a4c00818c" providerId="ADAL" clId="{C8AF0C0B-19AC-3072-9B46-0AC5B2E811CA}" dt="2026-05-16T15:48:07.226" v="1" actId="22"/>
          <ac:spMkLst>
            <pc:docMk/>
            <pc:sldMk cId="998525898" sldId="257"/>
            <ac:spMk id="5" creationId="{E39D329C-3D38-AAA3-C7F1-6F8CBBA40158}"/>
          </ac:spMkLst>
        </pc:spChg>
        <pc:spChg chg="add">
          <ac:chgData name="Greg Salomons" userId="759311b4-a852-4cd4-8aa9-8f7a4c00818c" providerId="ADAL" clId="{C8AF0C0B-19AC-3072-9B46-0AC5B2E811CA}" dt="2026-05-16T15:48:07.226" v="1" actId="22"/>
          <ac:spMkLst>
            <pc:docMk/>
            <pc:sldMk cId="998525898" sldId="257"/>
            <ac:spMk id="19" creationId="{C44A38D8-B4E7-075C-3049-D38D1E4ED8EC}"/>
          </ac:spMkLst>
        </pc:spChg>
        <pc:spChg chg="add">
          <ac:chgData name="Greg Salomons" userId="759311b4-a852-4cd4-8aa9-8f7a4c00818c" providerId="ADAL" clId="{C8AF0C0B-19AC-3072-9B46-0AC5B2E811CA}" dt="2026-05-16T15:48:07.226" v="1" actId="22"/>
          <ac:spMkLst>
            <pc:docMk/>
            <pc:sldMk cId="998525898" sldId="257"/>
            <ac:spMk id="21" creationId="{48C80F79-2320-75D2-3E30-0FA5ACB2D91D}"/>
          </ac:spMkLst>
        </pc:spChg>
        <pc:spChg chg="add">
          <ac:chgData name="Greg Salomons" userId="759311b4-a852-4cd4-8aa9-8f7a4c00818c" providerId="ADAL" clId="{C8AF0C0B-19AC-3072-9B46-0AC5B2E811CA}" dt="2026-05-16T15:48:07.226" v="1" actId="22"/>
          <ac:spMkLst>
            <pc:docMk/>
            <pc:sldMk cId="998525898" sldId="257"/>
            <ac:spMk id="27" creationId="{6E8FE93F-474A-07BA-0785-EC9BA4EB5507}"/>
          </ac:spMkLst>
        </pc:spChg>
        <pc:cxnChg chg="add mod">
          <ac:chgData name="Greg Salomons" userId="759311b4-a852-4cd4-8aa9-8f7a4c00818c" providerId="ADAL" clId="{C8AF0C0B-19AC-3072-9B46-0AC5B2E811CA}" dt="2026-05-16T15:59:58.408" v="13" actId="14100"/>
          <ac:cxnSpMkLst>
            <pc:docMk/>
            <pc:sldMk cId="998525898" sldId="257"/>
            <ac:cxnSpMk id="11" creationId="{3D16FD56-3455-BE96-15C2-EBB0AA1B51E7}"/>
          </ac:cxnSpMkLst>
        </pc:cxnChg>
        <pc:cxnChg chg="add del">
          <ac:chgData name="Greg Salomons" userId="759311b4-a852-4cd4-8aa9-8f7a4c00818c" providerId="ADAL" clId="{C8AF0C0B-19AC-3072-9B46-0AC5B2E811CA}" dt="2026-05-16T15:49:03.755" v="9" actId="478"/>
          <ac:cxnSpMkLst>
            <pc:docMk/>
            <pc:sldMk cId="998525898" sldId="257"/>
            <ac:cxnSpMk id="13" creationId="{23D53395-9D5A-E442-8C6B-DC4E50E4C2D9}"/>
          </ac:cxnSpMkLst>
        </pc:cxnChg>
        <pc:cxnChg chg="add del">
          <ac:chgData name="Greg Salomons" userId="759311b4-a852-4cd4-8aa9-8f7a4c00818c" providerId="ADAL" clId="{C8AF0C0B-19AC-3072-9B46-0AC5B2E811CA}" dt="2026-05-16T15:49:07.921" v="10" actId="478"/>
          <ac:cxnSpMkLst>
            <pc:docMk/>
            <pc:sldMk cId="998525898" sldId="257"/>
            <ac:cxnSpMk id="15" creationId="{EA709374-46B9-62BC-0379-04F264A34CD5}"/>
          </ac:cxnSpMkLst>
        </pc:cxnChg>
        <pc:cxnChg chg="add mod">
          <ac:chgData name="Greg Salomons" userId="759311b4-a852-4cd4-8aa9-8f7a4c00818c" providerId="ADAL" clId="{C8AF0C0B-19AC-3072-9B46-0AC5B2E811CA}" dt="2026-05-16T16:00:02.182" v="14" actId="1076"/>
          <ac:cxnSpMkLst>
            <pc:docMk/>
            <pc:sldMk cId="998525898" sldId="257"/>
            <ac:cxnSpMk id="17" creationId="{24484CB0-C03C-3CDE-2BBC-A615044DE503}"/>
          </ac:cxnSpMkLst>
        </pc:cxnChg>
        <pc:cxnChg chg="add">
          <ac:chgData name="Greg Salomons" userId="759311b4-a852-4cd4-8aa9-8f7a4c00818c" providerId="ADAL" clId="{C8AF0C0B-19AC-3072-9B46-0AC5B2E811CA}" dt="2026-05-16T15:48:07.226" v="1" actId="22"/>
          <ac:cxnSpMkLst>
            <pc:docMk/>
            <pc:sldMk cId="998525898" sldId="257"/>
            <ac:cxnSpMk id="23" creationId="{BB294F9A-4A74-B8D5-6257-484FD454C39A}"/>
          </ac:cxnSpMkLst>
        </pc:cxnChg>
        <pc:cxnChg chg="mod">
          <ac:chgData name="Greg Salomons" userId="759311b4-a852-4cd4-8aa9-8f7a4c00818c" providerId="ADAL" clId="{C8AF0C0B-19AC-3072-9B46-0AC5B2E811CA}" dt="2026-05-16T15:48:53.365" v="8" actId="1038"/>
          <ac:cxnSpMkLst>
            <pc:docMk/>
            <pc:sldMk cId="998525898" sldId="257"/>
            <ac:cxnSpMk id="25" creationId="{89B58AFD-07BE-8624-409D-98A6B3262FC0}"/>
          </ac:cxnSpMkLst>
        </pc:cxnChg>
      </pc:sldChg>
      <pc:sldChg chg="addSp delSp modSp new mod">
        <pc:chgData name="Greg Salomons" userId="759311b4-a852-4cd4-8aa9-8f7a4c00818c" providerId="ADAL" clId="{C8AF0C0B-19AC-3072-9B46-0AC5B2E811CA}" dt="2026-05-17T14:46:23.954" v="361" actId="14100"/>
        <pc:sldMkLst>
          <pc:docMk/>
          <pc:sldMk cId="2069322649" sldId="258"/>
        </pc:sldMkLst>
        <pc:spChg chg="add del mod">
          <ac:chgData name="Greg Salomons" userId="759311b4-a852-4cd4-8aa9-8f7a4c00818c" providerId="ADAL" clId="{C8AF0C0B-19AC-3072-9B46-0AC5B2E811CA}" dt="2026-05-17T13:57:52.798" v="46" actId="478"/>
          <ac:spMkLst>
            <pc:docMk/>
            <pc:sldMk cId="2069322649" sldId="258"/>
            <ac:spMk id="3" creationId="{5E2D5D3B-7682-1D55-CA15-1476D53F02EC}"/>
          </ac:spMkLst>
        </pc:spChg>
        <pc:spChg chg="add del mod">
          <ac:chgData name="Greg Salomons" userId="759311b4-a852-4cd4-8aa9-8f7a4c00818c" providerId="ADAL" clId="{C8AF0C0B-19AC-3072-9B46-0AC5B2E811CA}" dt="2026-05-17T13:57:52.798" v="46" actId="478"/>
          <ac:spMkLst>
            <pc:docMk/>
            <pc:sldMk cId="2069322649" sldId="258"/>
            <ac:spMk id="5" creationId="{06A83DE4-8DD8-78B4-BC58-7B785E55FEE1}"/>
          </ac:spMkLst>
        </pc:spChg>
        <pc:spChg chg="add del mod">
          <ac:chgData name="Greg Salomons" userId="759311b4-a852-4cd4-8aa9-8f7a4c00818c" providerId="ADAL" clId="{C8AF0C0B-19AC-3072-9B46-0AC5B2E811CA}" dt="2026-05-17T13:57:52.798" v="46" actId="478"/>
          <ac:spMkLst>
            <pc:docMk/>
            <pc:sldMk cId="2069322649" sldId="258"/>
            <ac:spMk id="15" creationId="{638CA2B0-9381-054D-71AE-295D64BBE5BF}"/>
          </ac:spMkLst>
        </pc:spChg>
        <pc:spChg chg="add del mod">
          <ac:chgData name="Greg Salomons" userId="759311b4-a852-4cd4-8aa9-8f7a4c00818c" providerId="ADAL" clId="{C8AF0C0B-19AC-3072-9B46-0AC5B2E811CA}" dt="2026-05-17T13:57:52.798" v="46" actId="478"/>
          <ac:spMkLst>
            <pc:docMk/>
            <pc:sldMk cId="2069322649" sldId="258"/>
            <ac:spMk id="17" creationId="{D9414AF3-246D-1BB9-40B7-91A07ECDEB4A}"/>
          </ac:spMkLst>
        </pc:spChg>
        <pc:spChg chg="add del mod">
          <ac:chgData name="Greg Salomons" userId="759311b4-a852-4cd4-8aa9-8f7a4c00818c" providerId="ADAL" clId="{C8AF0C0B-19AC-3072-9B46-0AC5B2E811CA}" dt="2026-05-17T13:57:52.798" v="46" actId="478"/>
          <ac:spMkLst>
            <pc:docMk/>
            <pc:sldMk cId="2069322649" sldId="258"/>
            <ac:spMk id="23" creationId="{77886D72-688C-A7A8-24E6-0A72E528DDA0}"/>
          </ac:spMkLst>
        </pc:spChg>
        <pc:spChg chg="add">
          <ac:chgData name="Greg Salomons" userId="759311b4-a852-4cd4-8aa9-8f7a4c00818c" providerId="ADAL" clId="{C8AF0C0B-19AC-3072-9B46-0AC5B2E811CA}" dt="2026-05-17T14:03:29.798" v="67" actId="22"/>
          <ac:spMkLst>
            <pc:docMk/>
            <pc:sldMk cId="2069322649" sldId="258"/>
            <ac:spMk id="58" creationId="{C32EC917-AC36-12DB-E916-D2B0F56A875F}"/>
          </ac:spMkLst>
        </pc:spChg>
        <pc:spChg chg="add">
          <ac:chgData name="Greg Salomons" userId="759311b4-a852-4cd4-8aa9-8f7a4c00818c" providerId="ADAL" clId="{C8AF0C0B-19AC-3072-9B46-0AC5B2E811CA}" dt="2026-05-17T14:03:29.798" v="67" actId="22"/>
          <ac:spMkLst>
            <pc:docMk/>
            <pc:sldMk cId="2069322649" sldId="258"/>
            <ac:spMk id="60" creationId="{4E3E330F-19DB-346E-76FD-125F233C5DA2}"/>
          </ac:spMkLst>
        </pc:spChg>
        <pc:spChg chg="add">
          <ac:chgData name="Greg Salomons" userId="759311b4-a852-4cd4-8aa9-8f7a4c00818c" providerId="ADAL" clId="{C8AF0C0B-19AC-3072-9B46-0AC5B2E811CA}" dt="2026-05-17T14:03:29.798" v="67" actId="22"/>
          <ac:spMkLst>
            <pc:docMk/>
            <pc:sldMk cId="2069322649" sldId="258"/>
            <ac:spMk id="70" creationId="{C66CB38E-8575-9661-CE77-882C040FD1CC}"/>
          </ac:spMkLst>
        </pc:spChg>
        <pc:spChg chg="add mod">
          <ac:chgData name="Greg Salomons" userId="759311b4-a852-4cd4-8aa9-8f7a4c00818c" providerId="ADAL" clId="{C8AF0C0B-19AC-3072-9B46-0AC5B2E811CA}" dt="2026-05-17T14:46:03.446" v="357" actId="1036"/>
          <ac:spMkLst>
            <pc:docMk/>
            <pc:sldMk cId="2069322649" sldId="258"/>
            <ac:spMk id="72" creationId="{EF55C5BA-0727-DF63-ED51-C5E4E4073513}"/>
          </ac:spMkLst>
        </pc:spChg>
        <pc:spChg chg="add">
          <ac:chgData name="Greg Salomons" userId="759311b4-a852-4cd4-8aa9-8f7a4c00818c" providerId="ADAL" clId="{C8AF0C0B-19AC-3072-9B46-0AC5B2E811CA}" dt="2026-05-17T14:03:29.798" v="67" actId="22"/>
          <ac:spMkLst>
            <pc:docMk/>
            <pc:sldMk cId="2069322649" sldId="258"/>
            <ac:spMk id="78" creationId="{7875F62E-E05F-3F14-8007-271810E51149}"/>
          </ac:spMkLst>
        </pc:spChg>
        <pc:spChg chg="add del mod">
          <ac:chgData name="Greg Salomons" userId="759311b4-a852-4cd4-8aa9-8f7a4c00818c" providerId="ADAL" clId="{C8AF0C0B-19AC-3072-9B46-0AC5B2E811CA}" dt="2026-05-17T14:41:08.501" v="271" actId="478"/>
          <ac:spMkLst>
            <pc:docMk/>
            <pc:sldMk cId="2069322649" sldId="258"/>
            <ac:spMk id="86" creationId="{D8106749-5847-2811-5157-3EF0C0061758}"/>
          </ac:spMkLst>
        </pc:spChg>
        <pc:spChg chg="add mod">
          <ac:chgData name="Greg Salomons" userId="759311b4-a852-4cd4-8aa9-8f7a4c00818c" providerId="ADAL" clId="{C8AF0C0B-19AC-3072-9B46-0AC5B2E811CA}" dt="2026-05-17T14:45:23.878" v="304" actId="14100"/>
          <ac:spMkLst>
            <pc:docMk/>
            <pc:sldMk cId="2069322649" sldId="258"/>
            <ac:spMk id="91" creationId="{4DBFF037-E782-BE1C-9685-5AE610635BF3}"/>
          </ac:spMkLst>
        </pc:spChg>
        <pc:cxnChg chg="add mod">
          <ac:chgData name="Greg Salomons" userId="759311b4-a852-4cd4-8aa9-8f7a4c00818c" providerId="ADAL" clId="{C8AF0C0B-19AC-3072-9B46-0AC5B2E811CA}" dt="2026-05-17T14:01:52.991" v="58" actId="1076"/>
          <ac:cxnSpMkLst>
            <pc:docMk/>
            <pc:sldMk cId="2069322649" sldId="258"/>
            <ac:cxnSpMk id="7" creationId="{4AC82517-EAC9-6F05-C365-0388212BB87D}"/>
          </ac:cxnSpMkLst>
        </pc:cxnChg>
        <pc:cxnChg chg="add del mod">
          <ac:chgData name="Greg Salomons" userId="759311b4-a852-4cd4-8aa9-8f7a4c00818c" providerId="ADAL" clId="{C8AF0C0B-19AC-3072-9B46-0AC5B2E811CA}" dt="2026-05-17T13:57:52.798" v="46" actId="478"/>
          <ac:cxnSpMkLst>
            <pc:docMk/>
            <pc:sldMk cId="2069322649" sldId="258"/>
            <ac:cxnSpMk id="9" creationId="{276F8C4A-4937-97F7-1E03-42CB9FD80910}"/>
          </ac:cxnSpMkLst>
        </pc:cxnChg>
        <pc:cxnChg chg="add del mod">
          <ac:chgData name="Greg Salomons" userId="759311b4-a852-4cd4-8aa9-8f7a4c00818c" providerId="ADAL" clId="{C8AF0C0B-19AC-3072-9B46-0AC5B2E811CA}" dt="2026-05-17T13:57:52.798" v="46" actId="478"/>
          <ac:cxnSpMkLst>
            <pc:docMk/>
            <pc:sldMk cId="2069322649" sldId="258"/>
            <ac:cxnSpMk id="11" creationId="{D3C5FFB5-DBC8-604B-3AD7-AABFE7C206D5}"/>
          </ac:cxnSpMkLst>
        </pc:cxnChg>
        <pc:cxnChg chg="del mod">
          <ac:chgData name="Greg Salomons" userId="759311b4-a852-4cd4-8aa9-8f7a4c00818c" providerId="ADAL" clId="{C8AF0C0B-19AC-3072-9B46-0AC5B2E811CA}" dt="2026-05-17T13:57:52.798" v="46" actId="478"/>
          <ac:cxnSpMkLst>
            <pc:docMk/>
            <pc:sldMk cId="2069322649" sldId="258"/>
            <ac:cxnSpMk id="13" creationId="{4F671E6E-0F1D-4406-9FA6-899B4A92561C}"/>
          </ac:cxnSpMkLst>
        </pc:cxnChg>
        <pc:cxnChg chg="add del mod">
          <ac:chgData name="Greg Salomons" userId="759311b4-a852-4cd4-8aa9-8f7a4c00818c" providerId="ADAL" clId="{C8AF0C0B-19AC-3072-9B46-0AC5B2E811CA}" dt="2026-05-17T13:57:52.798" v="46" actId="478"/>
          <ac:cxnSpMkLst>
            <pc:docMk/>
            <pc:sldMk cId="2069322649" sldId="258"/>
            <ac:cxnSpMk id="19" creationId="{59EEEC44-6E8C-9B17-1630-9E6916A332AD}"/>
          </ac:cxnSpMkLst>
        </pc:cxnChg>
        <pc:cxnChg chg="add del mod">
          <ac:chgData name="Greg Salomons" userId="759311b4-a852-4cd4-8aa9-8f7a4c00818c" providerId="ADAL" clId="{C8AF0C0B-19AC-3072-9B46-0AC5B2E811CA}" dt="2026-05-17T13:57:52.798" v="46" actId="478"/>
          <ac:cxnSpMkLst>
            <pc:docMk/>
            <pc:sldMk cId="2069322649" sldId="258"/>
            <ac:cxnSpMk id="21" creationId="{DB8B1B44-2D99-6DBE-5265-B3EDE0D8923D}"/>
          </ac:cxnSpMkLst>
        </pc:cxnChg>
        <pc:cxnChg chg="add mod">
          <ac:chgData name="Greg Salomons" userId="759311b4-a852-4cd4-8aa9-8f7a4c00818c" providerId="ADAL" clId="{C8AF0C0B-19AC-3072-9B46-0AC5B2E811CA}" dt="2026-05-17T14:02:07.343" v="59" actId="1076"/>
          <ac:cxnSpMkLst>
            <pc:docMk/>
            <pc:sldMk cId="2069322649" sldId="258"/>
            <ac:cxnSpMk id="26" creationId="{E57A3495-E93C-EF22-E0B6-E7B8EC3E5A04}"/>
          </ac:cxnSpMkLst>
        </pc:cxnChg>
        <pc:cxnChg chg="add mod">
          <ac:chgData name="Greg Salomons" userId="759311b4-a852-4cd4-8aa9-8f7a4c00818c" providerId="ADAL" clId="{C8AF0C0B-19AC-3072-9B46-0AC5B2E811CA}" dt="2026-05-17T14:02:18.246" v="60" actId="1076"/>
          <ac:cxnSpMkLst>
            <pc:docMk/>
            <pc:sldMk cId="2069322649" sldId="258"/>
            <ac:cxnSpMk id="28" creationId="{F80A7900-5455-25E3-D6A5-0944FA455122}"/>
          </ac:cxnSpMkLst>
        </pc:cxnChg>
        <pc:cxnChg chg="add mod">
          <ac:chgData name="Greg Salomons" userId="759311b4-a852-4cd4-8aa9-8f7a4c00818c" providerId="ADAL" clId="{C8AF0C0B-19AC-3072-9B46-0AC5B2E811CA}" dt="2026-05-17T14:02:28.637" v="61" actId="1076"/>
          <ac:cxnSpMkLst>
            <pc:docMk/>
            <pc:sldMk cId="2069322649" sldId="258"/>
            <ac:cxnSpMk id="30" creationId="{304F692D-D2B3-6D63-0D49-3B182BC3B6C9}"/>
          </ac:cxnSpMkLst>
        </pc:cxnChg>
        <pc:cxnChg chg="add mod">
          <ac:chgData name="Greg Salomons" userId="759311b4-a852-4cd4-8aa9-8f7a4c00818c" providerId="ADAL" clId="{C8AF0C0B-19AC-3072-9B46-0AC5B2E811CA}" dt="2026-05-17T14:02:38.770" v="62" actId="1076"/>
          <ac:cxnSpMkLst>
            <pc:docMk/>
            <pc:sldMk cId="2069322649" sldId="258"/>
            <ac:cxnSpMk id="32" creationId="{D7173BC5-1302-C854-1AA0-9417CC47C19A}"/>
          </ac:cxnSpMkLst>
        </pc:cxnChg>
        <pc:cxnChg chg="add mod">
          <ac:chgData name="Greg Salomons" userId="759311b4-a852-4cd4-8aa9-8f7a4c00818c" providerId="ADAL" clId="{C8AF0C0B-19AC-3072-9B46-0AC5B2E811CA}" dt="2026-05-17T14:02:49.981" v="63" actId="1076"/>
          <ac:cxnSpMkLst>
            <pc:docMk/>
            <pc:sldMk cId="2069322649" sldId="258"/>
            <ac:cxnSpMk id="34" creationId="{25F1554B-CAA2-C47F-23D7-E82FD15578A2}"/>
          </ac:cxnSpMkLst>
        </pc:cxnChg>
        <pc:cxnChg chg="add mod">
          <ac:chgData name="Greg Salomons" userId="759311b4-a852-4cd4-8aa9-8f7a4c00818c" providerId="ADAL" clId="{C8AF0C0B-19AC-3072-9B46-0AC5B2E811CA}" dt="2026-05-17T14:03:00.906" v="64" actId="1076"/>
          <ac:cxnSpMkLst>
            <pc:docMk/>
            <pc:sldMk cId="2069322649" sldId="258"/>
            <ac:cxnSpMk id="36" creationId="{08BD89CF-B565-CD2F-29EB-81879FE443C0}"/>
          </ac:cxnSpMkLst>
        </pc:cxnChg>
        <pc:cxnChg chg="add mod">
          <ac:chgData name="Greg Salomons" userId="759311b4-a852-4cd4-8aa9-8f7a4c00818c" providerId="ADAL" clId="{C8AF0C0B-19AC-3072-9B46-0AC5B2E811CA}" dt="2026-05-17T14:03:09.104" v="65" actId="1076"/>
          <ac:cxnSpMkLst>
            <pc:docMk/>
            <pc:sldMk cId="2069322649" sldId="258"/>
            <ac:cxnSpMk id="38" creationId="{3623C195-1822-4077-BD38-88D7FCC64FD0}"/>
          </ac:cxnSpMkLst>
        </pc:cxnChg>
        <pc:cxnChg chg="add mod">
          <ac:chgData name="Greg Salomons" userId="759311b4-a852-4cd4-8aa9-8f7a4c00818c" providerId="ADAL" clId="{C8AF0C0B-19AC-3072-9B46-0AC5B2E811CA}" dt="2026-05-17T14:03:18.040" v="66" actId="1076"/>
          <ac:cxnSpMkLst>
            <pc:docMk/>
            <pc:sldMk cId="2069322649" sldId="258"/>
            <ac:cxnSpMk id="40" creationId="{CFFCF1A9-F5DF-C8CB-B512-63D3D57F3DB1}"/>
          </ac:cxnSpMkLst>
        </pc:cxnChg>
        <pc:cxnChg chg="add mod">
          <ac:chgData name="Greg Salomons" userId="759311b4-a852-4cd4-8aa9-8f7a4c00818c" providerId="ADAL" clId="{C8AF0C0B-19AC-3072-9B46-0AC5B2E811CA}" dt="2026-05-17T14:00:14.521" v="50" actId="1076"/>
          <ac:cxnSpMkLst>
            <pc:docMk/>
            <pc:sldMk cId="2069322649" sldId="258"/>
            <ac:cxnSpMk id="42" creationId="{140A1CFE-AD0A-FDE0-652F-6FA2E96F14EE}"/>
          </ac:cxnSpMkLst>
        </pc:cxnChg>
        <pc:cxnChg chg="add mod">
          <ac:chgData name="Greg Salomons" userId="759311b4-a852-4cd4-8aa9-8f7a4c00818c" providerId="ADAL" clId="{C8AF0C0B-19AC-3072-9B46-0AC5B2E811CA}" dt="2026-05-17T14:00:26.973" v="51" actId="1076"/>
          <ac:cxnSpMkLst>
            <pc:docMk/>
            <pc:sldMk cId="2069322649" sldId="258"/>
            <ac:cxnSpMk id="44" creationId="{B2EE9DDA-B93B-99DC-923D-C2DD8A29CBB8}"/>
          </ac:cxnSpMkLst>
        </pc:cxnChg>
        <pc:cxnChg chg="add mod">
          <ac:chgData name="Greg Salomons" userId="759311b4-a852-4cd4-8aa9-8f7a4c00818c" providerId="ADAL" clId="{C8AF0C0B-19AC-3072-9B46-0AC5B2E811CA}" dt="2026-05-17T14:00:39.781" v="52" actId="1076"/>
          <ac:cxnSpMkLst>
            <pc:docMk/>
            <pc:sldMk cId="2069322649" sldId="258"/>
            <ac:cxnSpMk id="46" creationId="{395DB082-C8DD-23BB-464C-13F15A2435DE}"/>
          </ac:cxnSpMkLst>
        </pc:cxnChg>
        <pc:cxnChg chg="add mod">
          <ac:chgData name="Greg Salomons" userId="759311b4-a852-4cd4-8aa9-8f7a4c00818c" providerId="ADAL" clId="{C8AF0C0B-19AC-3072-9B46-0AC5B2E811CA}" dt="2026-05-17T14:00:50.168" v="53" actId="1076"/>
          <ac:cxnSpMkLst>
            <pc:docMk/>
            <pc:sldMk cId="2069322649" sldId="258"/>
            <ac:cxnSpMk id="48" creationId="{17FA4BE0-212F-C3AA-7E46-3AB81E70FE02}"/>
          </ac:cxnSpMkLst>
        </pc:cxnChg>
        <pc:cxnChg chg="add mod">
          <ac:chgData name="Greg Salomons" userId="759311b4-a852-4cd4-8aa9-8f7a4c00818c" providerId="ADAL" clId="{C8AF0C0B-19AC-3072-9B46-0AC5B2E811CA}" dt="2026-05-17T14:01:04.144" v="54" actId="1076"/>
          <ac:cxnSpMkLst>
            <pc:docMk/>
            <pc:sldMk cId="2069322649" sldId="258"/>
            <ac:cxnSpMk id="50" creationId="{8D019799-673D-D45F-96DA-F33C0F08FD46}"/>
          </ac:cxnSpMkLst>
        </pc:cxnChg>
        <pc:cxnChg chg="add mod">
          <ac:chgData name="Greg Salomons" userId="759311b4-a852-4cd4-8aa9-8f7a4c00818c" providerId="ADAL" clId="{C8AF0C0B-19AC-3072-9B46-0AC5B2E811CA}" dt="2026-05-17T14:01:16.422" v="55" actId="1076"/>
          <ac:cxnSpMkLst>
            <pc:docMk/>
            <pc:sldMk cId="2069322649" sldId="258"/>
            <ac:cxnSpMk id="52" creationId="{12AEC466-0B29-D18E-74A3-BD6976DB29F6}"/>
          </ac:cxnSpMkLst>
        </pc:cxnChg>
        <pc:cxnChg chg="add mod">
          <ac:chgData name="Greg Salomons" userId="759311b4-a852-4cd4-8aa9-8f7a4c00818c" providerId="ADAL" clId="{C8AF0C0B-19AC-3072-9B46-0AC5B2E811CA}" dt="2026-05-17T14:01:30.938" v="56" actId="1076"/>
          <ac:cxnSpMkLst>
            <pc:docMk/>
            <pc:sldMk cId="2069322649" sldId="258"/>
            <ac:cxnSpMk id="54" creationId="{36D1D599-B67B-CFF2-2CFB-58CE365CACE7}"/>
          </ac:cxnSpMkLst>
        </pc:cxnChg>
        <pc:cxnChg chg="add mod">
          <ac:chgData name="Greg Salomons" userId="759311b4-a852-4cd4-8aa9-8f7a4c00818c" providerId="ADAL" clId="{C8AF0C0B-19AC-3072-9B46-0AC5B2E811CA}" dt="2026-05-17T14:01:42.120" v="57" actId="1076"/>
          <ac:cxnSpMkLst>
            <pc:docMk/>
            <pc:sldMk cId="2069322649" sldId="258"/>
            <ac:cxnSpMk id="56" creationId="{247C6767-8E68-17D3-1E41-082BCD08DD95}"/>
          </ac:cxnSpMkLst>
        </pc:cxnChg>
        <pc:cxnChg chg="add">
          <ac:chgData name="Greg Salomons" userId="759311b4-a852-4cd4-8aa9-8f7a4c00818c" providerId="ADAL" clId="{C8AF0C0B-19AC-3072-9B46-0AC5B2E811CA}" dt="2026-05-17T14:03:29.798" v="67" actId="22"/>
          <ac:cxnSpMkLst>
            <pc:docMk/>
            <pc:sldMk cId="2069322649" sldId="258"/>
            <ac:cxnSpMk id="62" creationId="{E85D6B50-4161-0F37-E752-E83B12AB48AE}"/>
          </ac:cxnSpMkLst>
        </pc:cxnChg>
        <pc:cxnChg chg="add">
          <ac:chgData name="Greg Salomons" userId="759311b4-a852-4cd4-8aa9-8f7a4c00818c" providerId="ADAL" clId="{C8AF0C0B-19AC-3072-9B46-0AC5B2E811CA}" dt="2026-05-17T14:03:29.798" v="67" actId="22"/>
          <ac:cxnSpMkLst>
            <pc:docMk/>
            <pc:sldMk cId="2069322649" sldId="258"/>
            <ac:cxnSpMk id="64" creationId="{0F9C0313-45D7-4426-93D4-34098008D5EE}"/>
          </ac:cxnSpMkLst>
        </pc:cxnChg>
        <pc:cxnChg chg="add mod">
          <ac:chgData name="Greg Salomons" userId="759311b4-a852-4cd4-8aa9-8f7a4c00818c" providerId="ADAL" clId="{C8AF0C0B-19AC-3072-9B46-0AC5B2E811CA}" dt="2026-05-17T14:46:23.954" v="361" actId="14100"/>
          <ac:cxnSpMkLst>
            <pc:docMk/>
            <pc:sldMk cId="2069322649" sldId="258"/>
            <ac:cxnSpMk id="66" creationId="{FB486947-F0DB-C2E8-4DBA-51CF78DEB2FE}"/>
          </ac:cxnSpMkLst>
        </pc:cxnChg>
        <pc:cxnChg chg="add mod">
          <ac:chgData name="Greg Salomons" userId="759311b4-a852-4cd4-8aa9-8f7a4c00818c" providerId="ADAL" clId="{C8AF0C0B-19AC-3072-9B46-0AC5B2E811CA}" dt="2026-05-17T14:46:16.314" v="360" actId="1076"/>
          <ac:cxnSpMkLst>
            <pc:docMk/>
            <pc:sldMk cId="2069322649" sldId="258"/>
            <ac:cxnSpMk id="68" creationId="{8DAC5740-77DB-9E9A-C71A-F928C1ABBF86}"/>
          </ac:cxnSpMkLst>
        </pc:cxnChg>
        <pc:cxnChg chg="mod">
          <ac:chgData name="Greg Salomons" userId="759311b4-a852-4cd4-8aa9-8f7a4c00818c" providerId="ADAL" clId="{C8AF0C0B-19AC-3072-9B46-0AC5B2E811CA}" dt="2026-05-17T14:45:38.218" v="319" actId="1036"/>
          <ac:cxnSpMkLst>
            <pc:docMk/>
            <pc:sldMk cId="2069322649" sldId="258"/>
            <ac:cxnSpMk id="74" creationId="{CB4618E0-50B3-3F28-186F-CBF97830943E}"/>
          </ac:cxnSpMkLst>
        </pc:cxnChg>
        <pc:cxnChg chg="add">
          <ac:chgData name="Greg Salomons" userId="759311b4-a852-4cd4-8aa9-8f7a4c00818c" providerId="ADAL" clId="{C8AF0C0B-19AC-3072-9B46-0AC5B2E811CA}" dt="2026-05-17T14:03:29.798" v="67" actId="22"/>
          <ac:cxnSpMkLst>
            <pc:docMk/>
            <pc:sldMk cId="2069322649" sldId="258"/>
            <ac:cxnSpMk id="76" creationId="{CBB8A71E-8EF6-40AC-B858-4DFBCBFDFFA0}"/>
          </ac:cxnSpMkLst>
        </pc:cxnChg>
      </pc:sldChg>
      <pc:sldChg chg="addSp delSp modSp new mod">
        <pc:chgData name="Greg Salomons" userId="759311b4-a852-4cd4-8aa9-8f7a4c00818c" providerId="ADAL" clId="{C8AF0C0B-19AC-3072-9B46-0AC5B2E811CA}" dt="2026-05-17T14:49:17.350" v="402" actId="478"/>
        <pc:sldMkLst>
          <pc:docMk/>
          <pc:sldMk cId="371067488" sldId="259"/>
        </pc:sldMkLst>
        <pc:spChg chg="add">
          <ac:chgData name="Greg Salomons" userId="759311b4-a852-4cd4-8aa9-8f7a4c00818c" providerId="ADAL" clId="{C8AF0C0B-19AC-3072-9B46-0AC5B2E811CA}" dt="2026-05-17T14:06:54.484" v="128" actId="22"/>
          <ac:spMkLst>
            <pc:docMk/>
            <pc:sldMk cId="371067488" sldId="259"/>
            <ac:spMk id="37" creationId="{C3E0D99F-6F68-E0FA-6F16-4280C17A94FE}"/>
          </ac:spMkLst>
        </pc:spChg>
        <pc:spChg chg="add">
          <ac:chgData name="Greg Salomons" userId="759311b4-a852-4cd4-8aa9-8f7a4c00818c" providerId="ADAL" clId="{C8AF0C0B-19AC-3072-9B46-0AC5B2E811CA}" dt="2026-05-17T14:06:54.484" v="128" actId="22"/>
          <ac:spMkLst>
            <pc:docMk/>
            <pc:sldMk cId="371067488" sldId="259"/>
            <ac:spMk id="39" creationId="{EA637F41-CD6B-0401-C8F8-681CD711A1B0}"/>
          </ac:spMkLst>
        </pc:spChg>
        <pc:spChg chg="add mod">
          <ac:chgData name="Greg Salomons" userId="759311b4-a852-4cd4-8aa9-8f7a4c00818c" providerId="ADAL" clId="{C8AF0C0B-19AC-3072-9B46-0AC5B2E811CA}" dt="2026-05-17T14:08:14.325" v="131" actId="1076"/>
          <ac:spMkLst>
            <pc:docMk/>
            <pc:sldMk cId="371067488" sldId="259"/>
            <ac:spMk id="49" creationId="{1B1F0669-54FC-C312-EA1B-600FAACEB28A}"/>
          </ac:spMkLst>
        </pc:spChg>
        <pc:spChg chg="add del">
          <ac:chgData name="Greg Salomons" userId="759311b4-a852-4cd4-8aa9-8f7a4c00818c" providerId="ADAL" clId="{C8AF0C0B-19AC-3072-9B46-0AC5B2E811CA}" dt="2026-05-17T14:49:17.350" v="402" actId="478"/>
          <ac:spMkLst>
            <pc:docMk/>
            <pc:sldMk cId="371067488" sldId="259"/>
            <ac:spMk id="51" creationId="{9B0FB11E-B2CD-B940-DE18-8BB5F4454B3D}"/>
          </ac:spMkLst>
        </pc:spChg>
        <pc:spChg chg="add">
          <ac:chgData name="Greg Salomons" userId="759311b4-a852-4cd4-8aa9-8f7a4c00818c" providerId="ADAL" clId="{C8AF0C0B-19AC-3072-9B46-0AC5B2E811CA}" dt="2026-05-17T14:06:54.484" v="128" actId="22"/>
          <ac:spMkLst>
            <pc:docMk/>
            <pc:sldMk cId="371067488" sldId="259"/>
            <ac:spMk id="57" creationId="{71AE16C2-03D2-F400-576A-A1587D9D9A2B}"/>
          </ac:spMkLst>
        </pc:spChg>
        <pc:spChg chg="add del mod">
          <ac:chgData name="Greg Salomons" userId="759311b4-a852-4cd4-8aa9-8f7a4c00818c" providerId="ADAL" clId="{C8AF0C0B-19AC-3072-9B46-0AC5B2E811CA}" dt="2026-05-17T14:47:30.218" v="363" actId="478"/>
          <ac:spMkLst>
            <pc:docMk/>
            <pc:sldMk cId="371067488" sldId="259"/>
            <ac:spMk id="60" creationId="{515BDB92-F3DE-C8B2-264E-F80D850A7C73}"/>
          </ac:spMkLst>
        </pc:spChg>
        <pc:spChg chg="add">
          <ac:chgData name="Greg Salomons" userId="759311b4-a852-4cd4-8aa9-8f7a4c00818c" providerId="ADAL" clId="{C8AF0C0B-19AC-3072-9B46-0AC5B2E811CA}" dt="2026-05-17T14:47:22.198" v="362" actId="22"/>
          <ac:spMkLst>
            <pc:docMk/>
            <pc:sldMk cId="371067488" sldId="259"/>
            <ac:spMk id="63" creationId="{36C2C8FA-85DE-CA9C-EDA3-85B748EB83C3}"/>
          </ac:spMkLst>
        </pc:spChg>
        <pc:spChg chg="add">
          <ac:chgData name="Greg Salomons" userId="759311b4-a852-4cd4-8aa9-8f7a4c00818c" providerId="ADAL" clId="{C8AF0C0B-19AC-3072-9B46-0AC5B2E811CA}" dt="2026-05-17T14:47:50.585" v="364" actId="22"/>
          <ac:spMkLst>
            <pc:docMk/>
            <pc:sldMk cId="371067488" sldId="259"/>
            <ac:spMk id="65" creationId="{FFC87295-EE0B-72FF-E997-A79474555CF0}"/>
          </ac:spMkLst>
        </pc:spChg>
        <pc:cxnChg chg="mod">
          <ac:chgData name="Greg Salomons" userId="759311b4-a852-4cd4-8aa9-8f7a4c00818c" providerId="ADAL" clId="{C8AF0C0B-19AC-3072-9B46-0AC5B2E811CA}" dt="2026-05-17T14:10:45.188" v="149" actId="208"/>
          <ac:cxnSpMkLst>
            <pc:docMk/>
            <pc:sldMk cId="371067488" sldId="259"/>
            <ac:cxnSpMk id="3" creationId="{4204D240-3E4E-1983-F4B6-3639EFFBD653}"/>
          </ac:cxnSpMkLst>
        </pc:cxnChg>
        <pc:cxnChg chg="mod">
          <ac:chgData name="Greg Salomons" userId="759311b4-a852-4cd4-8aa9-8f7a4c00818c" providerId="ADAL" clId="{C8AF0C0B-19AC-3072-9B46-0AC5B2E811CA}" dt="2026-05-17T14:10:52.289" v="150" actId="208"/>
          <ac:cxnSpMkLst>
            <pc:docMk/>
            <pc:sldMk cId="371067488" sldId="259"/>
            <ac:cxnSpMk id="5" creationId="{FF8DF608-C49E-C65B-815B-E81D66438718}"/>
          </ac:cxnSpMkLst>
        </pc:cxnChg>
        <pc:cxnChg chg="mod">
          <ac:chgData name="Greg Salomons" userId="759311b4-a852-4cd4-8aa9-8f7a4c00818c" providerId="ADAL" clId="{C8AF0C0B-19AC-3072-9B46-0AC5B2E811CA}" dt="2026-05-17T14:10:58.570" v="151" actId="208"/>
          <ac:cxnSpMkLst>
            <pc:docMk/>
            <pc:sldMk cId="371067488" sldId="259"/>
            <ac:cxnSpMk id="7" creationId="{72EC3ACE-E151-9C41-4A3F-A00B7159B9E5}"/>
          </ac:cxnSpMkLst>
        </pc:cxnChg>
        <pc:cxnChg chg="mod">
          <ac:chgData name="Greg Salomons" userId="759311b4-a852-4cd4-8aa9-8f7a4c00818c" providerId="ADAL" clId="{C8AF0C0B-19AC-3072-9B46-0AC5B2E811CA}" dt="2026-05-17T14:11:05.344" v="152" actId="208"/>
          <ac:cxnSpMkLst>
            <pc:docMk/>
            <pc:sldMk cId="371067488" sldId="259"/>
            <ac:cxnSpMk id="9" creationId="{EAFA3CCC-C3F3-9C29-C531-DC008C17915C}"/>
          </ac:cxnSpMkLst>
        </pc:cxnChg>
        <pc:cxnChg chg="mod">
          <ac:chgData name="Greg Salomons" userId="759311b4-a852-4cd4-8aa9-8f7a4c00818c" providerId="ADAL" clId="{C8AF0C0B-19AC-3072-9B46-0AC5B2E811CA}" dt="2026-05-17T14:11:11.831" v="153" actId="208"/>
          <ac:cxnSpMkLst>
            <pc:docMk/>
            <pc:sldMk cId="371067488" sldId="259"/>
            <ac:cxnSpMk id="11" creationId="{9E9801C2-D797-4C70-D1A8-DB3E772DED5D}"/>
          </ac:cxnSpMkLst>
        </pc:cxnChg>
        <pc:cxnChg chg="add mod">
          <ac:chgData name="Greg Salomons" userId="759311b4-a852-4cd4-8aa9-8f7a4c00818c" providerId="ADAL" clId="{C8AF0C0B-19AC-3072-9B46-0AC5B2E811CA}" dt="2026-05-17T14:11:18.120" v="154" actId="208"/>
          <ac:cxnSpMkLst>
            <pc:docMk/>
            <pc:sldMk cId="371067488" sldId="259"/>
            <ac:cxnSpMk id="13" creationId="{F5B232BD-26F8-FDEE-B864-B099537824C7}"/>
          </ac:cxnSpMkLst>
        </pc:cxnChg>
        <pc:cxnChg chg="add mod">
          <ac:chgData name="Greg Salomons" userId="759311b4-a852-4cd4-8aa9-8f7a4c00818c" providerId="ADAL" clId="{C8AF0C0B-19AC-3072-9B46-0AC5B2E811CA}" dt="2026-05-17T14:11:24.559" v="155" actId="208"/>
          <ac:cxnSpMkLst>
            <pc:docMk/>
            <pc:sldMk cId="371067488" sldId="259"/>
            <ac:cxnSpMk id="15" creationId="{2271A90C-75BC-1FEB-3E74-625C686FBF30}"/>
          </ac:cxnSpMkLst>
        </pc:cxnChg>
        <pc:cxnChg chg="mod">
          <ac:chgData name="Greg Salomons" userId="759311b4-a852-4cd4-8aa9-8f7a4c00818c" providerId="ADAL" clId="{C8AF0C0B-19AC-3072-9B46-0AC5B2E811CA}" dt="2026-05-17T14:11:29.051" v="156" actId="208"/>
          <ac:cxnSpMkLst>
            <pc:docMk/>
            <pc:sldMk cId="371067488" sldId="259"/>
            <ac:cxnSpMk id="17" creationId="{F99A8DA5-6DC7-0DC0-6688-F7A35C066B3E}"/>
          </ac:cxnSpMkLst>
        </pc:cxnChg>
        <pc:cxnChg chg="add mod">
          <ac:chgData name="Greg Salomons" userId="759311b4-a852-4cd4-8aa9-8f7a4c00818c" providerId="ADAL" clId="{C8AF0C0B-19AC-3072-9B46-0AC5B2E811CA}" dt="2026-05-17T14:11:33.755" v="157" actId="208"/>
          <ac:cxnSpMkLst>
            <pc:docMk/>
            <pc:sldMk cId="371067488" sldId="259"/>
            <ac:cxnSpMk id="19" creationId="{21E28945-D514-EE9D-8466-D925D562FBED}"/>
          </ac:cxnSpMkLst>
        </pc:cxnChg>
        <pc:cxnChg chg="mod">
          <ac:chgData name="Greg Salomons" userId="759311b4-a852-4cd4-8aa9-8f7a4c00818c" providerId="ADAL" clId="{C8AF0C0B-19AC-3072-9B46-0AC5B2E811CA}" dt="2026-05-17T14:09:44.532" v="139" actId="208"/>
          <ac:cxnSpMkLst>
            <pc:docMk/>
            <pc:sldMk cId="371067488" sldId="259"/>
            <ac:cxnSpMk id="21" creationId="{53BC81C6-95D7-2503-E3E0-E7B8F1ADFD25}"/>
          </ac:cxnSpMkLst>
        </pc:cxnChg>
        <pc:cxnChg chg="add mod">
          <ac:chgData name="Greg Salomons" userId="759311b4-a852-4cd4-8aa9-8f7a4c00818c" providerId="ADAL" clId="{C8AF0C0B-19AC-3072-9B46-0AC5B2E811CA}" dt="2026-05-17T14:09:54.687" v="140" actId="208"/>
          <ac:cxnSpMkLst>
            <pc:docMk/>
            <pc:sldMk cId="371067488" sldId="259"/>
            <ac:cxnSpMk id="23" creationId="{A4FA1EF2-F34E-D771-5F2F-EE68312933E5}"/>
          </ac:cxnSpMkLst>
        </pc:cxnChg>
        <pc:cxnChg chg="mod">
          <ac:chgData name="Greg Salomons" userId="759311b4-a852-4cd4-8aa9-8f7a4c00818c" providerId="ADAL" clId="{C8AF0C0B-19AC-3072-9B46-0AC5B2E811CA}" dt="2026-05-17T14:10:01.454" v="141" actId="208"/>
          <ac:cxnSpMkLst>
            <pc:docMk/>
            <pc:sldMk cId="371067488" sldId="259"/>
            <ac:cxnSpMk id="25" creationId="{F84D62F4-6765-5244-C276-ABDC727B16EB}"/>
          </ac:cxnSpMkLst>
        </pc:cxnChg>
        <pc:cxnChg chg="mod">
          <ac:chgData name="Greg Salomons" userId="759311b4-a852-4cd4-8aa9-8f7a4c00818c" providerId="ADAL" clId="{C8AF0C0B-19AC-3072-9B46-0AC5B2E811CA}" dt="2026-05-17T14:10:06.682" v="142" actId="208"/>
          <ac:cxnSpMkLst>
            <pc:docMk/>
            <pc:sldMk cId="371067488" sldId="259"/>
            <ac:cxnSpMk id="27" creationId="{D9FE65E7-D756-CB7F-E2B1-DFA340CA3887}"/>
          </ac:cxnSpMkLst>
        </pc:cxnChg>
        <pc:cxnChg chg="mod">
          <ac:chgData name="Greg Salomons" userId="759311b4-a852-4cd4-8aa9-8f7a4c00818c" providerId="ADAL" clId="{C8AF0C0B-19AC-3072-9B46-0AC5B2E811CA}" dt="2026-05-17T14:10:17.966" v="144" actId="208"/>
          <ac:cxnSpMkLst>
            <pc:docMk/>
            <pc:sldMk cId="371067488" sldId="259"/>
            <ac:cxnSpMk id="29" creationId="{E711960A-7FD8-99E1-926F-06E073276F84}"/>
          </ac:cxnSpMkLst>
        </pc:cxnChg>
        <pc:cxnChg chg="add mod">
          <ac:chgData name="Greg Salomons" userId="759311b4-a852-4cd4-8aa9-8f7a4c00818c" providerId="ADAL" clId="{C8AF0C0B-19AC-3072-9B46-0AC5B2E811CA}" dt="2026-05-17T14:10:25.149" v="145" actId="208"/>
          <ac:cxnSpMkLst>
            <pc:docMk/>
            <pc:sldMk cId="371067488" sldId="259"/>
            <ac:cxnSpMk id="31" creationId="{DE1B8353-A461-41A2-ED86-BCB27C7CFD07}"/>
          </ac:cxnSpMkLst>
        </pc:cxnChg>
        <pc:cxnChg chg="mod">
          <ac:chgData name="Greg Salomons" userId="759311b4-a852-4cd4-8aa9-8f7a4c00818c" providerId="ADAL" clId="{C8AF0C0B-19AC-3072-9B46-0AC5B2E811CA}" dt="2026-05-17T14:10:34.190" v="147" actId="208"/>
          <ac:cxnSpMkLst>
            <pc:docMk/>
            <pc:sldMk cId="371067488" sldId="259"/>
            <ac:cxnSpMk id="33" creationId="{59057D1D-9FB2-D784-4443-388D49A09E9B}"/>
          </ac:cxnSpMkLst>
        </pc:cxnChg>
        <pc:cxnChg chg="mod">
          <ac:chgData name="Greg Salomons" userId="759311b4-a852-4cd4-8aa9-8f7a4c00818c" providerId="ADAL" clId="{C8AF0C0B-19AC-3072-9B46-0AC5B2E811CA}" dt="2026-05-17T14:10:39.006" v="148" actId="208"/>
          <ac:cxnSpMkLst>
            <pc:docMk/>
            <pc:sldMk cId="371067488" sldId="259"/>
            <ac:cxnSpMk id="35" creationId="{76A0B47D-AB4B-C1F0-8203-1C848567927B}"/>
          </ac:cxnSpMkLst>
        </pc:cxnChg>
        <pc:cxnChg chg="mod">
          <ac:chgData name="Greg Salomons" userId="759311b4-a852-4cd4-8aa9-8f7a4c00818c" providerId="ADAL" clId="{C8AF0C0B-19AC-3072-9B46-0AC5B2E811CA}" dt="2026-05-17T14:48:41.311" v="401" actId="1038"/>
          <ac:cxnSpMkLst>
            <pc:docMk/>
            <pc:sldMk cId="371067488" sldId="259"/>
            <ac:cxnSpMk id="45" creationId="{83BF7E77-2CED-B9DD-7160-9F699AE6B19E}"/>
          </ac:cxnSpMkLst>
        </pc:cxnChg>
        <pc:cxnChg chg="mod">
          <ac:chgData name="Greg Salomons" userId="759311b4-a852-4cd4-8aa9-8f7a4c00818c" providerId="ADAL" clId="{C8AF0C0B-19AC-3072-9B46-0AC5B2E811CA}" dt="2026-05-17T14:07:43.248" v="129" actId="14100"/>
          <ac:cxnSpMkLst>
            <pc:docMk/>
            <pc:sldMk cId="371067488" sldId="259"/>
            <ac:cxnSpMk id="47" creationId="{09FFDDC8-3284-9ADF-B42D-61E264085B29}"/>
          </ac:cxnSpMkLst>
        </pc:cxnChg>
        <pc:cxnChg chg="add">
          <ac:chgData name="Greg Salomons" userId="759311b4-a852-4cd4-8aa9-8f7a4c00818c" providerId="ADAL" clId="{C8AF0C0B-19AC-3072-9B46-0AC5B2E811CA}" dt="2026-05-17T14:48:17.243" v="365" actId="22"/>
          <ac:cxnSpMkLst>
            <pc:docMk/>
            <pc:sldMk cId="371067488" sldId="259"/>
            <ac:cxnSpMk id="67" creationId="{3D0EA614-6D67-4CA0-F120-BB60F3DED5BA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FDDE3-1251-0819-78F5-A6882ED005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16011A-A810-06CA-048A-E703761BB6D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2FFE4-D50E-7462-93C7-AE9178F4EF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2B05E6-65C1-9E1B-A654-09BE0E28BC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FCDAD-C304-D22A-E9E0-62EDE76B3F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038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CCCBA-B445-79AA-300C-4689A5383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DD3BFD-084B-F07E-9D9C-572A591FFB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CA9A3-A61E-8E82-A640-D3519F4E47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358AAC-FCAE-7982-DE85-58921C106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A941B-F9D5-4EAE-A929-ACF25A9E3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860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EBC15-4342-0CDB-8758-7BAC9F39B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A106AE-8269-1410-6ADC-2CB7FAF89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82C7B6-EA63-15C2-5434-F0F43EFD4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DA0C28-FB49-9DEF-E597-B0A2B1C598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287F8B-6BEC-89A9-194B-A52D2E70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0201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815A1-88D2-416E-1B11-32C9798608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E645D0-912F-B72B-B322-16526F7EB5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22F3C3-867B-2A2C-E962-9A0AA49D6E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A55971-7E52-29C1-F5FA-B65B7D849D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EE6090-8C77-48E0-3C26-2FE802D61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10A891-AD31-437D-B658-6FD4BECE2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6701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B69061-48E2-3E14-44C1-7DD1D9EE64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34F355-51D4-4C74-0BF8-2CDE4F808F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22B183-7896-5B69-6EFA-A73FDF086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7064F6-91A2-1245-B9B6-C2DEE4F192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901A71-3698-D425-79D3-4F3C300895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E620C8-EBEC-1691-5193-878399128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BD24AC-02AB-5C0B-333F-6E7BC93D4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0F0BED-1C33-EBEC-BAE5-E797FBAEE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59951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ED78E-2839-6295-AC2A-823B8A774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D76ADDB-4D64-F84D-D85A-22ACC1AC43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59515F-7973-79BD-09B7-CC699264F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43CDF4-4442-1528-E4C8-02BEEB63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8227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9B8BC1-6D96-ABB6-C99F-86365CFAD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31B13A9-8127-E74D-F1CF-F61776F92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E79819-4496-9D23-6DDD-3E3880FBF0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1319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62AA9-DE48-0B1D-BEC2-992259D2C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098C1-6A9B-40A2-C0A6-02669202F2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67D3A6-9ED8-AE0C-BD4D-011D0A2BC6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99C60-D982-9FBD-5C95-E1FE07244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C5EA43-36B4-CE11-C16D-13C173B5F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C25694-5AA3-520C-0E7D-5061A7261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4475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A94458-EA95-60C4-7810-96944BAD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BB7863A-A0EE-7EF6-2D20-E34464A18A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FA9E25-8283-0BF8-87EC-27161576DF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4FE8E-9A3B-FAC9-0892-900F3B61F0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965CE8-CE50-7287-70D8-6F481DEE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1B4F85-961A-9BCD-941F-A18B56EC46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94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7BAC-A915-F6DF-2A5C-9E57D3F7F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1EDA2B-0E6D-4514-4A3F-4BBE031386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ACBD05-7A22-AAA4-F3EF-5055FE0EA0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A3722-3A3E-1DA0-35A0-64FEB040A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76A259-F9D8-2E1E-BF1D-9B42F9EB7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778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0788EF5-DB11-F1F6-CA8B-8A1763255B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07AD778-B84A-CAC6-B0FA-D1A606396D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76DEAE-78E2-8B2D-4EC0-76BB4F0F16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F1A4FA-F3E8-D013-889C-D89A34608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826264-DA33-011D-DEB7-BB74F6632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5089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6D532C-AD89-4500-F07B-B7F95D92F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B259A5-AD44-F79E-5836-05560B35DA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89FD47-2DBD-AFD7-4636-666EDF9494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9E30267-1466-884D-8974-A900549019F0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A703F-876C-1DBC-E79A-7A16E3764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1DA62-1E89-E273-BF14-CAD258CDE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CBFF31-FFC6-6A40-9C95-76AD79E9F2F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6238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>
            <a:extLst>
              <a:ext uri="{FF2B5EF4-FFF2-40B4-BE49-F238E27FC236}">
                <a16:creationId xmlns:a16="http://schemas.microsoft.com/office/drawing/2014/main" id="{40077A50-9EEE-F0A3-F5F0-CB9C369E4642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8EC560-377C-C4E9-B654-F81BC79A7984}"/>
              </a:ext>
            </a:extLst>
          </p:cNvPr>
          <p:cNvSpPr/>
          <p:nvPr/>
        </p:nvSpPr>
        <p:spPr>
          <a:xfrm>
            <a:off x="5181600" y="2514600"/>
            <a:ext cx="1828800" cy="1828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BBD37C96-8710-3062-4713-E33EACE3CA28}"/>
              </a:ext>
            </a:extLst>
          </p:cNvPr>
          <p:cNvCxnSpPr>
            <a:cxnSpLocks/>
            <a:stCxn id="4" idx="2"/>
            <a:endCxn id="4" idx="6"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DD9D92-F184-1F38-ECC9-11CF1E8B5126}"/>
              </a:ext>
            </a:extLst>
          </p:cNvPr>
          <p:cNvCxnSpPr>
            <a:cxnSpLocks/>
            <a:stCxn id="4" idx="0"/>
            <a:endCxn id="4" idx="4"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02CA9D7-5E4E-61F7-48F1-3F23E13528E6}"/>
              </a:ext>
            </a:extLst>
          </p:cNvPr>
          <p:cNvCxnSpPr>
            <a:cxnSpLocks/>
          </p:cNvCxnSpPr>
          <p:nvPr/>
        </p:nvCxnSpPr>
        <p:spPr>
          <a:xfrm>
            <a:off x="4517231" y="2514600"/>
            <a:ext cx="664369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DF3E0CB-BD9B-DBAE-2E33-20B976F53158}"/>
              </a:ext>
            </a:extLst>
          </p:cNvPr>
          <p:cNvCxnSpPr>
            <a:cxnSpLocks/>
          </p:cNvCxnSpPr>
          <p:nvPr/>
        </p:nvCxnSpPr>
        <p:spPr>
          <a:xfrm>
            <a:off x="4522726" y="2514600"/>
            <a:ext cx="0" cy="91440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0CC47FB0-B86B-51A7-2962-5A24102D2A3A}"/>
              </a:ext>
            </a:extLst>
          </p:cNvPr>
          <p:cNvCxnSpPr>
            <a:cxnSpLocks/>
          </p:cNvCxnSpPr>
          <p:nvPr/>
        </p:nvCxnSpPr>
        <p:spPr>
          <a:xfrm>
            <a:off x="4517231" y="3429000"/>
            <a:ext cx="1578769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43D37FEE-7574-0BFC-48DF-C36C72B4AE24}"/>
              </a:ext>
            </a:extLst>
          </p:cNvPr>
          <p:cNvCxnSpPr>
            <a:cxnSpLocks/>
          </p:cNvCxnSpPr>
          <p:nvPr/>
        </p:nvCxnSpPr>
        <p:spPr>
          <a:xfrm>
            <a:off x="4517231" y="2514600"/>
            <a:ext cx="1578769" cy="91440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71DD082C-5D60-31C0-62E2-BEC2CCAEE095}"/>
              </a:ext>
            </a:extLst>
          </p:cNvPr>
          <p:cNvSpPr txBox="1"/>
          <p:nvPr/>
        </p:nvSpPr>
        <p:spPr>
          <a:xfrm>
            <a:off x="4892011" y="2762250"/>
            <a:ext cx="295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1037797-3330-03FC-FF47-929D08E560D8}"/>
              </a:ext>
            </a:extLst>
          </p:cNvPr>
          <p:cNvSpPr txBox="1"/>
          <p:nvPr/>
        </p:nvSpPr>
        <p:spPr>
          <a:xfrm>
            <a:off x="6384926" y="2277421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347DDB82-EC65-DA38-7F7F-13FD445B5425}"/>
              </a:ext>
            </a:extLst>
          </p:cNvPr>
          <p:cNvCxnSpPr>
            <a:cxnSpLocks/>
          </p:cNvCxnSpPr>
          <p:nvPr/>
        </p:nvCxnSpPr>
        <p:spPr>
          <a:xfrm>
            <a:off x="6096000" y="2514600"/>
            <a:ext cx="9144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499C41FA-A194-340F-78A2-F47F828D656B}"/>
              </a:ext>
            </a:extLst>
          </p:cNvPr>
          <p:cNvCxnSpPr>
            <a:cxnSpLocks/>
          </p:cNvCxnSpPr>
          <p:nvPr/>
        </p:nvCxnSpPr>
        <p:spPr>
          <a:xfrm>
            <a:off x="4521993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097E3F1-6956-48B3-4098-EB57044E055E}"/>
              </a:ext>
            </a:extLst>
          </p:cNvPr>
          <p:cNvSpPr txBox="1"/>
          <p:nvPr/>
        </p:nvSpPr>
        <p:spPr>
          <a:xfrm>
            <a:off x="4488704" y="2928938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h/2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FA886F7-9404-E27E-6E8A-D374A579C7A9}"/>
              </a:ext>
            </a:extLst>
          </p:cNvPr>
          <p:cNvSpPr txBox="1"/>
          <p:nvPr/>
        </p:nvSpPr>
        <p:spPr>
          <a:xfrm>
            <a:off x="4943408" y="1230857"/>
            <a:ext cx="230518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Ideal Orthogonal Margin</a:t>
            </a:r>
            <a:endParaRPr lang="en-CA" sz="16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AF5CD890-391F-E4B2-1E2D-C064E893BBA3}"/>
              </a:ext>
            </a:extLst>
          </p:cNvPr>
          <p:cNvCxnSpPr>
            <a:cxnSpLocks/>
          </p:cNvCxnSpPr>
          <p:nvPr/>
        </p:nvCxnSpPr>
        <p:spPr>
          <a:xfrm>
            <a:off x="5178355" y="1847850"/>
            <a:ext cx="0" cy="66675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F6F5CF-5A7C-912F-8BBC-E854061E9B0A}"/>
                  </a:ext>
                </a:extLst>
              </p:cNvPr>
              <p:cNvSpPr txBox="1"/>
              <p:nvPr/>
            </p:nvSpPr>
            <p:spPr>
              <a:xfrm>
                <a:off x="4372199" y="3429000"/>
                <a:ext cx="781111" cy="3758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en-US" sz="1200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sz="120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sSup>
                              <m:sSupPr>
                                <m:ctrlP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e>
                              <m:sup>
                                <m: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d>
                              <m:dPr>
                                <m:ctrlPr>
                                  <a:rPr lang="en-US" sz="1200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h</m:t>
                                    </m:r>
                                  </m:num>
                                  <m:den>
                                    <m:r>
                                      <a:rPr lang="en-US" sz="1200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sz="1200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endParaRPr lang="en-CA" sz="120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E5F6F5CF-5A7C-912F-8BBC-E854061E9B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2199" y="3429000"/>
                <a:ext cx="781111" cy="375809"/>
              </a:xfrm>
              <a:prstGeom prst="rect">
                <a:avLst/>
              </a:prstGeom>
              <a:blipFill>
                <a:blip r:embed="rId2"/>
                <a:stretch>
                  <a:fillRect r="-2344" b="-3279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55205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D37AD069-0FEE-2366-8267-A4E43BED8B4F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39D329C-3D38-AAA3-C7F1-6F8CBBA40158}"/>
              </a:ext>
            </a:extLst>
          </p:cNvPr>
          <p:cNvSpPr/>
          <p:nvPr/>
        </p:nvSpPr>
        <p:spPr>
          <a:xfrm>
            <a:off x="5181600" y="2514600"/>
            <a:ext cx="1828800" cy="18288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1173354-EBBA-0857-4C4D-221D9477800D}"/>
              </a:ext>
            </a:extLst>
          </p:cNvPr>
          <p:cNvCxnSpPr>
            <a:cxnSpLocks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4581612-497A-6931-3E3C-59C85F0F7C40}"/>
              </a:ext>
            </a:extLst>
          </p:cNvPr>
          <p:cNvCxnSpPr>
            <a:cxnSpLocks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D16FD56-3455-BE96-15C2-EBB0AA1B51E7}"/>
              </a:ext>
            </a:extLst>
          </p:cNvPr>
          <p:cNvCxnSpPr>
            <a:cxnSpLocks/>
          </p:cNvCxnSpPr>
          <p:nvPr/>
        </p:nvCxnSpPr>
        <p:spPr>
          <a:xfrm>
            <a:off x="4797916" y="2134483"/>
            <a:ext cx="383684" cy="3801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4484CB0-C03C-3CDE-2BBC-A615044DE503}"/>
              </a:ext>
            </a:extLst>
          </p:cNvPr>
          <p:cNvCxnSpPr>
            <a:cxnSpLocks/>
            <a:stCxn id="3" idx="1"/>
          </p:cNvCxnSpPr>
          <p:nvPr/>
        </p:nvCxnSpPr>
        <p:spPr>
          <a:xfrm>
            <a:off x="4802843" y="2135843"/>
            <a:ext cx="1293156" cy="1293156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C44A38D8-B4E7-075C-3049-D38D1E4ED8EC}"/>
              </a:ext>
            </a:extLst>
          </p:cNvPr>
          <p:cNvSpPr txBox="1"/>
          <p:nvPr/>
        </p:nvSpPr>
        <p:spPr>
          <a:xfrm>
            <a:off x="4806625" y="2237600"/>
            <a:ext cx="295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8C80F79-2320-75D2-3E30-0FA5ACB2D91D}"/>
              </a:ext>
            </a:extLst>
          </p:cNvPr>
          <p:cNvSpPr txBox="1"/>
          <p:nvPr/>
        </p:nvSpPr>
        <p:spPr>
          <a:xfrm>
            <a:off x="6242843" y="2283044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BB294F9A-4A74-B8D5-6257-484FD454C39A}"/>
              </a:ext>
            </a:extLst>
          </p:cNvPr>
          <p:cNvCxnSpPr>
            <a:cxnSpLocks/>
          </p:cNvCxnSpPr>
          <p:nvPr/>
        </p:nvCxnSpPr>
        <p:spPr>
          <a:xfrm>
            <a:off x="6096000" y="2514600"/>
            <a:ext cx="914401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9B58AFD-07BE-8624-409D-98A6B3262FC0}"/>
              </a:ext>
            </a:extLst>
          </p:cNvPr>
          <p:cNvCxnSpPr>
            <a:cxnSpLocks/>
          </p:cNvCxnSpPr>
          <p:nvPr/>
        </p:nvCxnSpPr>
        <p:spPr>
          <a:xfrm>
            <a:off x="5181600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6E8FE93F-474A-07BA-0785-EC9BA4EB5507}"/>
              </a:ext>
            </a:extLst>
          </p:cNvPr>
          <p:cNvSpPr txBox="1"/>
          <p:nvPr/>
        </p:nvSpPr>
        <p:spPr>
          <a:xfrm>
            <a:off x="4776613" y="2833300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3C2069-CE2E-D3E9-31B7-B81F00207960}"/>
              </a:ext>
            </a:extLst>
          </p:cNvPr>
          <p:cNvSpPr txBox="1"/>
          <p:nvPr/>
        </p:nvSpPr>
        <p:spPr>
          <a:xfrm>
            <a:off x="5023623" y="1242889"/>
            <a:ext cx="214475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Ideal Minimum Margin</a:t>
            </a:r>
            <a:endParaRPr lang="en-CA" sz="1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9743A0-B40F-6832-96B0-D4D4C0DBD88D}"/>
                  </a:ext>
                </a:extLst>
              </p:cNvPr>
              <p:cNvSpPr txBox="1"/>
              <p:nvPr/>
            </p:nvSpPr>
            <p:spPr>
              <a:xfrm>
                <a:off x="5506614" y="2583231"/>
                <a:ext cx="550599" cy="5001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CA" sz="110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sz="1100" b="0" i="1" smtClean="0">
                              <a:solidFill>
                                <a:srgbClr val="00B0F0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  <m:sSup>
                            <m:sSupPr>
                              <m:ctrlPr>
                                <a:rPr lang="en-US" sz="11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sz="1100" b="0" i="1" smtClean="0">
                                      <a:solidFill>
                                        <a:srgbClr val="00B0F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sz="1100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sz="1100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num>
                                    <m:den>
                                      <m:r>
                                        <a:rPr lang="en-US" sz="1100" b="0" i="1" smtClean="0">
                                          <a:solidFill>
                                            <a:srgbClr val="00B0F0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sz="1100" b="0" i="1" smtClean="0">
                                  <a:solidFill>
                                    <a:srgbClr val="00B0F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rad>
                    </m:oMath>
                  </m:oMathPara>
                </a14:m>
                <a:endParaRPr lang="en-CA" sz="1100" dirty="0">
                  <a:solidFill>
                    <a:srgbClr val="00B0F0"/>
                  </a:solidFill>
                </a:endParaRP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F99743A0-B40F-6832-96B0-D4D4C0DBD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06614" y="2583231"/>
                <a:ext cx="550599" cy="500137"/>
              </a:xfrm>
              <a:prstGeom prst="rect">
                <a:avLst/>
              </a:prstGeom>
              <a:blipFill>
                <a:blip r:embed="rId2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CA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85258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BF4A1-83AD-F784-60C9-48E187F76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411347D-5558-895C-A9AF-4C61F8640CC6}"/>
              </a:ext>
            </a:extLst>
          </p:cNvPr>
          <p:cNvGrpSpPr/>
          <p:nvPr/>
        </p:nvGrpSpPr>
        <p:grpSpPr>
          <a:xfrm>
            <a:off x="3350790" y="1600088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FD534F51-C2D9-3A2E-0D68-AAABBEA2040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73A47EA-B498-5A99-7EF8-0754974EC17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556BDBD-9B19-8E5A-D0A5-DE5BB822B08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D5D5A0CA-8C32-66BA-6154-31D24AE8B5F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789C2D19-56DE-9B0B-6BCE-648EEFAB189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4420AD31-4DA7-6184-09E7-B87C4616E55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252D638A-6E24-611B-48A4-A6408F2570F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AEA37A87-EB58-D8C4-E9F6-CB6837E7170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55CB6E95-7977-66F6-0502-E3248E6CDEC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C14D22FB-4547-AD60-6210-4ED325B57F0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907185DB-B359-A4A5-8D82-0648C83E184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0744485F-0936-FD6A-5F46-88E08DE9827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2C08692D-98C4-25AB-698B-4AD4C8D9D06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D6DA4A52-5449-E333-50E2-23A708EB06D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5B3364FB-AABF-4CB9-08F2-4825718F8BE5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B8FF8992-1463-E859-A437-8212EF0E4D4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ADF45E8B-492F-8EC3-BCB4-51BCE140ADBD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015C63EE-3508-6CAF-D66C-361023BF149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333D1A6E-5663-B757-520D-F5715D550B4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69AF49B7-253E-D6B7-6271-027C16076B0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D49FF3DB-BDA6-C7B3-3236-104C5CB839F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40CCC9B8-B355-08B5-7867-26D5572DCD52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CE3E9091-033F-2721-45CC-3D172B6A9712}"/>
              </a:ext>
            </a:extLst>
          </p:cNvPr>
          <p:cNvCxnSpPr>
            <a:cxnSpLocks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7B314C14-E9C0-BB83-9224-EC417168AE4F}"/>
              </a:ext>
            </a:extLst>
          </p:cNvPr>
          <p:cNvCxnSpPr>
            <a:cxnSpLocks/>
            <a:endCxn id="106" idx="4"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A8FEBB85-1ABD-756A-7108-D9E49CA85FEC}"/>
              </a:ext>
            </a:extLst>
          </p:cNvPr>
          <p:cNvCxnSpPr>
            <a:cxnSpLocks/>
          </p:cNvCxnSpPr>
          <p:nvPr/>
        </p:nvCxnSpPr>
        <p:spPr>
          <a:xfrm>
            <a:off x="5181599" y="1854994"/>
            <a:ext cx="912391" cy="1573894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D54C4051-5297-7042-ECF6-15DE4DD78345}"/>
              </a:ext>
            </a:extLst>
          </p:cNvPr>
          <p:cNvSpPr txBox="1"/>
          <p:nvPr/>
        </p:nvSpPr>
        <p:spPr>
          <a:xfrm>
            <a:off x="5375999" y="2770579"/>
            <a:ext cx="295085" cy="36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630F6317-C8FD-512E-BE3F-F483D44AAFEA}"/>
              </a:ext>
            </a:extLst>
          </p:cNvPr>
          <p:cNvSpPr txBox="1"/>
          <p:nvPr/>
        </p:nvSpPr>
        <p:spPr>
          <a:xfrm>
            <a:off x="6093990" y="2121962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w/4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C41A4185-DD9F-2967-7467-B3786B29B642}"/>
              </a:ext>
            </a:extLst>
          </p:cNvPr>
          <p:cNvCxnSpPr>
            <a:cxnSpLocks/>
          </p:cNvCxnSpPr>
          <p:nvPr/>
        </p:nvCxnSpPr>
        <p:spPr>
          <a:xfrm>
            <a:off x="5181600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8C167F08-4019-57EB-3BAB-A4CB5EBFE1DF}"/>
              </a:ext>
            </a:extLst>
          </p:cNvPr>
          <p:cNvSpPr txBox="1"/>
          <p:nvPr/>
        </p:nvSpPr>
        <p:spPr>
          <a:xfrm>
            <a:off x="4801910" y="2834640"/>
            <a:ext cx="4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544860E9-74E2-6D97-4B6A-6B860D0618D0}"/>
              </a:ext>
            </a:extLst>
          </p:cNvPr>
          <p:cNvCxnSpPr>
            <a:cxnSpLocks/>
          </p:cNvCxnSpPr>
          <p:nvPr/>
        </p:nvCxnSpPr>
        <p:spPr>
          <a:xfrm>
            <a:off x="6096000" y="2423160"/>
            <a:ext cx="457200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AC57C54E-DB6D-4438-4119-FF528826BA46}"/>
              </a:ext>
            </a:extLst>
          </p:cNvPr>
          <p:cNvGrpSpPr/>
          <p:nvPr/>
        </p:nvGrpSpPr>
        <p:grpSpPr>
          <a:xfrm>
            <a:off x="5181600" y="2423160"/>
            <a:ext cx="1828800" cy="2011680"/>
            <a:chOff x="5181600" y="2423160"/>
            <a:chExt cx="1828800" cy="201168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F4CD3FCC-242E-00C2-E41B-D5067F093C2F}"/>
                </a:ext>
              </a:extLst>
            </p:cNvPr>
            <p:cNvSpPr/>
            <p:nvPr/>
          </p:nvSpPr>
          <p:spPr>
            <a:xfrm>
              <a:off x="5181600" y="2514600"/>
              <a:ext cx="1828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 90">
              <a:extLst>
                <a:ext uri="{FF2B5EF4-FFF2-40B4-BE49-F238E27FC236}">
                  <a16:creationId xmlns:a16="http://schemas.microsoft.com/office/drawing/2014/main" id="{691E42C7-D881-7240-48E3-0307F48AED35}"/>
                </a:ext>
              </a:extLst>
            </p:cNvPr>
            <p:cNvSpPr/>
            <p:nvPr/>
          </p:nvSpPr>
          <p:spPr>
            <a:xfrm>
              <a:off x="5181600" y="242316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 90">
              <a:extLst>
                <a:ext uri="{FF2B5EF4-FFF2-40B4-BE49-F238E27FC236}">
                  <a16:creationId xmlns:a16="http://schemas.microsoft.com/office/drawing/2014/main" id="{AA236531-D4CA-3B66-D610-8AF7528882BB}"/>
                </a:ext>
              </a:extLst>
            </p:cNvPr>
            <p:cNvSpPr/>
            <p:nvPr/>
          </p:nvSpPr>
          <p:spPr>
            <a:xfrm rot="10800000">
              <a:off x="5181600" y="434340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73AD4B61-EAFC-041B-FC14-224C066407A0}"/>
              </a:ext>
            </a:extLst>
          </p:cNvPr>
          <p:cNvSpPr txBox="1"/>
          <p:nvPr/>
        </p:nvSpPr>
        <p:spPr>
          <a:xfrm>
            <a:off x="4645645" y="1194182"/>
            <a:ext cx="28966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Slice Based Orthogonal Margin</a:t>
            </a:r>
            <a:endParaRPr lang="en-CA" sz="1600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4188FF0-386F-E922-30A1-412A58D384E3}"/>
              </a:ext>
            </a:extLst>
          </p:cNvPr>
          <p:cNvCxnSpPr>
            <a:cxnSpLocks/>
          </p:cNvCxnSpPr>
          <p:nvPr/>
        </p:nvCxnSpPr>
        <p:spPr>
          <a:xfrm>
            <a:off x="4512469" y="2514488"/>
            <a:ext cx="669130" cy="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8077398-76AF-5112-A943-6749C7E4C28D}"/>
              </a:ext>
            </a:extLst>
          </p:cNvPr>
          <p:cNvCxnSpPr>
            <a:cxnSpLocks/>
          </p:cNvCxnSpPr>
          <p:nvPr/>
        </p:nvCxnSpPr>
        <p:spPr>
          <a:xfrm>
            <a:off x="5638800" y="1600088"/>
            <a:ext cx="0" cy="823072"/>
          </a:xfrm>
          <a:prstGeom prst="straightConnector1">
            <a:avLst/>
          </a:prstGeom>
          <a:ln>
            <a:solidFill>
              <a:schemeClr val="accent6">
                <a:alpha val="58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E0E1A5B-F967-A052-50F2-5861C9553CA0}"/>
              </a:ext>
            </a:extLst>
          </p:cNvPr>
          <p:cNvCxnSpPr>
            <a:cxnSpLocks/>
          </p:cNvCxnSpPr>
          <p:nvPr/>
        </p:nvCxnSpPr>
        <p:spPr>
          <a:xfrm>
            <a:off x="5181600" y="1783080"/>
            <a:ext cx="0" cy="73152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63879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578621-EB86-4245-63E7-EAB2A7403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40F04BE-0B9E-0F05-C21C-858FF3B9DF32}"/>
              </a:ext>
            </a:extLst>
          </p:cNvPr>
          <p:cNvGrpSpPr/>
          <p:nvPr/>
        </p:nvGrpSpPr>
        <p:grpSpPr>
          <a:xfrm>
            <a:off x="3350790" y="1600088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7E733A37-0886-200C-2648-345101510345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237DC7E5-CEBF-3AA8-A17A-D5406A76D1A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56B51B54-5068-602F-C88A-5F28A9319C1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E0597235-0912-529D-0517-CC0AB8DAEB5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15CDA26E-A9F6-01E9-E41E-62066CE05DD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297B4298-05FE-42E1-B3A5-F1126E10C8F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D6E8927-8869-9341-6CED-06100ECC782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6C73ED2E-3206-7754-A277-68F480EDB60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4A7DA1D7-83F4-FC64-68BB-EC3E283E337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2F0C3B29-04B9-0808-4D32-F60E89F2FEA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311A3843-12A4-7387-CA39-2C02D1A5F4D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C1DF672A-9ECA-6350-BD74-CFC1EBEAB38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49EBF77B-3328-AA2B-3775-93DC7CC0B3F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F183FEC7-3BE1-51B6-60D9-1648F28C776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11C318BD-3599-71BD-00F9-152B8D00EF4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0CC08EB9-4A1C-8C21-91FA-9EF1DD37486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0512695E-F570-813A-3B20-4E37F0EE9D6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6F6AFC45-8C0E-6B2E-58F2-A22A67689A3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DEA8C407-01EC-C79A-F741-6FB6C91BB80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2AD57C68-B3F3-34F1-7FDB-FFB684296A6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71DCA2F7-26F3-C79F-C62E-84225C6D2FA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118A9F46-A88C-7D3E-CE55-230BD2BD3329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3B599B18-2B8B-E749-1E4C-5F470656CD28}"/>
              </a:ext>
            </a:extLst>
          </p:cNvPr>
          <p:cNvCxnSpPr>
            <a:cxnSpLocks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3261B86-8C43-5F7D-F97D-1DD60DA7A41D}"/>
              </a:ext>
            </a:extLst>
          </p:cNvPr>
          <p:cNvCxnSpPr>
            <a:cxnSpLocks/>
            <a:endCxn id="106" idx="4"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68388544-6367-1E71-7C2D-73E5B91ADD9D}"/>
              </a:ext>
            </a:extLst>
          </p:cNvPr>
          <p:cNvSpPr txBox="1"/>
          <p:nvPr/>
        </p:nvSpPr>
        <p:spPr>
          <a:xfrm>
            <a:off x="5636557" y="2823569"/>
            <a:ext cx="2950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DD84E322-6EA2-D6D2-2AC7-05384816A689}"/>
              </a:ext>
            </a:extLst>
          </p:cNvPr>
          <p:cNvSpPr txBox="1"/>
          <p:nvPr/>
        </p:nvSpPr>
        <p:spPr>
          <a:xfrm>
            <a:off x="6093990" y="2121962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w/4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E1447740-5CFE-9D98-3A5C-7B1C09927305}"/>
              </a:ext>
            </a:extLst>
          </p:cNvPr>
          <p:cNvCxnSpPr>
            <a:cxnSpLocks/>
          </p:cNvCxnSpPr>
          <p:nvPr/>
        </p:nvCxnSpPr>
        <p:spPr>
          <a:xfrm>
            <a:off x="5181600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73450E7B-6247-972B-10FE-1AF76FCE3863}"/>
              </a:ext>
            </a:extLst>
          </p:cNvPr>
          <p:cNvSpPr txBox="1"/>
          <p:nvPr/>
        </p:nvSpPr>
        <p:spPr>
          <a:xfrm>
            <a:off x="4801910" y="2834640"/>
            <a:ext cx="4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9E008809-6509-ACF1-8647-92AD20915390}"/>
              </a:ext>
            </a:extLst>
          </p:cNvPr>
          <p:cNvCxnSpPr>
            <a:cxnSpLocks/>
          </p:cNvCxnSpPr>
          <p:nvPr/>
        </p:nvCxnSpPr>
        <p:spPr>
          <a:xfrm>
            <a:off x="6096000" y="2423160"/>
            <a:ext cx="457200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CFD0DA3C-24E6-9C26-A530-0ADE351A5BC5}"/>
              </a:ext>
            </a:extLst>
          </p:cNvPr>
          <p:cNvGrpSpPr/>
          <p:nvPr/>
        </p:nvGrpSpPr>
        <p:grpSpPr>
          <a:xfrm>
            <a:off x="5181600" y="2423160"/>
            <a:ext cx="1828800" cy="2011680"/>
            <a:chOff x="5181600" y="2423160"/>
            <a:chExt cx="1828800" cy="201168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4F8B2B6C-FD12-A588-4D79-154A93CB0A49}"/>
                </a:ext>
              </a:extLst>
            </p:cNvPr>
            <p:cNvSpPr/>
            <p:nvPr/>
          </p:nvSpPr>
          <p:spPr>
            <a:xfrm>
              <a:off x="5181600" y="2514600"/>
              <a:ext cx="1828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 90">
              <a:extLst>
                <a:ext uri="{FF2B5EF4-FFF2-40B4-BE49-F238E27FC236}">
                  <a16:creationId xmlns:a16="http://schemas.microsoft.com/office/drawing/2014/main" id="{3B75AF7F-90A5-BF02-2C66-AADD501708EB}"/>
                </a:ext>
              </a:extLst>
            </p:cNvPr>
            <p:cNvSpPr/>
            <p:nvPr/>
          </p:nvSpPr>
          <p:spPr>
            <a:xfrm>
              <a:off x="5181600" y="242316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 90">
              <a:extLst>
                <a:ext uri="{FF2B5EF4-FFF2-40B4-BE49-F238E27FC236}">
                  <a16:creationId xmlns:a16="http://schemas.microsoft.com/office/drawing/2014/main" id="{E5654F2B-C4DB-7676-CED2-185FB3769B0D}"/>
                </a:ext>
              </a:extLst>
            </p:cNvPr>
            <p:cNvSpPr/>
            <p:nvPr/>
          </p:nvSpPr>
          <p:spPr>
            <a:xfrm rot="10800000">
              <a:off x="5181600" y="434340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D3BDA138-2CF7-C3D7-EE84-30D3E23A95BB}"/>
              </a:ext>
            </a:extLst>
          </p:cNvPr>
          <p:cNvSpPr txBox="1"/>
          <p:nvPr/>
        </p:nvSpPr>
        <p:spPr>
          <a:xfrm>
            <a:off x="4645645" y="1194182"/>
            <a:ext cx="27362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Slice Based Minimum Margin</a:t>
            </a:r>
            <a:endParaRPr lang="en-CA" sz="1600" dirty="0"/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30B1E119-E5D2-0329-7E03-F7A7E3DB29B2}"/>
              </a:ext>
            </a:extLst>
          </p:cNvPr>
          <p:cNvCxnSpPr>
            <a:cxnSpLocks/>
            <a:stCxn id="106" idx="1"/>
          </p:cNvCxnSpPr>
          <p:nvPr/>
        </p:nvCxnSpPr>
        <p:spPr>
          <a:xfrm>
            <a:off x="4802843" y="2135843"/>
            <a:ext cx="1293157" cy="1293157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C4F586E7-E133-272A-B62C-712CE57FCBA4}"/>
              </a:ext>
            </a:extLst>
          </p:cNvPr>
          <p:cNvCxnSpPr>
            <a:cxnSpLocks/>
            <a:stCxn id="106" idx="1"/>
          </p:cNvCxnSpPr>
          <p:nvPr/>
        </p:nvCxnSpPr>
        <p:spPr>
          <a:xfrm>
            <a:off x="4802843" y="2135843"/>
            <a:ext cx="376735" cy="378503"/>
          </a:xfrm>
          <a:prstGeom prst="straightConnector1">
            <a:avLst/>
          </a:prstGeom>
          <a:ln>
            <a:solidFill>
              <a:schemeClr val="accent6">
                <a:alpha val="72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81E2385-53CF-2A6D-3696-DED71B4C8A36}"/>
              </a:ext>
            </a:extLst>
          </p:cNvPr>
          <p:cNvCxnSpPr>
            <a:cxnSpLocks/>
          </p:cNvCxnSpPr>
          <p:nvPr/>
        </p:nvCxnSpPr>
        <p:spPr>
          <a:xfrm>
            <a:off x="4801910" y="2135843"/>
            <a:ext cx="0" cy="378503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7D1322D-B7C8-94BB-D471-E3B0A0FF6655}"/>
              </a:ext>
            </a:extLst>
          </p:cNvPr>
          <p:cNvCxnSpPr>
            <a:cxnSpLocks/>
          </p:cNvCxnSpPr>
          <p:nvPr/>
        </p:nvCxnSpPr>
        <p:spPr>
          <a:xfrm>
            <a:off x="4801910" y="2514346"/>
            <a:ext cx="377668" cy="0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1C3A01A3-AD3D-C966-889E-F8A8676B5433}"/>
              </a:ext>
            </a:extLst>
          </p:cNvPr>
          <p:cNvCxnSpPr>
            <a:cxnSpLocks/>
          </p:cNvCxnSpPr>
          <p:nvPr/>
        </p:nvCxnSpPr>
        <p:spPr>
          <a:xfrm>
            <a:off x="5336621" y="1782856"/>
            <a:ext cx="755347" cy="163886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B8C551BA-4012-1216-1C9C-A2E44FAF345C}"/>
              </a:ext>
            </a:extLst>
          </p:cNvPr>
          <p:cNvCxnSpPr>
            <a:cxnSpLocks/>
          </p:cNvCxnSpPr>
          <p:nvPr/>
        </p:nvCxnSpPr>
        <p:spPr>
          <a:xfrm>
            <a:off x="5320922" y="1751104"/>
            <a:ext cx="315635" cy="678929"/>
          </a:xfrm>
          <a:prstGeom prst="straightConnector1">
            <a:avLst/>
          </a:prstGeom>
          <a:ln>
            <a:solidFill>
              <a:schemeClr val="accent6">
                <a:alpha val="70000"/>
              </a:schemeClr>
            </a:solidFill>
            <a:headEnd type="triangle"/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5185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6EB78-0C7D-045E-14C0-3461690859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552FAE5-018A-3EED-0C36-95FC30B98B7D}"/>
              </a:ext>
            </a:extLst>
          </p:cNvPr>
          <p:cNvGrpSpPr/>
          <p:nvPr/>
        </p:nvGrpSpPr>
        <p:grpSpPr>
          <a:xfrm>
            <a:off x="3350790" y="1600088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282B325-B5FB-7026-F5A2-893CBD5F352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13685AD9-1A98-4EA1-D6F0-A1A8E724A2AD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DE022EC-7721-566A-EE40-7296E38A2DA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AB83D5BC-561C-282B-6E31-727ECD4CFF8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125087B6-369E-EEF2-BF71-9AE89277F03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B616D4C4-58A8-6666-5C51-74C2B627EC8D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37A7B53F-AA96-DE17-8DBD-BCC860B2B4F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E7166F37-8341-0557-0C2F-796AEA9EB80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2878270E-D9E0-5AF3-9047-5F7B6A00F9F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4ACD8E69-F4DD-412E-4ADD-E62207FF2BD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002BDED-92C7-02C6-041B-CD899FB4E4F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7256A6AE-0B78-25D6-6DB8-2E8EC0ED471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5493EF5C-84C1-CAF5-CF06-FE1618E4A13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986DA86A-5CDC-C06D-0782-80FF876647F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C9B3D1CA-9618-24D2-A7E4-7560E4BE4B6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5066A6E6-D5C1-FD45-D6CD-220D84D9387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5C700F5B-DE5A-FDD2-8BCC-172ADED5CFF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7F70D0B8-6787-F7A7-E310-A34473729E4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A1A8061F-C8BB-B840-BE71-DBF3B99472C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77EE239D-4470-8499-F653-ECED2DC650D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4B9928E2-932C-2FCA-57BF-2F36048E5A1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  <p:sp>
        <p:nvSpPr>
          <p:cNvPr id="106" name="Oval 105">
            <a:extLst>
              <a:ext uri="{FF2B5EF4-FFF2-40B4-BE49-F238E27FC236}">
                <a16:creationId xmlns:a16="http://schemas.microsoft.com/office/drawing/2014/main" id="{5F297D25-972A-6CE5-EDCB-BF81BF422993}"/>
              </a:ext>
            </a:extLst>
          </p:cNvPr>
          <p:cNvSpPr/>
          <p:nvPr/>
        </p:nvSpPr>
        <p:spPr>
          <a:xfrm>
            <a:off x="4267200" y="1600200"/>
            <a:ext cx="3657600" cy="365760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286317BA-8395-D594-2117-1B64C3B3A789}"/>
              </a:ext>
            </a:extLst>
          </p:cNvPr>
          <p:cNvCxnSpPr>
            <a:cxnSpLocks/>
          </p:cNvCxnSpPr>
          <p:nvPr/>
        </p:nvCxnSpPr>
        <p:spPr>
          <a:xfrm>
            <a:off x="4267200" y="3429000"/>
            <a:ext cx="3657600" cy="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40B13A19-FFEF-1303-0A69-E28680A2A48A}"/>
              </a:ext>
            </a:extLst>
          </p:cNvPr>
          <p:cNvCxnSpPr>
            <a:cxnSpLocks/>
            <a:endCxn id="106" idx="4"/>
          </p:cNvCxnSpPr>
          <p:nvPr/>
        </p:nvCxnSpPr>
        <p:spPr>
          <a:xfrm>
            <a:off x="6096000" y="1600200"/>
            <a:ext cx="0" cy="3657600"/>
          </a:xfrm>
          <a:prstGeom prst="straightConnector1">
            <a:avLst/>
          </a:prstGeom>
          <a:ln w="19050" cap="flat" cmpd="sng" algn="ctr">
            <a:solidFill>
              <a:schemeClr val="accent4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C8FA9A60-1940-B89F-52A1-1F3EB78B9D4D}"/>
              </a:ext>
            </a:extLst>
          </p:cNvPr>
          <p:cNvCxnSpPr>
            <a:cxnSpLocks/>
          </p:cNvCxnSpPr>
          <p:nvPr/>
        </p:nvCxnSpPr>
        <p:spPr>
          <a:xfrm>
            <a:off x="4998244" y="1978410"/>
            <a:ext cx="1095746" cy="1450478"/>
          </a:xfrm>
          <a:prstGeom prst="straightConnector1">
            <a:avLst/>
          </a:prstGeom>
          <a:ln w="19050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5C240C9A-510C-DDCF-48C8-9AD30E94A69D}"/>
              </a:ext>
            </a:extLst>
          </p:cNvPr>
          <p:cNvSpPr txBox="1"/>
          <p:nvPr/>
        </p:nvSpPr>
        <p:spPr>
          <a:xfrm>
            <a:off x="5375999" y="2770579"/>
            <a:ext cx="295085" cy="36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dirty="0">
                <a:solidFill>
                  <a:srgbClr val="FF0000"/>
                </a:solidFill>
              </a:rPr>
              <a:t>r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9002F300-CBA8-E4D9-B238-ED5F419EAB20}"/>
              </a:ext>
            </a:extLst>
          </p:cNvPr>
          <p:cNvSpPr txBox="1"/>
          <p:nvPr/>
        </p:nvSpPr>
        <p:spPr>
          <a:xfrm>
            <a:off x="6093990" y="2121962"/>
            <a:ext cx="5481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w/4</a:t>
            </a:r>
          </a:p>
        </p:txBody>
      </p:sp>
      <p:cxnSp>
        <p:nvCxnSpPr>
          <p:cNvPr id="113" name="Straight Arrow Connector 112">
            <a:extLst>
              <a:ext uri="{FF2B5EF4-FFF2-40B4-BE49-F238E27FC236}">
                <a16:creationId xmlns:a16="http://schemas.microsoft.com/office/drawing/2014/main" id="{DBEA77F9-732C-2510-26A0-59100B28B696}"/>
              </a:ext>
            </a:extLst>
          </p:cNvPr>
          <p:cNvCxnSpPr>
            <a:cxnSpLocks/>
          </p:cNvCxnSpPr>
          <p:nvPr/>
        </p:nvCxnSpPr>
        <p:spPr>
          <a:xfrm>
            <a:off x="5181600" y="2514600"/>
            <a:ext cx="0" cy="914400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sp>
        <p:nvSpPr>
          <p:cNvPr id="114" name="TextBox 113">
            <a:extLst>
              <a:ext uri="{FF2B5EF4-FFF2-40B4-BE49-F238E27FC236}">
                <a16:creationId xmlns:a16="http://schemas.microsoft.com/office/drawing/2014/main" id="{404A40CE-3B18-E477-B1A7-275C4F8BE4F3}"/>
              </a:ext>
            </a:extLst>
          </p:cNvPr>
          <p:cNvSpPr txBox="1"/>
          <p:nvPr/>
        </p:nvSpPr>
        <p:spPr>
          <a:xfrm>
            <a:off x="4801910" y="2834640"/>
            <a:ext cx="45589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200" dirty="0">
                <a:solidFill>
                  <a:srgbClr val="00B0F0"/>
                </a:solidFill>
              </a:rPr>
              <a:t>w/2</a:t>
            </a:r>
          </a:p>
        </p:txBody>
      </p:sp>
      <p:cxnSp>
        <p:nvCxnSpPr>
          <p:cNvPr id="116" name="Straight Arrow Connector 115">
            <a:extLst>
              <a:ext uri="{FF2B5EF4-FFF2-40B4-BE49-F238E27FC236}">
                <a16:creationId xmlns:a16="http://schemas.microsoft.com/office/drawing/2014/main" id="{A4A7B81B-0C0B-A1C9-5817-CE4E0662D64A}"/>
              </a:ext>
            </a:extLst>
          </p:cNvPr>
          <p:cNvCxnSpPr>
            <a:cxnSpLocks/>
          </p:cNvCxnSpPr>
          <p:nvPr/>
        </p:nvCxnSpPr>
        <p:spPr>
          <a:xfrm>
            <a:off x="6096000" y="2423160"/>
            <a:ext cx="457200" cy="0"/>
          </a:xfrm>
          <a:prstGeom prst="straightConnector1">
            <a:avLst/>
          </a:prstGeom>
          <a:ln>
            <a:solidFill>
              <a:schemeClr val="accent4">
                <a:alpha val="85000"/>
              </a:schemeClr>
            </a:solidFill>
            <a:headEnd type="triangle"/>
            <a:tailEnd type="triangle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C1F8069-5B46-7656-AA32-9C89E6097E7B}"/>
              </a:ext>
            </a:extLst>
          </p:cNvPr>
          <p:cNvGrpSpPr/>
          <p:nvPr/>
        </p:nvGrpSpPr>
        <p:grpSpPr>
          <a:xfrm>
            <a:off x="5181600" y="2423160"/>
            <a:ext cx="1828800" cy="2011680"/>
            <a:chOff x="5181600" y="2423160"/>
            <a:chExt cx="1828800" cy="2011680"/>
          </a:xfrm>
        </p:grpSpPr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9EC78A60-D97B-2BE4-5528-F78B3547BBF0}"/>
                </a:ext>
              </a:extLst>
            </p:cNvPr>
            <p:cNvSpPr/>
            <p:nvPr/>
          </p:nvSpPr>
          <p:spPr>
            <a:xfrm>
              <a:off x="5181600" y="2514600"/>
              <a:ext cx="1828800" cy="182880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 90">
              <a:extLst>
                <a:ext uri="{FF2B5EF4-FFF2-40B4-BE49-F238E27FC236}">
                  <a16:creationId xmlns:a16="http://schemas.microsoft.com/office/drawing/2014/main" id="{84B20817-4EA2-6842-9E68-E9D86E9C2853}"/>
                </a:ext>
              </a:extLst>
            </p:cNvPr>
            <p:cNvSpPr/>
            <p:nvPr/>
          </p:nvSpPr>
          <p:spPr>
            <a:xfrm>
              <a:off x="5181600" y="242316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 90">
              <a:extLst>
                <a:ext uri="{FF2B5EF4-FFF2-40B4-BE49-F238E27FC236}">
                  <a16:creationId xmlns:a16="http://schemas.microsoft.com/office/drawing/2014/main" id="{E418D7C0-5564-6FD1-EDE6-DA6EE452FF4C}"/>
                </a:ext>
              </a:extLst>
            </p:cNvPr>
            <p:cNvSpPr/>
            <p:nvPr/>
          </p:nvSpPr>
          <p:spPr>
            <a:xfrm rot="10800000">
              <a:off x="5181600" y="4343400"/>
              <a:ext cx="1826778" cy="91440"/>
            </a:xfrm>
            <a:prstGeom prst="trapezoid">
              <a:avLst>
                <a:gd name="adj" fmla="val 498593"/>
              </a:avLst>
            </a:prstGeom>
            <a:noFill/>
            <a:ln>
              <a:solidFill>
                <a:schemeClr val="accent5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47113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82C777-2001-3774-0C54-D54007AAF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0F9C991-72F7-4DD6-FEFA-4C827F925F3C}"/>
              </a:ext>
            </a:extLst>
          </p:cNvPr>
          <p:cNvGrpSpPr/>
          <p:nvPr/>
        </p:nvGrpSpPr>
        <p:grpSpPr>
          <a:xfrm>
            <a:off x="3352800" y="1600200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99300E18-CF71-DAAC-A911-1DEE7338F6A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9E628D20-B63E-891D-1AD5-6B7C3E9887F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E5C96B8F-16E3-FDAA-4030-A1D60B57354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687F4D2E-AE8B-2793-7601-557CACA0316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69A6E99B-F4FC-2DFC-4B0E-50D40423C41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50B8C57E-4BCE-A57D-32C6-0BD29F53DAF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8" name="Straight Arrow Connector 87">
              <a:extLst>
                <a:ext uri="{FF2B5EF4-FFF2-40B4-BE49-F238E27FC236}">
                  <a16:creationId xmlns:a16="http://schemas.microsoft.com/office/drawing/2014/main" id="{4E9E6701-CDB8-07A5-7302-C017900D5E3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9" name="Straight Arrow Connector 88">
              <a:extLst>
                <a:ext uri="{FF2B5EF4-FFF2-40B4-BE49-F238E27FC236}">
                  <a16:creationId xmlns:a16="http://schemas.microsoft.com/office/drawing/2014/main" id="{5C885EF8-479F-C935-B039-744DC9B36AB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0" name="Straight Arrow Connector 89">
              <a:extLst>
                <a:ext uri="{FF2B5EF4-FFF2-40B4-BE49-F238E27FC236}">
                  <a16:creationId xmlns:a16="http://schemas.microsoft.com/office/drawing/2014/main" id="{74A24066-45EA-A2F6-FCB2-C41AD545F77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2" name="Straight Arrow Connector 91">
              <a:extLst>
                <a:ext uri="{FF2B5EF4-FFF2-40B4-BE49-F238E27FC236}">
                  <a16:creationId xmlns:a16="http://schemas.microsoft.com/office/drawing/2014/main" id="{8C61C8B3-8734-2EC8-12DE-3BBDD6F021C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3" name="Straight Arrow Connector 92">
              <a:extLst>
                <a:ext uri="{FF2B5EF4-FFF2-40B4-BE49-F238E27FC236}">
                  <a16:creationId xmlns:a16="http://schemas.microsoft.com/office/drawing/2014/main" id="{761EB9DE-6199-6DBE-FA28-4004B2CED25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96287F4C-D118-0466-469D-DF9C437D3FB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5" name="Straight Arrow Connector 94">
              <a:extLst>
                <a:ext uri="{FF2B5EF4-FFF2-40B4-BE49-F238E27FC236}">
                  <a16:creationId xmlns:a16="http://schemas.microsoft.com/office/drawing/2014/main" id="{B7354B0E-349D-0F96-3977-76BB7A1C54E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6" name="Straight Arrow Connector 95">
              <a:extLst>
                <a:ext uri="{FF2B5EF4-FFF2-40B4-BE49-F238E27FC236}">
                  <a16:creationId xmlns:a16="http://schemas.microsoft.com/office/drawing/2014/main" id="{337633B3-93B1-7BE8-6DFE-26BAE2AF36A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7" name="Straight Arrow Connector 96">
              <a:extLst>
                <a:ext uri="{FF2B5EF4-FFF2-40B4-BE49-F238E27FC236}">
                  <a16:creationId xmlns:a16="http://schemas.microsoft.com/office/drawing/2014/main" id="{252D094A-F423-44DA-5412-345CF5B50C8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8" name="Straight Arrow Connector 97">
              <a:extLst>
                <a:ext uri="{FF2B5EF4-FFF2-40B4-BE49-F238E27FC236}">
                  <a16:creationId xmlns:a16="http://schemas.microsoft.com/office/drawing/2014/main" id="{E9ABA52A-7DFD-E5C8-7EAC-8071A69BE88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99" name="Straight Arrow Connector 98">
              <a:extLst>
                <a:ext uri="{FF2B5EF4-FFF2-40B4-BE49-F238E27FC236}">
                  <a16:creationId xmlns:a16="http://schemas.microsoft.com/office/drawing/2014/main" id="{73527BAB-B770-10DD-105E-B5408436C9E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0" name="Straight Arrow Connector 99">
              <a:extLst>
                <a:ext uri="{FF2B5EF4-FFF2-40B4-BE49-F238E27FC236}">
                  <a16:creationId xmlns:a16="http://schemas.microsoft.com/office/drawing/2014/main" id="{CB81809F-83EB-A0F1-D354-1C206C21EF54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1" name="Straight Arrow Connector 100">
              <a:extLst>
                <a:ext uri="{FF2B5EF4-FFF2-40B4-BE49-F238E27FC236}">
                  <a16:creationId xmlns:a16="http://schemas.microsoft.com/office/drawing/2014/main" id="{91401069-29B4-FA35-B2F8-52032BEB15F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2" name="Straight Arrow Connector 101">
              <a:extLst>
                <a:ext uri="{FF2B5EF4-FFF2-40B4-BE49-F238E27FC236}">
                  <a16:creationId xmlns:a16="http://schemas.microsoft.com/office/drawing/2014/main" id="{492C3B1A-5641-E795-3769-CBBC7D957F9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04" name="Straight Arrow Connector 103">
              <a:extLst>
                <a:ext uri="{FF2B5EF4-FFF2-40B4-BE49-F238E27FC236}">
                  <a16:creationId xmlns:a16="http://schemas.microsoft.com/office/drawing/2014/main" id="{A6286102-2310-E16F-7EDB-0B9A8CA2D09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02008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2BB715-DCA7-A663-0417-CEAF8F9C2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2">
            <a:extLst>
              <a:ext uri="{FF2B5EF4-FFF2-40B4-BE49-F238E27FC236}">
                <a16:creationId xmlns:a16="http://schemas.microsoft.com/office/drawing/2014/main" id="{8A6AF61E-1A0A-C5E4-16BB-7E4B54AC7D1D}"/>
              </a:ext>
            </a:extLst>
          </p:cNvPr>
          <p:cNvGrpSpPr/>
          <p:nvPr/>
        </p:nvGrpSpPr>
        <p:grpSpPr>
          <a:xfrm>
            <a:off x="3352800" y="1600200"/>
            <a:ext cx="5486400" cy="3657600"/>
            <a:chOff x="3352800" y="1600200"/>
            <a:chExt cx="5486400" cy="3657600"/>
          </a:xfrm>
        </p:grpSpPr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439D5FE7-2185-2ED0-8231-B9BD5028357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00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EDEE04D4-B354-C536-91FF-97F199BB948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166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07526C21-BF6F-D9A9-375B-299642468E2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691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440F5B11-0638-6ED1-6D09-E369C7AA764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783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1730C63D-50AB-CD91-D042-472FBF696EB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874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B71764E9-5288-076C-8C36-2B6591F385A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1965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9579024B-7692-7357-8DE2-7C261AF42A6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057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4B3E2F1A-B6C5-3B31-0E50-8DC749289CF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148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25B24EB7-7CB5-F62B-8945-E2B7465B4B2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331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6A673BC3-4F01-49C2-DC3B-694674CB649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514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03438CF3-EED3-4E2B-E070-7D0ED7C55FC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97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A78A89F-B240-EC73-D92A-85EF0FE32BA5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8803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13D7AD25-6685-09BC-260E-6BC17D76ED1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0632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7B9AE00E-D7AC-6F73-1506-1355A18CDB4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2461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FBE2F075-B001-5AB1-AEBF-BEC6076C6D7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4290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5" name="Straight Arrow Connector 34">
              <a:extLst>
                <a:ext uri="{FF2B5EF4-FFF2-40B4-BE49-F238E27FC236}">
                  <a16:creationId xmlns:a16="http://schemas.microsoft.com/office/drawing/2014/main" id="{56BF2770-524B-7EBC-D4C2-14AB4631266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6118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4CAD3771-F31E-3545-5264-8E9781BCDE6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8862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062AEC28-C7B1-4F6C-B30E-55C03AF24091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0690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6049ED47-F8BC-D764-520B-2BFA04D51915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2519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3605E8BD-308C-E425-5F5E-5AF73B48A49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4348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5" name="Straight Arrow Connector 44">
              <a:extLst>
                <a:ext uri="{FF2B5EF4-FFF2-40B4-BE49-F238E27FC236}">
                  <a16:creationId xmlns:a16="http://schemas.microsoft.com/office/drawing/2014/main" id="{52F7D380-DE7D-B93C-9B7F-7193C539AB2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6177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542DAF56-6826-FE2D-442E-7E92424C9C5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006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33CF0908-4C33-269E-137D-0A84C28A79A6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892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1" name="Straight Arrow Connector 50">
              <a:extLst>
                <a:ext uri="{FF2B5EF4-FFF2-40B4-BE49-F238E27FC236}">
                  <a16:creationId xmlns:a16="http://schemas.microsoft.com/office/drawing/2014/main" id="{0EDAB7CE-4A29-E466-C58C-45977699DD3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9834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BD4FC40B-4017-B99B-E736-DB036CBA972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074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4D509EF2-E194-29E2-EB21-5CE5DDFC9E3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5257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98B0DB4-FD1E-AB4B-F785-2D454C51136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947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68445FBD-86F5-37F6-8C9C-3F973462A0A8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240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5F5782D7-3BD3-F625-14FB-97F730E3D82B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423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4750F639-DF2B-CA0C-638B-4A84945578D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6060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E09397CE-92C2-B313-C0CF-4B58CAB66100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7889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2E2E6EA6-E5D6-2FA3-6741-BB72A179C807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29718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69" name="Straight Arrow Connector 68">
              <a:extLst>
                <a:ext uri="{FF2B5EF4-FFF2-40B4-BE49-F238E27FC236}">
                  <a16:creationId xmlns:a16="http://schemas.microsoft.com/office/drawing/2014/main" id="{8DC063F9-AB03-A93E-81E0-4DFC04A2CC7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1546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1" name="Straight Arrow Connector 70">
              <a:extLst>
                <a:ext uri="{FF2B5EF4-FFF2-40B4-BE49-F238E27FC236}">
                  <a16:creationId xmlns:a16="http://schemas.microsoft.com/office/drawing/2014/main" id="{5973C8DB-1C5E-0E82-5A21-B30626F5DA42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3375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3" name="Straight Arrow Connector 72">
              <a:extLst>
                <a:ext uri="{FF2B5EF4-FFF2-40B4-BE49-F238E27FC236}">
                  <a16:creationId xmlns:a16="http://schemas.microsoft.com/office/drawing/2014/main" id="{009CBB91-FD24-65BD-75D6-812FD8421D2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5204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5" name="Straight Arrow Connector 74">
              <a:extLst>
                <a:ext uri="{FF2B5EF4-FFF2-40B4-BE49-F238E27FC236}">
                  <a16:creationId xmlns:a16="http://schemas.microsoft.com/office/drawing/2014/main" id="{EA785B64-7409-3A24-651A-254B45AC8FA9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7033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7" name="Straight Arrow Connector 76">
              <a:extLst>
                <a:ext uri="{FF2B5EF4-FFF2-40B4-BE49-F238E27FC236}">
                  <a16:creationId xmlns:a16="http://schemas.microsoft.com/office/drawing/2014/main" id="{C5401182-FFEB-B3C0-20B5-0A4A83102C5E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397764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79" name="Straight Arrow Connector 78">
              <a:extLst>
                <a:ext uri="{FF2B5EF4-FFF2-40B4-BE49-F238E27FC236}">
                  <a16:creationId xmlns:a16="http://schemas.microsoft.com/office/drawing/2014/main" id="{D0B6B49A-4BCD-1C05-80AD-698A4EC0675A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16052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0" name="Straight Arrow Connector 79">
              <a:extLst>
                <a:ext uri="{FF2B5EF4-FFF2-40B4-BE49-F238E27FC236}">
                  <a16:creationId xmlns:a16="http://schemas.microsoft.com/office/drawing/2014/main" id="{B36481EE-948C-495D-60B2-29611C5B8B8C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34340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45AE1862-30FB-BFD7-2789-A19BE361161F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52628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59B19EBC-46A2-C9B5-70BE-59AF726CD103}"/>
                </a:ext>
              </a:extLst>
            </p:cNvPr>
            <p:cNvCxnSpPr>
              <a:cxnSpLocks/>
            </p:cNvCxnSpPr>
            <p:nvPr/>
          </p:nvCxnSpPr>
          <p:spPr>
            <a:xfrm>
              <a:off x="3352800" y="4709160"/>
              <a:ext cx="5486400" cy="0"/>
            </a:xfrm>
            <a:prstGeom prst="straightConnector1">
              <a:avLst/>
            </a:prstGeom>
            <a:ln w="19050" cap="flat" cmpd="sng" algn="ctr">
              <a:solidFill>
                <a:schemeClr val="bg1">
                  <a:lumMod val="65000"/>
                </a:schemeClr>
              </a:solidFill>
              <a:prstDash val="dash"/>
              <a:round/>
              <a:headEnd type="none" w="med" len="med"/>
              <a:tailEnd type="none" w="med" len="med"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722854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</TotalTime>
  <Words>53</Words>
  <Application>Microsoft Office PowerPoint</Application>
  <PresentationFormat>Widescreen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Greg Salomons</dc:creator>
  <cp:lastModifiedBy>Greg Salomons</cp:lastModifiedBy>
  <cp:revision>12</cp:revision>
  <dcterms:created xsi:type="dcterms:W3CDTF">2026-05-16T15:17:44Z</dcterms:created>
  <dcterms:modified xsi:type="dcterms:W3CDTF">2026-05-19T00:53:28Z</dcterms:modified>
</cp:coreProperties>
</file>