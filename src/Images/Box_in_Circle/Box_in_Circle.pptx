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69" r:id="rId6"/>
    <p:sldId id="270" r:id="rId7"/>
    <p:sldId id="272" r:id="rId8"/>
    <p:sldId id="273" r:id="rId9"/>
    <p:sldId id="271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694DC1-FC41-4DA6-8E68-64CB97CA31B4}" v="7" dt="2026-05-20T16:32:53.1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FE22A1E6-ED50-4B0B-A3FE-2910A2F54FB8}"/>
    <pc:docChg chg="custSel addSld modSld">
      <pc:chgData name="Greg Salomons" userId="759311b4-a852-4cd4-8aa9-8f7a4c00818c" providerId="ADAL" clId="{FE22A1E6-ED50-4B0B-A3FE-2910A2F54FB8}" dt="2026-05-20T16:33:05.413" v="184" actId="1076"/>
      <pc:docMkLst>
        <pc:docMk/>
      </pc:docMkLst>
      <pc:sldChg chg="addSp delSp modSp add mod">
        <pc:chgData name="Greg Salomons" userId="759311b4-a852-4cd4-8aa9-8f7a4c00818c" providerId="ADAL" clId="{FE22A1E6-ED50-4B0B-A3FE-2910A2F54FB8}" dt="2026-05-20T16:33:05.413" v="184" actId="1076"/>
        <pc:sldMkLst>
          <pc:docMk/>
          <pc:sldMk cId="491054678" sldId="272"/>
        </pc:sldMkLst>
        <pc:spChg chg="add mod">
          <ac:chgData name="Greg Salomons" userId="759311b4-a852-4cd4-8aa9-8f7a4c00818c" providerId="ADAL" clId="{FE22A1E6-ED50-4B0B-A3FE-2910A2F54FB8}" dt="2026-05-20T16:26:36.364" v="124" actId="207"/>
          <ac:spMkLst>
            <pc:docMk/>
            <pc:sldMk cId="491054678" sldId="272"/>
            <ac:spMk id="2" creationId="{C6DC4996-E261-BC65-CDC9-89A17B04E961}"/>
          </ac:spMkLst>
        </pc:spChg>
        <pc:spChg chg="add mod">
          <ac:chgData name="Greg Salomons" userId="759311b4-a852-4cd4-8aa9-8f7a4c00818c" providerId="ADAL" clId="{FE22A1E6-ED50-4B0B-A3FE-2910A2F54FB8}" dt="2026-05-20T16:26:44.480" v="125"/>
          <ac:spMkLst>
            <pc:docMk/>
            <pc:sldMk cId="491054678" sldId="272"/>
            <ac:spMk id="3" creationId="{09E6BFC5-46B3-8A51-B1E3-704745ED9CFE}"/>
          </ac:spMkLst>
        </pc:spChg>
        <pc:spChg chg="add mod">
          <ac:chgData name="Greg Salomons" userId="759311b4-a852-4cd4-8aa9-8f7a4c00818c" providerId="ADAL" clId="{FE22A1E6-ED50-4B0B-A3FE-2910A2F54FB8}" dt="2026-05-20T16:32:50.077" v="175"/>
          <ac:spMkLst>
            <pc:docMk/>
            <pc:sldMk cId="491054678" sldId="272"/>
            <ac:spMk id="4" creationId="{6C8BE8FC-284D-A15F-7A65-F3522E673ADE}"/>
          </ac:spMkLst>
        </pc:spChg>
        <pc:spChg chg="add mod">
          <ac:chgData name="Greg Salomons" userId="759311b4-a852-4cd4-8aa9-8f7a4c00818c" providerId="ADAL" clId="{FE22A1E6-ED50-4B0B-A3FE-2910A2F54FB8}" dt="2026-05-20T16:30:51.845" v="174" actId="20577"/>
          <ac:spMkLst>
            <pc:docMk/>
            <pc:sldMk cId="491054678" sldId="272"/>
            <ac:spMk id="5" creationId="{86016DBB-1A70-20A4-A1C2-35847200B12D}"/>
          </ac:spMkLst>
        </pc:spChg>
        <pc:spChg chg="mod">
          <ac:chgData name="Greg Salomons" userId="759311b4-a852-4cd4-8aa9-8f7a4c00818c" providerId="ADAL" clId="{FE22A1E6-ED50-4B0B-A3FE-2910A2F54FB8}" dt="2026-05-20T16:25:31.136" v="112" actId="1037"/>
          <ac:spMkLst>
            <pc:docMk/>
            <pc:sldMk cId="491054678" sldId="272"/>
            <ac:spMk id="7" creationId="{87E1FC3F-FC65-3F90-CF35-A81BD6BFD955}"/>
          </ac:spMkLst>
        </pc:spChg>
        <pc:spChg chg="add mod">
          <ac:chgData name="Greg Salomons" userId="759311b4-a852-4cd4-8aa9-8f7a4c00818c" providerId="ADAL" clId="{FE22A1E6-ED50-4B0B-A3FE-2910A2F54FB8}" dt="2026-05-20T16:33:05.413" v="184" actId="1076"/>
          <ac:spMkLst>
            <pc:docMk/>
            <pc:sldMk cId="491054678" sldId="272"/>
            <ac:spMk id="8" creationId="{E25C4A78-CD9A-093E-DB04-C11E57F767E7}"/>
          </ac:spMkLst>
        </pc:spChg>
        <pc:spChg chg="del">
          <ac:chgData name="Greg Salomons" userId="759311b4-a852-4cd4-8aa9-8f7a4c00818c" providerId="ADAL" clId="{FE22A1E6-ED50-4B0B-A3FE-2910A2F54FB8}" dt="2026-05-20T11:58:05.858" v="2" actId="478"/>
          <ac:spMkLst>
            <pc:docMk/>
            <pc:sldMk cId="491054678" sldId="272"/>
            <ac:spMk id="11" creationId="{DDF011F6-6F17-776E-F6AA-DC300E6EA48F}"/>
          </ac:spMkLst>
        </pc:spChg>
        <pc:grpChg chg="del">
          <ac:chgData name="Greg Salomons" userId="759311b4-a852-4cd4-8aa9-8f7a4c00818c" providerId="ADAL" clId="{FE22A1E6-ED50-4B0B-A3FE-2910A2F54FB8}" dt="2026-05-20T11:58:01.218" v="1" actId="478"/>
          <ac:grpSpMkLst>
            <pc:docMk/>
            <pc:sldMk cId="491054678" sldId="272"/>
            <ac:grpSpMk id="13" creationId="{22B6AB90-C481-5C61-1D0B-2208292D2CE3}"/>
          </ac:grpSpMkLst>
        </pc:grpChg>
      </pc:sldChg>
    </pc:docChg>
  </pc:docChgLst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5-17T14:49:17.350" v="402" actId="47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230857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023623" y="1242889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1194182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645645" y="1194182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14444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D05B-506A-21E0-E176-D7BB8B39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6DC4996-E261-BC65-CDC9-89A17B04E96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E6BFC5-46B3-8A51-B1E3-704745ED9CFE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6016DBB-1A70-20A4-A1C2-35847200B12D}"/>
              </a:ext>
            </a:extLst>
          </p:cNvPr>
          <p:cNvSpPr/>
          <p:nvPr/>
        </p:nvSpPr>
        <p:spPr>
          <a:xfrm>
            <a:off x="5826000" y="2455975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7DB220-04A4-51C3-02F3-50139E4BD72C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A9D69E-1377-6845-B95C-94B17D81810E}"/>
              </a:ext>
            </a:extLst>
          </p:cNvPr>
          <p:cNvSpPr/>
          <p:nvPr/>
        </p:nvSpPr>
        <p:spPr>
          <a:xfrm rot="20100000">
            <a:off x="5725456" y="2340898"/>
            <a:ext cx="524049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B7B1DE-058B-437D-12D3-2584415E7423}"/>
              </a:ext>
            </a:extLst>
          </p:cNvPr>
          <p:cNvSpPr/>
          <p:nvPr/>
        </p:nvSpPr>
        <p:spPr>
          <a:xfrm rot="-20100000">
            <a:off x="6038588" y="2333327"/>
            <a:ext cx="43968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B13ED-D06F-419A-539C-3227D9603457}"/>
              </a:ext>
            </a:extLst>
          </p:cNvPr>
          <p:cNvSpPr/>
          <p:nvPr/>
        </p:nvSpPr>
        <p:spPr>
          <a:xfrm rot="-20100000">
            <a:off x="5719674" y="3756497"/>
            <a:ext cx="503427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2C1D0C-088E-2184-4401-379EDA52986E}"/>
              </a:ext>
            </a:extLst>
          </p:cNvPr>
          <p:cNvSpPr/>
          <p:nvPr/>
        </p:nvSpPr>
        <p:spPr>
          <a:xfrm rot="20096993">
            <a:off x="5978153" y="3764699"/>
            <a:ext cx="49373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9FFBCA-C250-C0AB-CC3E-D3128810420A}"/>
              </a:ext>
            </a:extLst>
          </p:cNvPr>
          <p:cNvSpPr/>
          <p:nvPr/>
        </p:nvSpPr>
        <p:spPr>
          <a:xfrm>
            <a:off x="5616062" y="3177671"/>
            <a:ext cx="349761" cy="502657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5E6AA-4EB0-9DD1-3792-04BB7B38048E}"/>
              </a:ext>
            </a:extLst>
          </p:cNvPr>
          <p:cNvSpPr/>
          <p:nvPr/>
        </p:nvSpPr>
        <p:spPr>
          <a:xfrm>
            <a:off x="5791200" y="3355975"/>
            <a:ext cx="676275" cy="12875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FFD0CA0-BC4B-2B00-7244-7D15729D668D}"/>
              </a:ext>
            </a:extLst>
          </p:cNvPr>
          <p:cNvSpPr/>
          <p:nvPr/>
        </p:nvSpPr>
        <p:spPr>
          <a:xfrm>
            <a:off x="5231453" y="3234293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1ED09F6-141B-EBCA-E500-6AF9266FCD6F}"/>
              </a:ext>
            </a:extLst>
          </p:cNvPr>
          <p:cNvSpPr/>
          <p:nvPr/>
        </p:nvSpPr>
        <p:spPr>
          <a:xfrm>
            <a:off x="6106275" y="3231054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105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46E7-71D3-7A98-BB1A-A01944AE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FD76B99-E51D-2CC9-D9A9-C5CD9B3D4B7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B6BE0E9-FF6A-BC08-52A7-F9F4C3D74C18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341C3-6BA9-B85D-2E92-79410EE4F037}"/>
              </a:ext>
            </a:extLst>
          </p:cNvPr>
          <p:cNvSpPr/>
          <p:nvPr/>
        </p:nvSpPr>
        <p:spPr>
          <a:xfrm>
            <a:off x="5826000" y="2457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EC84B-7AD2-3241-258F-0AA5FD02D042}"/>
              </a:ext>
            </a:extLst>
          </p:cNvPr>
          <p:cNvSpPr txBox="1"/>
          <p:nvPr/>
        </p:nvSpPr>
        <p:spPr>
          <a:xfrm>
            <a:off x="3936000" y="1231381"/>
            <a:ext cx="625474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dirty="0"/>
              <a:t>5 cm Circle  	centre at (-3, 0)	 	Top Left corner at (-5.5,-2.5)</a:t>
            </a:r>
          </a:p>
          <a:p>
            <a:r>
              <a:rPr lang="en-CA" sz="1100" dirty="0"/>
              <a:t>5 cm Circle 	centre at (3, 0)	 	Top Left corner at (  0.5,-2.5)</a:t>
            </a:r>
          </a:p>
          <a:p>
            <a:r>
              <a:rPr lang="en-CA" sz="1100" dirty="0"/>
              <a:t>2.5x1.5 Ellipse	centre at (0, -1.45)	Top Left corner at (  -0.75,-2.7)</a:t>
            </a:r>
          </a:p>
          <a:p>
            <a:r>
              <a:rPr lang="en-CA" sz="1100" dirty="0"/>
              <a:t>2.5x1.5 Ellipse 	centre at (0,   1.45) 	Top Left corner at (  -0.75,  0.2)</a:t>
            </a:r>
          </a:p>
          <a:p>
            <a:endParaRPr lang="en-CA" sz="11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9434E44-E1F9-6629-3357-BD8A0254C503}"/>
              </a:ext>
            </a:extLst>
          </p:cNvPr>
          <p:cNvCxnSpPr/>
          <p:nvPr/>
        </p:nvCxnSpPr>
        <p:spPr>
          <a:xfrm>
            <a:off x="6096000" y="2349000"/>
            <a:ext cx="0" cy="21600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143C6F6-D0E7-AFFC-8E4B-7CDDC20741CA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609BD-9B8C-ADE9-A96D-523BBC42102E}"/>
              </a:ext>
            </a:extLst>
          </p:cNvPr>
          <p:cNvCxnSpPr/>
          <p:nvPr/>
        </p:nvCxnSpPr>
        <p:spPr>
          <a:xfrm>
            <a:off x="3936000" y="3429000"/>
            <a:ext cx="4320000" cy="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363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1788</TotalTime>
  <Words>143</Words>
  <Application>Microsoft Office PowerPoint</Application>
  <PresentationFormat>Widescreen</PresentationFormat>
  <Paragraphs>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17</cp:revision>
  <dcterms:created xsi:type="dcterms:W3CDTF">2026-05-16T15:17:44Z</dcterms:created>
  <dcterms:modified xsi:type="dcterms:W3CDTF">2026-05-22T01:33:58Z</dcterms:modified>
</cp:coreProperties>
</file>