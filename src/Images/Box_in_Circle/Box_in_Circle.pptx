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8" r:id="rId5"/>
    <p:sldId id="269" r:id="rId6"/>
    <p:sldId id="274" r:id="rId7"/>
    <p:sldId id="270" r:id="rId8"/>
    <p:sldId id="272" r:id="rId9"/>
    <p:sldId id="273" r:id="rId10"/>
    <p:sldId id="271" r:id="rId11"/>
    <p:sldId id="266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694DC1-FC41-4DA6-8E68-64CB97CA31B4}" v="7" dt="2026-05-20T16:32:53.1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00" d="100"/>
          <a:sy n="400" d="100"/>
        </p:scale>
        <p:origin x="-10566" y="-4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g Salomons" userId="759311b4-a852-4cd4-8aa9-8f7a4c00818c" providerId="ADAL" clId="{FE22A1E6-ED50-4B0B-A3FE-2910A2F54FB8}"/>
    <pc:docChg chg="custSel addSld modSld">
      <pc:chgData name="Greg Salomons" userId="759311b4-a852-4cd4-8aa9-8f7a4c00818c" providerId="ADAL" clId="{FE22A1E6-ED50-4B0B-A3FE-2910A2F54FB8}" dt="2026-05-20T16:33:05.413" v="184" actId="1076"/>
      <pc:docMkLst>
        <pc:docMk/>
      </pc:docMkLst>
      <pc:sldChg chg="addSp delSp modSp add mod">
        <pc:chgData name="Greg Salomons" userId="759311b4-a852-4cd4-8aa9-8f7a4c00818c" providerId="ADAL" clId="{FE22A1E6-ED50-4B0B-A3FE-2910A2F54FB8}" dt="2026-05-20T16:33:05.413" v="184" actId="1076"/>
        <pc:sldMkLst>
          <pc:docMk/>
          <pc:sldMk cId="491054678" sldId="272"/>
        </pc:sldMkLst>
        <pc:spChg chg="add mod">
          <ac:chgData name="Greg Salomons" userId="759311b4-a852-4cd4-8aa9-8f7a4c00818c" providerId="ADAL" clId="{FE22A1E6-ED50-4B0B-A3FE-2910A2F54FB8}" dt="2026-05-20T16:26:36.364" v="124" actId="207"/>
          <ac:spMkLst>
            <pc:docMk/>
            <pc:sldMk cId="491054678" sldId="272"/>
            <ac:spMk id="2" creationId="{C6DC4996-E261-BC65-CDC9-89A17B04E961}"/>
          </ac:spMkLst>
        </pc:spChg>
        <pc:spChg chg="add mod">
          <ac:chgData name="Greg Salomons" userId="759311b4-a852-4cd4-8aa9-8f7a4c00818c" providerId="ADAL" clId="{FE22A1E6-ED50-4B0B-A3FE-2910A2F54FB8}" dt="2026-05-20T16:26:44.480" v="125"/>
          <ac:spMkLst>
            <pc:docMk/>
            <pc:sldMk cId="491054678" sldId="272"/>
            <ac:spMk id="3" creationId="{09E6BFC5-46B3-8A51-B1E3-704745ED9CFE}"/>
          </ac:spMkLst>
        </pc:spChg>
        <pc:spChg chg="add mod">
          <ac:chgData name="Greg Salomons" userId="759311b4-a852-4cd4-8aa9-8f7a4c00818c" providerId="ADAL" clId="{FE22A1E6-ED50-4B0B-A3FE-2910A2F54FB8}" dt="2026-05-20T16:32:50.077" v="175"/>
          <ac:spMkLst>
            <pc:docMk/>
            <pc:sldMk cId="491054678" sldId="272"/>
            <ac:spMk id="4" creationId="{6C8BE8FC-284D-A15F-7A65-F3522E673ADE}"/>
          </ac:spMkLst>
        </pc:spChg>
        <pc:spChg chg="add mod">
          <ac:chgData name="Greg Salomons" userId="759311b4-a852-4cd4-8aa9-8f7a4c00818c" providerId="ADAL" clId="{FE22A1E6-ED50-4B0B-A3FE-2910A2F54FB8}" dt="2026-05-20T16:30:51.845" v="174" actId="20577"/>
          <ac:spMkLst>
            <pc:docMk/>
            <pc:sldMk cId="491054678" sldId="272"/>
            <ac:spMk id="5" creationId="{86016DBB-1A70-20A4-A1C2-35847200B12D}"/>
          </ac:spMkLst>
        </pc:spChg>
        <pc:spChg chg="mod">
          <ac:chgData name="Greg Salomons" userId="759311b4-a852-4cd4-8aa9-8f7a4c00818c" providerId="ADAL" clId="{FE22A1E6-ED50-4B0B-A3FE-2910A2F54FB8}" dt="2026-05-20T16:25:31.136" v="112" actId="1037"/>
          <ac:spMkLst>
            <pc:docMk/>
            <pc:sldMk cId="491054678" sldId="272"/>
            <ac:spMk id="7" creationId="{87E1FC3F-FC65-3F90-CF35-A81BD6BFD955}"/>
          </ac:spMkLst>
        </pc:spChg>
        <pc:spChg chg="add mod">
          <ac:chgData name="Greg Salomons" userId="759311b4-a852-4cd4-8aa9-8f7a4c00818c" providerId="ADAL" clId="{FE22A1E6-ED50-4B0B-A3FE-2910A2F54FB8}" dt="2026-05-20T16:33:05.413" v="184" actId="1076"/>
          <ac:spMkLst>
            <pc:docMk/>
            <pc:sldMk cId="491054678" sldId="272"/>
            <ac:spMk id="8" creationId="{E25C4A78-CD9A-093E-DB04-C11E57F767E7}"/>
          </ac:spMkLst>
        </pc:spChg>
        <pc:spChg chg="del">
          <ac:chgData name="Greg Salomons" userId="759311b4-a852-4cd4-8aa9-8f7a4c00818c" providerId="ADAL" clId="{FE22A1E6-ED50-4B0B-A3FE-2910A2F54FB8}" dt="2026-05-20T11:58:05.858" v="2" actId="478"/>
          <ac:spMkLst>
            <pc:docMk/>
            <pc:sldMk cId="491054678" sldId="272"/>
            <ac:spMk id="11" creationId="{DDF011F6-6F17-776E-F6AA-DC300E6EA48F}"/>
          </ac:spMkLst>
        </pc:spChg>
        <pc:grpChg chg="del">
          <ac:chgData name="Greg Salomons" userId="759311b4-a852-4cd4-8aa9-8f7a4c00818c" providerId="ADAL" clId="{FE22A1E6-ED50-4B0B-A3FE-2910A2F54FB8}" dt="2026-05-20T11:58:01.218" v="1" actId="478"/>
          <ac:grpSpMkLst>
            <pc:docMk/>
            <pc:sldMk cId="491054678" sldId="272"/>
            <ac:grpSpMk id="13" creationId="{22B6AB90-C481-5C61-1D0B-2208292D2CE3}"/>
          </ac:grpSpMkLst>
        </pc:grpChg>
      </pc:sldChg>
    </pc:docChg>
  </pc:docChgLst>
  <pc:docChgLst>
    <pc:chgData name="Greg Salomons" userId="759311b4-a852-4cd4-8aa9-8f7a4c00818c" providerId="ADAL" clId="{C8AF0C0B-19AC-3072-9B46-0AC5B2E811CA}"/>
    <pc:docChg chg="undo custSel addSld modSld">
      <pc:chgData name="Greg Salomons" userId="759311b4-a852-4cd4-8aa9-8f7a4c00818c" providerId="ADAL" clId="{C8AF0C0B-19AC-3072-9B46-0AC5B2E811CA}" dt="2026-05-17T14:49:17.350" v="402" actId="478"/>
      <pc:docMkLst>
        <pc:docMk/>
      </pc:docMkLst>
      <pc:sldChg chg="addSp delSp modSp new mod">
        <pc:chgData name="Greg Salomons" userId="759311b4-a852-4cd4-8aa9-8f7a4c00818c" providerId="ADAL" clId="{C8AF0C0B-19AC-3072-9B46-0AC5B2E811CA}" dt="2026-05-16T16:00:02.182" v="14" actId="1076"/>
        <pc:sldMkLst>
          <pc:docMk/>
          <pc:sldMk cId="998525898" sldId="257"/>
        </pc:sldMkLst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3" creationId="{D37AD069-0FEE-2366-8267-A4E43BED8B4F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5" creationId="{E39D329C-3D38-AAA3-C7F1-6F8CBBA40158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19" creationId="{C44A38D8-B4E7-075C-3049-D38D1E4ED8EC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21" creationId="{48C80F79-2320-75D2-3E30-0FA5ACB2D91D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27" creationId="{6E8FE93F-474A-07BA-0785-EC9BA4EB5507}"/>
          </ac:spMkLst>
        </pc:spChg>
        <pc:cxnChg chg="add mod">
          <ac:chgData name="Greg Salomons" userId="759311b4-a852-4cd4-8aa9-8f7a4c00818c" providerId="ADAL" clId="{C8AF0C0B-19AC-3072-9B46-0AC5B2E811CA}" dt="2026-05-16T15:59:58.408" v="13" actId="14100"/>
          <ac:cxnSpMkLst>
            <pc:docMk/>
            <pc:sldMk cId="998525898" sldId="257"/>
            <ac:cxnSpMk id="11" creationId="{3D16FD56-3455-BE96-15C2-EBB0AA1B51E7}"/>
          </ac:cxnSpMkLst>
        </pc:cxnChg>
        <pc:cxnChg chg="add mod">
          <ac:chgData name="Greg Salomons" userId="759311b4-a852-4cd4-8aa9-8f7a4c00818c" providerId="ADAL" clId="{C8AF0C0B-19AC-3072-9B46-0AC5B2E811CA}" dt="2026-05-16T16:00:02.182" v="14" actId="1076"/>
          <ac:cxnSpMkLst>
            <pc:docMk/>
            <pc:sldMk cId="998525898" sldId="257"/>
            <ac:cxnSpMk id="17" creationId="{24484CB0-C03C-3CDE-2BBC-A615044DE503}"/>
          </ac:cxnSpMkLst>
        </pc:cxnChg>
        <pc:cxnChg chg="add">
          <ac:chgData name="Greg Salomons" userId="759311b4-a852-4cd4-8aa9-8f7a4c00818c" providerId="ADAL" clId="{C8AF0C0B-19AC-3072-9B46-0AC5B2E811CA}" dt="2026-05-16T15:48:07.226" v="1" actId="22"/>
          <ac:cxnSpMkLst>
            <pc:docMk/>
            <pc:sldMk cId="998525898" sldId="257"/>
            <ac:cxnSpMk id="23" creationId="{BB294F9A-4A74-B8D5-6257-484FD454C39A}"/>
          </ac:cxnSpMkLst>
        </pc:cxnChg>
        <pc:cxnChg chg="mod">
          <ac:chgData name="Greg Salomons" userId="759311b4-a852-4cd4-8aa9-8f7a4c00818c" providerId="ADAL" clId="{C8AF0C0B-19AC-3072-9B46-0AC5B2E811CA}" dt="2026-05-16T15:48:53.365" v="8" actId="1038"/>
          <ac:cxnSpMkLst>
            <pc:docMk/>
            <pc:sldMk cId="998525898" sldId="257"/>
            <ac:cxnSpMk id="25" creationId="{89B58AFD-07BE-8624-409D-98A6B3262FC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FDDE3-1251-0819-78F5-A6882ED005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6011A-A810-06CA-048A-E703761BB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2FFE4-D50E-7462-93C7-AE9178F4E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05E6-65C1-9E1B-A654-09BE0E28B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FCDAD-C304-D22A-E9E0-62EDE76B3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038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CCCBA-B445-79AA-300C-4689A5383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D3BFD-084B-F07E-9D9C-572A591FF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FCA9A3-A61E-8E82-A640-D3519F4E4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58AAC-FCAE-7982-DE85-58921C106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A941B-F9D5-4EAE-A929-ACF25A9E3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860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EBC15-4342-0CDB-8758-7BAC9F39B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A106AE-8269-1410-6ADC-2CB7FAF89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2C7B6-EA63-15C2-5434-F0F43EFD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DA0C28-FB49-9DEF-E597-B0A2B1C59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87F8B-6BEC-89A9-194B-A52D2E70D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020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815A1-88D2-416E-1B11-32C979860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645D0-912F-B72B-B322-16526F7EB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22F3C3-867B-2A2C-E962-9A0AA49D6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A55971-7E52-29C1-F5FA-B65B7D849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EE6090-8C77-48E0-3C26-2FE802D61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10A891-AD31-437D-B658-6FD4BECE2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701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9061-48E2-3E14-44C1-7DD1D9EE6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34F355-51D4-4C74-0BF8-2CDE4F808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22B183-7896-5B69-6EFA-A73FDF086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7064F6-91A2-1245-B9B6-C2DEE4F192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901A71-3698-D425-79D3-4F3C300895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E620C8-EBEC-1691-5193-87839912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BD24AC-02AB-5C0B-333F-6E7BC93D4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0F0BED-1C33-EBEC-BAE5-E797FBAEE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95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ED78E-2839-6295-AC2A-823B8A774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6ADDB-4D64-F84D-D85A-22ACC1AC4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59515F-7973-79BD-09B7-CC699264F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43CDF4-4442-1528-E4C8-02BEEB63C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227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9B8BC1-6D96-ABB6-C99F-86365CFAD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1B13A9-8127-E74D-F1CF-F61776F92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E79819-4496-9D23-6DDD-3E3880FB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13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62AA9-DE48-0B1D-BEC2-992259D2C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098C1-6A9B-40A2-C0A6-02669202F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7D3A6-9ED8-AE0C-BD4D-011D0A2BC6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99C60-D982-9FBD-5C95-E1FE0724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5EA43-36B4-CE11-C16D-13C173B5F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25694-5AA3-520C-0E7D-5061A7261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447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94458-EA95-60C4-7810-96944BAD1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B7863A-A0EE-7EF6-2D20-E34464A18A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FA9E25-8283-0BF8-87EC-27161576DF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84FE8E-9A3B-FAC9-0892-900F3B61F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965CE8-CE50-7287-70D8-6F481DEEB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B4F85-961A-9BCD-941F-A18B56EC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94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C7BAC-A915-F6DF-2A5C-9E57D3F7F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1EDA2B-0E6D-4514-4A3F-4BBE03138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CBD05-7A22-AAA4-F3EF-5055FE0EA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A3722-3A3E-1DA0-35A0-64FEB040A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6A259-F9D8-2E1E-BF1D-9B42F9EB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477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788EF5-DB11-F1F6-CA8B-8A1763255B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7AD778-B84A-CAC6-B0FA-D1A606396D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6DEAE-78E2-8B2D-4EC0-76BB4F0F1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1A4FA-F3E8-D013-889C-D89A34608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26264-DA33-011D-DEB7-BB74F6632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089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6D532C-AD89-4500-F07B-B7F95D92F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B259A5-AD44-F79E-5836-05560B35D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89FD47-2DBD-AFD7-4636-666EDF949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E30267-1466-884D-8974-A900549019F0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A703F-876C-1DBC-E79A-7A16E3764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F1DA62-1E89-E273-BF14-CAD258CDEA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238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0077A50-9EEE-F0A3-F5F0-CB9C369E4642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8EC560-377C-C4E9-B654-F81BC79A7984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D37C96-8710-3062-4713-E33EACE3CA28}"/>
              </a:ext>
            </a:extLst>
          </p:cNvPr>
          <p:cNvCxnSpPr>
            <a:cxnSpLocks/>
            <a:stCxn id="4" idx="2"/>
            <a:endCxn id="4" idx="6"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2DD9D92-F184-1F38-ECC9-11CF1E8B5126}"/>
              </a:ext>
            </a:extLst>
          </p:cNvPr>
          <p:cNvCxnSpPr>
            <a:cxnSpLocks/>
            <a:stCxn id="4" idx="0"/>
            <a:endCxn id="4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02CA9D7-5E4E-61F7-48F1-3F23E13528E6}"/>
              </a:ext>
            </a:extLst>
          </p:cNvPr>
          <p:cNvCxnSpPr>
            <a:cxnSpLocks/>
          </p:cNvCxnSpPr>
          <p:nvPr/>
        </p:nvCxnSpPr>
        <p:spPr>
          <a:xfrm>
            <a:off x="4517231" y="2514600"/>
            <a:ext cx="66436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DF3E0CB-BD9B-DBAE-2E33-20B976F53158}"/>
              </a:ext>
            </a:extLst>
          </p:cNvPr>
          <p:cNvCxnSpPr>
            <a:cxnSpLocks/>
          </p:cNvCxnSpPr>
          <p:nvPr/>
        </p:nvCxnSpPr>
        <p:spPr>
          <a:xfrm>
            <a:off x="4522726" y="2514600"/>
            <a:ext cx="0" cy="91440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CC47FB0-B86B-51A7-2962-5A24102D2A3A}"/>
              </a:ext>
            </a:extLst>
          </p:cNvPr>
          <p:cNvCxnSpPr>
            <a:cxnSpLocks/>
          </p:cNvCxnSpPr>
          <p:nvPr/>
        </p:nvCxnSpPr>
        <p:spPr>
          <a:xfrm>
            <a:off x="4517231" y="3429000"/>
            <a:ext cx="1578769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3D37FEE-7574-0BFC-48DF-C36C72B4AE24}"/>
              </a:ext>
            </a:extLst>
          </p:cNvPr>
          <p:cNvCxnSpPr>
            <a:cxnSpLocks/>
          </p:cNvCxnSpPr>
          <p:nvPr/>
        </p:nvCxnSpPr>
        <p:spPr>
          <a:xfrm>
            <a:off x="4517231" y="2514600"/>
            <a:ext cx="1578769" cy="91440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1DD082C-5D60-31C0-62E2-BEC2CCAEE095}"/>
              </a:ext>
            </a:extLst>
          </p:cNvPr>
          <p:cNvSpPr txBox="1"/>
          <p:nvPr/>
        </p:nvSpPr>
        <p:spPr>
          <a:xfrm>
            <a:off x="4892011" y="2762250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037797-3330-03FC-FF47-929D08E560D8}"/>
              </a:ext>
            </a:extLst>
          </p:cNvPr>
          <p:cNvSpPr txBox="1"/>
          <p:nvPr/>
        </p:nvSpPr>
        <p:spPr>
          <a:xfrm>
            <a:off x="6384926" y="2277421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7DDB82-EC65-DA38-7F7F-13FD445B5425}"/>
              </a:ext>
            </a:extLst>
          </p:cNvPr>
          <p:cNvCxnSpPr>
            <a:cxnSpLocks/>
          </p:cNvCxnSpPr>
          <p:nvPr/>
        </p:nvCxnSpPr>
        <p:spPr>
          <a:xfrm>
            <a:off x="6096000" y="2514600"/>
            <a:ext cx="914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99C41FA-A194-340F-78A2-F47F828D656B}"/>
              </a:ext>
            </a:extLst>
          </p:cNvPr>
          <p:cNvCxnSpPr>
            <a:cxnSpLocks/>
          </p:cNvCxnSpPr>
          <p:nvPr/>
        </p:nvCxnSpPr>
        <p:spPr>
          <a:xfrm>
            <a:off x="4521993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097E3F1-6956-48B3-4098-EB57044E055E}"/>
              </a:ext>
            </a:extLst>
          </p:cNvPr>
          <p:cNvSpPr txBox="1"/>
          <p:nvPr/>
        </p:nvSpPr>
        <p:spPr>
          <a:xfrm>
            <a:off x="4488704" y="2928938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A886F7-9404-E27E-6E8A-D374A579C7A9}"/>
              </a:ext>
            </a:extLst>
          </p:cNvPr>
          <p:cNvSpPr txBox="1"/>
          <p:nvPr/>
        </p:nvSpPr>
        <p:spPr>
          <a:xfrm>
            <a:off x="4943408" y="1230857"/>
            <a:ext cx="23051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Ideal Orthogonal Margin</a:t>
            </a:r>
            <a:endParaRPr lang="en-CA" sz="16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F5CD890-391F-E4B2-1E2D-C064E893BBA3}"/>
              </a:ext>
            </a:extLst>
          </p:cNvPr>
          <p:cNvCxnSpPr>
            <a:cxnSpLocks/>
          </p:cNvCxnSpPr>
          <p:nvPr/>
        </p:nvCxnSpPr>
        <p:spPr>
          <a:xfrm>
            <a:off x="5178355" y="1847850"/>
            <a:ext cx="0" cy="6667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F6F5CF-5A7C-912F-8BBC-E854061E9B0A}"/>
                  </a:ext>
                </a:extLst>
              </p:cNvPr>
              <p:cNvSpPr txBox="1"/>
              <p:nvPr/>
            </p:nvSpPr>
            <p:spPr>
              <a:xfrm>
                <a:off x="4372199" y="3429000"/>
                <a:ext cx="781111" cy="3758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2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2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num>
                                  <m:den>
                                    <m: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CA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F6F5CF-5A7C-912F-8BBC-E854061E9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199" y="3429000"/>
                <a:ext cx="781111" cy="375809"/>
              </a:xfrm>
              <a:prstGeom prst="rect">
                <a:avLst/>
              </a:prstGeom>
              <a:blipFill>
                <a:blip r:embed="rId2"/>
                <a:stretch>
                  <a:fillRect r="-2344" b="-327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5205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D37AD069-0FEE-2366-8267-A4E43BED8B4F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9D329C-3D38-AAA3-C7F1-6F8CBBA40158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1173354-EBBA-0857-4C4D-221D9477800D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4581612-497A-6931-3E3C-59C85F0F7C40}"/>
              </a:ext>
            </a:extLst>
          </p:cNvPr>
          <p:cNvCxnSpPr>
            <a:cxnSpLocks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16FD56-3455-BE96-15C2-EBB0AA1B51E7}"/>
              </a:ext>
            </a:extLst>
          </p:cNvPr>
          <p:cNvCxnSpPr>
            <a:cxnSpLocks/>
          </p:cNvCxnSpPr>
          <p:nvPr/>
        </p:nvCxnSpPr>
        <p:spPr>
          <a:xfrm>
            <a:off x="4797916" y="2134483"/>
            <a:ext cx="383684" cy="3801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484CB0-C03C-3CDE-2BBC-A615044DE503}"/>
              </a:ext>
            </a:extLst>
          </p:cNvPr>
          <p:cNvCxnSpPr>
            <a:cxnSpLocks/>
            <a:stCxn id="3" idx="1"/>
          </p:cNvCxnSpPr>
          <p:nvPr/>
        </p:nvCxnSpPr>
        <p:spPr>
          <a:xfrm>
            <a:off x="4802843" y="2135843"/>
            <a:ext cx="1293156" cy="1293156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44A38D8-B4E7-075C-3049-D38D1E4ED8EC}"/>
              </a:ext>
            </a:extLst>
          </p:cNvPr>
          <p:cNvSpPr txBox="1"/>
          <p:nvPr/>
        </p:nvSpPr>
        <p:spPr>
          <a:xfrm>
            <a:off x="4806625" y="2237600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C80F79-2320-75D2-3E30-0FA5ACB2D91D}"/>
              </a:ext>
            </a:extLst>
          </p:cNvPr>
          <p:cNvSpPr txBox="1"/>
          <p:nvPr/>
        </p:nvSpPr>
        <p:spPr>
          <a:xfrm>
            <a:off x="6242843" y="2283044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B294F9A-4A74-B8D5-6257-484FD454C39A}"/>
              </a:ext>
            </a:extLst>
          </p:cNvPr>
          <p:cNvCxnSpPr>
            <a:cxnSpLocks/>
          </p:cNvCxnSpPr>
          <p:nvPr/>
        </p:nvCxnSpPr>
        <p:spPr>
          <a:xfrm>
            <a:off x="6096000" y="2514600"/>
            <a:ext cx="914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9B58AFD-07BE-8624-409D-98A6B3262FC0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E8FE93F-474A-07BA-0785-EC9BA4EB5507}"/>
              </a:ext>
            </a:extLst>
          </p:cNvPr>
          <p:cNvSpPr txBox="1"/>
          <p:nvPr/>
        </p:nvSpPr>
        <p:spPr>
          <a:xfrm>
            <a:off x="4776613" y="2833300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3C2069-CE2E-D3E9-31B7-B81F00207960}"/>
              </a:ext>
            </a:extLst>
          </p:cNvPr>
          <p:cNvSpPr txBox="1"/>
          <p:nvPr/>
        </p:nvSpPr>
        <p:spPr>
          <a:xfrm>
            <a:off x="5023623" y="1242889"/>
            <a:ext cx="21447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Ideal Minimum Margin</a:t>
            </a:r>
            <a:endParaRPr lang="en-CA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9743A0-B40F-6832-96B0-D4D4C0DBD88D}"/>
                  </a:ext>
                </a:extLst>
              </p:cNvPr>
              <p:cNvSpPr txBox="1"/>
              <p:nvPr/>
            </p:nvSpPr>
            <p:spPr>
              <a:xfrm>
                <a:off x="5506614" y="2583231"/>
                <a:ext cx="550599" cy="5001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11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1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sz="11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1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num>
                                    <m:den>
                                      <m: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sz="11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CA" sz="11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9743A0-B40F-6832-96B0-D4D4C0DBD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6614" y="2583231"/>
                <a:ext cx="550599" cy="500137"/>
              </a:xfrm>
              <a:prstGeom prst="rect">
                <a:avLst/>
              </a:prstGeom>
              <a:blipFill>
                <a:blip r:embed="rId2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8525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BF4A1-83AD-F784-60C9-48E187F76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411347D-5558-895C-A9AF-4C61F8640CC6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D534F51-C2D9-3A2E-0D68-AAABBEA2040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73A47EA-B498-5A99-7EF8-0754974EC1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556BDBD-9B19-8E5A-D0A5-DE5BB822B08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D5D5A0CA-8C32-66BA-6154-31D24AE8B5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789C2D19-56DE-9B0B-6BCE-648EEFAB189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4420AD31-4DA7-6184-09E7-B87C4616E5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52D638A-6E24-611B-48A4-A6408F2570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AEA37A87-EB58-D8C4-E9F6-CB6837E7170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5CB6E95-7977-66F6-0502-E3248E6CDEC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C14D22FB-4547-AD60-6210-4ED325B57F0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07185DB-B359-A4A5-8D82-0648C83E184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0744485F-0936-FD6A-5F46-88E08DE982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2C08692D-98C4-25AB-698B-4AD4C8D9D0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6DA4A52-5449-E333-50E2-23A708EB06D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5B3364FB-AABF-4CB9-08F2-4825718F8BE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B8FF8992-1463-E859-A437-8212EF0E4D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ADF45E8B-492F-8EC3-BCB4-51BCE140AD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15C63EE-3508-6CAF-D66C-361023BF1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333D1A6E-5663-B757-520D-F5715D550B4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69AF49B7-253E-D6B7-6271-027C16076B0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D49FF3DB-BDA6-C7B3-3236-104C5CB839F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40CCC9B8-B355-08B5-7867-26D5572DCD52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E3E9091-033F-2721-45CC-3D172B6A9712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B314C14-E9C0-BB83-9224-EC417168AE4F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8FEBB85-1ABD-756A-7108-D9E49CA85FEC}"/>
              </a:ext>
            </a:extLst>
          </p:cNvPr>
          <p:cNvCxnSpPr>
            <a:cxnSpLocks/>
          </p:cNvCxnSpPr>
          <p:nvPr/>
        </p:nvCxnSpPr>
        <p:spPr>
          <a:xfrm>
            <a:off x="5181599" y="1854994"/>
            <a:ext cx="912391" cy="1573894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54C4051-5297-7042-ECF6-15DE4DD78345}"/>
              </a:ext>
            </a:extLst>
          </p:cNvPr>
          <p:cNvSpPr txBox="1"/>
          <p:nvPr/>
        </p:nvSpPr>
        <p:spPr>
          <a:xfrm>
            <a:off x="5375999" y="2770579"/>
            <a:ext cx="295085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30F6317-C8FD-512E-BE3F-F483D44AAFEA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C41A4185-DD9F-2967-7467-B3786B29B642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8C167F08-4019-57EB-3BAB-A4CB5EBFE1DF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544860E9-74E2-6D97-4B6A-6B860D0618D0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C57C54E-DB6D-4438-4119-FF528826BA46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F4CD3FCC-242E-00C2-E41B-D5067F093C2F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691E42C7-D881-7240-48E3-0307F48AED35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AA236531-D4CA-3B66-D610-8AF7528882BB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3AD4B61-EAFC-041B-FC14-224C066407A0}"/>
              </a:ext>
            </a:extLst>
          </p:cNvPr>
          <p:cNvSpPr txBox="1"/>
          <p:nvPr/>
        </p:nvSpPr>
        <p:spPr>
          <a:xfrm>
            <a:off x="4645645" y="1194182"/>
            <a:ext cx="28966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Slice Based Orthogonal Margin</a:t>
            </a:r>
            <a:endParaRPr lang="en-CA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188FF0-386F-E922-30A1-412A58D384E3}"/>
              </a:ext>
            </a:extLst>
          </p:cNvPr>
          <p:cNvCxnSpPr>
            <a:cxnSpLocks/>
          </p:cNvCxnSpPr>
          <p:nvPr/>
        </p:nvCxnSpPr>
        <p:spPr>
          <a:xfrm>
            <a:off x="4512469" y="2514488"/>
            <a:ext cx="66913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077398-76AF-5112-A943-6749C7E4C28D}"/>
              </a:ext>
            </a:extLst>
          </p:cNvPr>
          <p:cNvCxnSpPr>
            <a:cxnSpLocks/>
          </p:cNvCxnSpPr>
          <p:nvPr/>
        </p:nvCxnSpPr>
        <p:spPr>
          <a:xfrm>
            <a:off x="5638800" y="1600088"/>
            <a:ext cx="0" cy="823072"/>
          </a:xfrm>
          <a:prstGeom prst="straightConnector1">
            <a:avLst/>
          </a:prstGeom>
          <a:ln>
            <a:solidFill>
              <a:schemeClr val="accent6">
                <a:alpha val="58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E0E1A5B-F967-A052-50F2-5861C9553CA0}"/>
              </a:ext>
            </a:extLst>
          </p:cNvPr>
          <p:cNvCxnSpPr>
            <a:cxnSpLocks/>
          </p:cNvCxnSpPr>
          <p:nvPr/>
        </p:nvCxnSpPr>
        <p:spPr>
          <a:xfrm>
            <a:off x="5181600" y="1783080"/>
            <a:ext cx="0" cy="73152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6387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78621-EB86-4245-63E7-EAB2A740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40F04BE-0B9E-0F05-C21C-858FF3B9DF3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E733A37-0886-200C-2648-34510151034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37DC7E5-CEBF-3AA8-A17A-D5406A76D1A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56B51B54-5068-602F-C88A-5F28A9319C1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E0597235-0912-529D-0517-CC0AB8DAEB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15CDA26E-A9F6-01E9-E41E-62066CE05DD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297B4298-05FE-42E1-B3A5-F1126E10C8F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D6E8927-8869-9341-6CED-06100ECC78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C73ED2E-3206-7754-A277-68F480EDB60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4A7DA1D7-83F4-FC64-68BB-EC3E283E33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2F0C3B29-04B9-0808-4D32-F60E89F2FE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11A3843-12A4-7387-CA39-2C02D1A5F4D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C1DF672A-9ECA-6350-BD74-CFC1EBEAB38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49EBF77B-3328-AA2B-3775-93DC7CC0B3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F183FEC7-3BE1-51B6-60D9-1648F28C77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11C318BD-3599-71BD-00F9-152B8D00EF4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0CC08EB9-4A1C-8C21-91FA-9EF1DD37486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0512695E-F570-813A-3B20-4E37F0EE9D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6F6AFC45-8C0E-6B2E-58F2-A22A67689A3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DEA8C407-01EC-C79A-F741-6FB6C91BB8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AD57C68-B3F3-34F1-7FDB-FFB684296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71DCA2F7-26F3-C79F-C62E-84225C6D2F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118A9F46-A88C-7D3E-CE55-230BD2BD3329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B599B18-2B8B-E749-1E4C-5F470656CD28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43261B86-8C43-5F7D-F97D-1DD60DA7A41D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8388544-6367-1E71-7C2D-73E5B91ADD9D}"/>
              </a:ext>
            </a:extLst>
          </p:cNvPr>
          <p:cNvSpPr txBox="1"/>
          <p:nvPr/>
        </p:nvSpPr>
        <p:spPr>
          <a:xfrm>
            <a:off x="5636557" y="2823569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D84E322-6EA2-D6D2-2AC7-05384816A689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E1447740-5CFE-9D98-3A5C-7B1C09927305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73450E7B-6247-972B-10FE-1AF76FCE3863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9E008809-6509-ACF1-8647-92AD20915390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CFD0DA3C-24E6-9C26-A530-0ADE351A5BC5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4F8B2B6C-FD12-A588-4D79-154A93CB0A49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3B75AF7F-90A5-BF02-2C66-AADD501708EB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E5654F2B-C4DB-7676-CED2-185FB3769B0D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3BDA138-2CF7-C3D7-EE84-30D3E23A95BB}"/>
              </a:ext>
            </a:extLst>
          </p:cNvPr>
          <p:cNvSpPr txBox="1"/>
          <p:nvPr/>
        </p:nvSpPr>
        <p:spPr>
          <a:xfrm>
            <a:off x="4645645" y="1194182"/>
            <a:ext cx="27362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Slice Based Minimum Margin</a:t>
            </a:r>
            <a:endParaRPr lang="en-CA" sz="16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B1E119-E5D2-0329-7E03-F7A7E3DB29B2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F586E7-E133-272A-B62C-712CE57FCBA4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1E2385-53CF-2A6D-3696-DED71B4C8A36}"/>
              </a:ext>
            </a:extLst>
          </p:cNvPr>
          <p:cNvCxnSpPr>
            <a:cxnSpLocks/>
          </p:cNvCxnSpPr>
          <p:nvPr/>
        </p:nvCxnSpPr>
        <p:spPr>
          <a:xfrm>
            <a:off x="4801910" y="2135843"/>
            <a:ext cx="0" cy="37850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7D1322D-B7C8-94BB-D471-E3B0A0FF6655}"/>
              </a:ext>
            </a:extLst>
          </p:cNvPr>
          <p:cNvCxnSpPr>
            <a:cxnSpLocks/>
          </p:cNvCxnSpPr>
          <p:nvPr/>
        </p:nvCxnSpPr>
        <p:spPr>
          <a:xfrm>
            <a:off x="4801910" y="2514346"/>
            <a:ext cx="377668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3A01A3-AD3D-C966-889E-F8A8676B5433}"/>
              </a:ext>
            </a:extLst>
          </p:cNvPr>
          <p:cNvCxnSpPr>
            <a:cxnSpLocks/>
          </p:cNvCxnSpPr>
          <p:nvPr/>
        </p:nvCxnSpPr>
        <p:spPr>
          <a:xfrm>
            <a:off x="5336621" y="1782856"/>
            <a:ext cx="755347" cy="163886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C551BA-4012-1216-1C9C-A2E44FAF345C}"/>
              </a:ext>
            </a:extLst>
          </p:cNvPr>
          <p:cNvCxnSpPr>
            <a:cxnSpLocks/>
          </p:cNvCxnSpPr>
          <p:nvPr/>
        </p:nvCxnSpPr>
        <p:spPr>
          <a:xfrm>
            <a:off x="5320922" y="1751104"/>
            <a:ext cx="315635" cy="678929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518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4B6AE-D704-812C-7D38-20858435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265421DC-3184-F2E4-95A1-5763B95E802A}"/>
              </a:ext>
            </a:extLst>
          </p:cNvPr>
          <p:cNvCxnSpPr>
            <a:cxnSpLocks/>
          </p:cNvCxnSpPr>
          <p:nvPr/>
        </p:nvCxnSpPr>
        <p:spPr>
          <a:xfrm>
            <a:off x="4114800" y="178296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FD3C4D7F-7B2D-5F1A-9A9A-DD1C21CA3609}"/>
              </a:ext>
            </a:extLst>
          </p:cNvPr>
          <p:cNvCxnSpPr>
            <a:cxnSpLocks/>
          </p:cNvCxnSpPr>
          <p:nvPr/>
        </p:nvCxnSpPr>
        <p:spPr>
          <a:xfrm>
            <a:off x="4114800" y="196584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4A22E034-AA4B-DA0D-323D-2FB96CF85D33}"/>
              </a:ext>
            </a:extLst>
          </p:cNvPr>
          <p:cNvCxnSpPr>
            <a:cxnSpLocks/>
          </p:cNvCxnSpPr>
          <p:nvPr/>
        </p:nvCxnSpPr>
        <p:spPr>
          <a:xfrm>
            <a:off x="4114800" y="214872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F1E1720C-A65F-BA2F-A012-878B37EA11EA}"/>
              </a:ext>
            </a:extLst>
          </p:cNvPr>
          <p:cNvCxnSpPr>
            <a:cxnSpLocks/>
          </p:cNvCxnSpPr>
          <p:nvPr/>
        </p:nvCxnSpPr>
        <p:spPr>
          <a:xfrm>
            <a:off x="4114800" y="233160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FDA4902C-8C62-C796-5811-04DAD5617970}"/>
              </a:ext>
            </a:extLst>
          </p:cNvPr>
          <p:cNvCxnSpPr>
            <a:cxnSpLocks/>
          </p:cNvCxnSpPr>
          <p:nvPr/>
        </p:nvCxnSpPr>
        <p:spPr>
          <a:xfrm>
            <a:off x="4114800" y="251448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23506B51-47F9-E77D-FEB7-2B54BFC13540}"/>
              </a:ext>
            </a:extLst>
          </p:cNvPr>
          <p:cNvCxnSpPr>
            <a:cxnSpLocks/>
          </p:cNvCxnSpPr>
          <p:nvPr/>
        </p:nvCxnSpPr>
        <p:spPr>
          <a:xfrm>
            <a:off x="4114800" y="269736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A24B1564-A5E5-7C1F-2F15-75F326CE4B23}"/>
              </a:ext>
            </a:extLst>
          </p:cNvPr>
          <p:cNvCxnSpPr>
            <a:cxnSpLocks/>
          </p:cNvCxnSpPr>
          <p:nvPr/>
        </p:nvCxnSpPr>
        <p:spPr>
          <a:xfrm>
            <a:off x="4114800" y="288024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57AD70F2-C436-D719-A43B-D2AEC6A55359}"/>
              </a:ext>
            </a:extLst>
          </p:cNvPr>
          <p:cNvSpPr/>
          <p:nvPr/>
        </p:nvSpPr>
        <p:spPr>
          <a:xfrm>
            <a:off x="4267200" y="1966917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ED91DBF-9A41-88D5-C965-F61471F941D0}"/>
              </a:ext>
            </a:extLst>
          </p:cNvPr>
          <p:cNvSpPr/>
          <p:nvPr/>
        </p:nvSpPr>
        <p:spPr>
          <a:xfrm>
            <a:off x="5181600" y="2514600"/>
            <a:ext cx="1828800" cy="5484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 90">
            <a:extLst>
              <a:ext uri="{FF2B5EF4-FFF2-40B4-BE49-F238E27FC236}">
                <a16:creationId xmlns:a16="http://schemas.microsoft.com/office/drawing/2014/main" id="{6CB23361-EABC-95BC-74D5-034B194CF2F5}"/>
              </a:ext>
            </a:extLst>
          </p:cNvPr>
          <p:cNvSpPr/>
          <p:nvPr/>
        </p:nvSpPr>
        <p:spPr>
          <a:xfrm>
            <a:off x="5181600" y="2423160"/>
            <a:ext cx="1826778" cy="9144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4DEDD3-C3CE-7D0A-3848-C6A3E96B73F8}"/>
              </a:ext>
            </a:extLst>
          </p:cNvPr>
          <p:cNvSpPr txBox="1"/>
          <p:nvPr/>
        </p:nvSpPr>
        <p:spPr>
          <a:xfrm>
            <a:off x="5706559" y="1444414"/>
            <a:ext cx="931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Z Margin</a:t>
            </a:r>
            <a:endParaRPr lang="en-CA" sz="16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4C1251F-5FCC-DF66-6EAA-FBCF8F95B223}"/>
              </a:ext>
            </a:extLst>
          </p:cNvPr>
          <p:cNvCxnSpPr>
            <a:cxnSpLocks/>
          </p:cNvCxnSpPr>
          <p:nvPr/>
        </p:nvCxnSpPr>
        <p:spPr>
          <a:xfrm>
            <a:off x="5638800" y="1965848"/>
            <a:ext cx="0" cy="457312"/>
          </a:xfrm>
          <a:prstGeom prst="straightConnector1">
            <a:avLst/>
          </a:prstGeom>
          <a:ln>
            <a:solidFill>
              <a:schemeClr val="accent6"/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52F6173-40E2-BD9F-EEB1-A03C6B0592D0}"/>
              </a:ext>
            </a:extLst>
          </p:cNvPr>
          <p:cNvCxnSpPr>
            <a:cxnSpLocks/>
          </p:cNvCxnSpPr>
          <p:nvPr/>
        </p:nvCxnSpPr>
        <p:spPr>
          <a:xfrm>
            <a:off x="5181600" y="2148728"/>
            <a:ext cx="0" cy="3658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F638DD48-3CC9-E768-3458-95A08EDF1CB8}"/>
              </a:ext>
            </a:extLst>
          </p:cNvPr>
          <p:cNvSpPr/>
          <p:nvPr/>
        </p:nvSpPr>
        <p:spPr>
          <a:xfrm>
            <a:off x="4114800" y="2990850"/>
            <a:ext cx="3971925" cy="2724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D9AC2B-971E-2ADC-AA63-15AAEE8A7DDF}"/>
              </a:ext>
            </a:extLst>
          </p:cNvPr>
          <p:cNvCxnSpPr>
            <a:cxnSpLocks/>
          </p:cNvCxnSpPr>
          <p:nvPr/>
        </p:nvCxnSpPr>
        <p:spPr>
          <a:xfrm>
            <a:off x="5305425" y="2148728"/>
            <a:ext cx="0" cy="365867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702A70-CE02-C08B-F18E-18CC7BBAA585}"/>
              </a:ext>
            </a:extLst>
          </p:cNvPr>
          <p:cNvCxnSpPr>
            <a:cxnSpLocks/>
            <a:endCxn id="115" idx="0"/>
          </p:cNvCxnSpPr>
          <p:nvPr/>
        </p:nvCxnSpPr>
        <p:spPr>
          <a:xfrm>
            <a:off x="6091237" y="1965741"/>
            <a:ext cx="3752" cy="457419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88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93D5D-DE67-B222-9477-8D88B22B0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8B25D63-0E48-0398-9EC7-AA438B376F89}"/>
              </a:ext>
            </a:extLst>
          </p:cNvPr>
          <p:cNvGrpSpPr/>
          <p:nvPr/>
        </p:nvGrpSpPr>
        <p:grpSpPr>
          <a:xfrm>
            <a:off x="4105656" y="1600088"/>
            <a:ext cx="3913632" cy="1280160"/>
            <a:chOff x="3350790" y="1600088"/>
            <a:chExt cx="5486400" cy="128016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F51D1B2-DEF1-9244-5527-65E73E604A27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160008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1EEF4E7F-6E50-1687-B68C-BC8FE0A1C329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178296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4886A5C1-7595-0827-8114-4C9EBE8C33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196584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0EA4727F-0E32-2F14-B65B-7CB105087FC0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14872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7A4C4B2B-D314-44AF-C1CE-5EF1A792AE3C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33160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958CA2D8-4156-219A-C678-BD2266D874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51448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1EFE321E-AD4F-7B3A-7DA3-5BB431BAEC23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69736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7EC6F7B9-A96E-0C4F-7CF4-FDC07FCCE06D}"/>
                </a:ext>
              </a:extLst>
            </p:cNvPr>
            <p:cNvCxnSpPr>
              <a:cxnSpLocks/>
            </p:cNvCxnSpPr>
            <p:nvPr/>
          </p:nvCxnSpPr>
          <p:spPr>
            <a:xfrm>
              <a:off x="3350790" y="2880248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5922AFDB-3F31-5D9B-5667-4AC3365FD30F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AEE64D-B782-B528-D126-606C0E9ECB42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4CFC421-7E99-2ABC-FAF3-E962750F289D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CE68A487-72CD-4CE4-EE96-BBADC4B27C43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8AE924FD-6A75-C9DB-6BCB-A8ADF38C6FFD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111">
                <a:extLst>
                  <a:ext uri="{FF2B5EF4-FFF2-40B4-BE49-F238E27FC236}">
                    <a16:creationId xmlns:a16="http://schemas.microsoft.com/office/drawing/2014/main" id="{DD84E322-6EA2-D6D2-2AC7-05384816A689}"/>
                  </a:ext>
                </a:extLst>
              </p:cNvPr>
              <p:cNvSpPr txBox="1"/>
              <p:nvPr/>
            </p:nvSpPr>
            <p:spPr>
              <a:xfrm>
                <a:off x="4674223" y="2447669"/>
                <a:ext cx="54810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200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sz="12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10" name="TextBox 111">
                <a:extLst>
                  <a:ext uri="{FF2B5EF4-FFF2-40B4-BE49-F238E27FC236}">
                    <a16:creationId xmlns:a16="http://schemas.microsoft.com/office/drawing/2014/main" id="{DD84E322-6EA2-D6D2-2AC7-05384816A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4223" y="2447669"/>
                <a:ext cx="548102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3">
                <a:extLst>
                  <a:ext uri="{FF2B5EF4-FFF2-40B4-BE49-F238E27FC236}">
                    <a16:creationId xmlns:a16="http://schemas.microsoft.com/office/drawing/2014/main" id="{73450E7B-6247-972B-10FE-1AF76FCE3863}"/>
                  </a:ext>
                </a:extLst>
              </p:cNvPr>
              <p:cNvSpPr txBox="1"/>
              <p:nvPr/>
            </p:nvSpPr>
            <p:spPr>
              <a:xfrm>
                <a:off x="4452394" y="2295145"/>
                <a:ext cx="4558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sz="1200" b="0" i="0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CA" sz="1200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12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12" name="TextBox 113">
                <a:extLst>
                  <a:ext uri="{FF2B5EF4-FFF2-40B4-BE49-F238E27FC236}">
                    <a16:creationId xmlns:a16="http://schemas.microsoft.com/office/drawing/2014/main" id="{73450E7B-6247-972B-10FE-1AF76FCE3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394" y="2295145"/>
                <a:ext cx="45589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E008809-6509-ACF1-8647-92AD20915390}"/>
              </a:ext>
            </a:extLst>
          </p:cNvPr>
          <p:cNvCxnSpPr>
            <a:cxnSpLocks/>
          </p:cNvCxnSpPr>
          <p:nvPr/>
        </p:nvCxnSpPr>
        <p:spPr>
          <a:xfrm>
            <a:off x="4791232" y="2508781"/>
            <a:ext cx="377668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4F586E7-E133-272A-B62C-712CE57FCBA4}"/>
              </a:ext>
            </a:extLst>
          </p:cNvPr>
          <p:cNvCxnSpPr>
            <a:cxnSpLocks/>
          </p:cNvCxnSpPr>
          <p:nvPr/>
        </p:nvCxnSpPr>
        <p:spPr>
          <a:xfrm>
            <a:off x="4792165" y="2144567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81E2385-53CF-2A6D-3696-DED71B4C8A36}"/>
              </a:ext>
            </a:extLst>
          </p:cNvPr>
          <p:cNvCxnSpPr>
            <a:cxnSpLocks/>
          </p:cNvCxnSpPr>
          <p:nvPr/>
        </p:nvCxnSpPr>
        <p:spPr>
          <a:xfrm>
            <a:off x="4791232" y="2144567"/>
            <a:ext cx="0" cy="37850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8">
                <a:extLst>
                  <a:ext uri="{FF2B5EF4-FFF2-40B4-BE49-F238E27FC236}">
                    <a16:creationId xmlns:a16="http://schemas.microsoft.com/office/drawing/2014/main" id="{61A780D3-A5C0-D0CF-B998-9DFD6B7E0B0E}"/>
                  </a:ext>
                </a:extLst>
              </p:cNvPr>
              <p:cNvSpPr txBox="1"/>
              <p:nvPr/>
            </p:nvSpPr>
            <p:spPr>
              <a:xfrm>
                <a:off x="4958791" y="2134302"/>
                <a:ext cx="684610" cy="2097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11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en-CA" sz="1100" b="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CA" sz="11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CA" sz="11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CA" sz="11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19" name="TextBox 8">
                <a:extLst>
                  <a:ext uri="{FF2B5EF4-FFF2-40B4-BE49-F238E27FC236}">
                    <a16:creationId xmlns:a16="http://schemas.microsoft.com/office/drawing/2014/main" id="{61A780D3-A5C0-D0CF-B998-9DFD6B7E0B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8791" y="2134302"/>
                <a:ext cx="684610" cy="209737"/>
              </a:xfrm>
              <a:prstGeom prst="rect">
                <a:avLst/>
              </a:prstGeom>
              <a:blipFill>
                <a:blip r:embed="rId4"/>
                <a:stretch>
                  <a:fillRect r="-1770" b="-571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1E4810C-8074-3FAE-D8B5-DBBD07E6F120}"/>
              </a:ext>
            </a:extLst>
          </p:cNvPr>
          <p:cNvCxnSpPr>
            <a:cxnSpLocks/>
          </p:cNvCxnSpPr>
          <p:nvPr/>
        </p:nvCxnSpPr>
        <p:spPr>
          <a:xfrm>
            <a:off x="4791232" y="2153814"/>
            <a:ext cx="0" cy="3692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9472225-D7BD-9A29-9A90-C5877E8E41E3}"/>
              </a:ext>
            </a:extLst>
          </p:cNvPr>
          <p:cNvSpPr/>
          <p:nvPr/>
        </p:nvSpPr>
        <p:spPr>
          <a:xfrm>
            <a:off x="3081528" y="2944368"/>
            <a:ext cx="7891272" cy="32735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42361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A104D64-ADA1-267D-C8DD-B7D13B682218}"/>
              </a:ext>
            </a:extLst>
          </p:cNvPr>
          <p:cNvSpPr/>
          <p:nvPr/>
        </p:nvSpPr>
        <p:spPr>
          <a:xfrm>
            <a:off x="4876799" y="1328215"/>
            <a:ext cx="1875837" cy="3705861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662526 w 1863676"/>
              <a:gd name="csY0" fmla="*/ 184332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662526 w 1863676"/>
              <a:gd name="csY16" fmla="*/ 1843322 h 3705861"/>
              <a:gd name="csX0" fmla="*/ 6625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662526 w 1875837"/>
              <a:gd name="csY16" fmla="*/ 1843322 h 3705861"/>
              <a:gd name="csX0" fmla="*/ 7387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738726 w 1875837"/>
              <a:gd name="csY16" fmla="*/ 1843322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875837" h="3705861">
                <a:moveTo>
                  <a:pt x="738726" y="1843322"/>
                </a:moveTo>
                <a:cubicBezTo>
                  <a:pt x="731318" y="1690922"/>
                  <a:pt x="203555" y="1501191"/>
                  <a:pt x="133351" y="1351485"/>
                </a:cubicBezTo>
                <a:cubicBezTo>
                  <a:pt x="63147" y="1201779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912631" y="1144629"/>
                  <a:pt x="1784351" y="1300685"/>
                </a:cubicBezTo>
                <a:cubicBezTo>
                  <a:pt x="1656071" y="1456741"/>
                  <a:pt x="1100395" y="1701505"/>
                  <a:pt x="1090870" y="1875072"/>
                </a:cubicBezTo>
                <a:cubicBezTo>
                  <a:pt x="1081345" y="2048639"/>
                  <a:pt x="1598920" y="2188049"/>
                  <a:pt x="1727200" y="2342085"/>
                </a:cubicBezTo>
                <a:cubicBezTo>
                  <a:pt x="1855480" y="2496121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54679" y="2422037"/>
                  <a:pt x="177800" y="2265885"/>
                </a:cubicBezTo>
                <a:cubicBezTo>
                  <a:pt x="300921" y="2109733"/>
                  <a:pt x="746134" y="1995722"/>
                  <a:pt x="738726" y="1843322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6">
            <a:extLst>
              <a:ext uri="{FF2B5EF4-FFF2-40B4-BE49-F238E27FC236}">
                <a16:creationId xmlns:a16="http://schemas.microsoft.com/office/drawing/2014/main" id="{A7EC1DF5-31B5-2D91-6FEE-0DA302E936DC}"/>
              </a:ext>
            </a:extLst>
          </p:cNvPr>
          <p:cNvSpPr>
            <a:spLocks noChangeAspect="1"/>
          </p:cNvSpPr>
          <p:nvPr/>
        </p:nvSpPr>
        <p:spPr>
          <a:xfrm>
            <a:off x="4629376" y="836908"/>
            <a:ext cx="2349722" cy="4672584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561146 w 1863676"/>
              <a:gd name="csY0" fmla="*/ 1842009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561146 w 1863676"/>
              <a:gd name="csY16" fmla="*/ 1842009 h 3705861"/>
              <a:gd name="csX0" fmla="*/ 546038 w 1863676"/>
              <a:gd name="csY0" fmla="*/ 1842009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546038 w 1863676"/>
              <a:gd name="csY16" fmla="*/ 1842009 h 3705861"/>
              <a:gd name="csX0" fmla="*/ 546038 w 1865843"/>
              <a:gd name="csY0" fmla="*/ 1842009 h 3705861"/>
              <a:gd name="csX1" fmla="*/ 133351 w 1865843"/>
              <a:gd name="csY1" fmla="*/ 1351485 h 3705861"/>
              <a:gd name="csX2" fmla="*/ 19051 w 1865843"/>
              <a:gd name="csY2" fmla="*/ 938737 h 3705861"/>
              <a:gd name="csX3" fmla="*/ 253999 w 1865843"/>
              <a:gd name="csY3" fmla="*/ 322785 h 3705861"/>
              <a:gd name="csX4" fmla="*/ 876698 w 1865843"/>
              <a:gd name="csY4" fmla="*/ 91 h 3705861"/>
              <a:gd name="csX5" fmla="*/ 1600198 w 1865843"/>
              <a:gd name="csY5" fmla="*/ 297385 h 3705861"/>
              <a:gd name="csX6" fmla="*/ 1860549 w 1865843"/>
              <a:gd name="csY6" fmla="*/ 938736 h 3705861"/>
              <a:gd name="csX7" fmla="*/ 1784351 w 1865843"/>
              <a:gd name="csY7" fmla="*/ 1300685 h 3705861"/>
              <a:gd name="csX8" fmla="*/ 1336987 w 1865843"/>
              <a:gd name="csY8" fmla="*/ 1877481 h 3705861"/>
              <a:gd name="csX9" fmla="*/ 1727200 w 1865843"/>
              <a:gd name="csY9" fmla="*/ 2342085 h 3705861"/>
              <a:gd name="csX10" fmla="*/ 1860549 w 1865843"/>
              <a:gd name="csY10" fmla="*/ 2799286 h 3705861"/>
              <a:gd name="csX11" fmla="*/ 1606548 w 1865843"/>
              <a:gd name="csY11" fmla="*/ 3408885 h 3705861"/>
              <a:gd name="csX12" fmla="*/ 952898 w 1865843"/>
              <a:gd name="csY12" fmla="*/ 3705603 h 3705861"/>
              <a:gd name="csX13" fmla="*/ 368299 w 1865843"/>
              <a:gd name="csY13" fmla="*/ 3516834 h 3705861"/>
              <a:gd name="csX14" fmla="*/ 0 w 1865843"/>
              <a:gd name="csY14" fmla="*/ 2780237 h 3705861"/>
              <a:gd name="csX15" fmla="*/ 177800 w 1865843"/>
              <a:gd name="csY15" fmla="*/ 2265885 h 3705861"/>
              <a:gd name="csX16" fmla="*/ 546038 w 1865843"/>
              <a:gd name="csY16" fmla="*/ 1842009 h 3705861"/>
              <a:gd name="csX0" fmla="*/ 546038 w 1870762"/>
              <a:gd name="csY0" fmla="*/ 1842009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727200 w 1870762"/>
              <a:gd name="csY9" fmla="*/ 2342085 h 3705861"/>
              <a:gd name="csX10" fmla="*/ 1860549 w 1870762"/>
              <a:gd name="csY10" fmla="*/ 2799286 h 3705861"/>
              <a:gd name="csX11" fmla="*/ 1606548 w 1870762"/>
              <a:gd name="csY11" fmla="*/ 3408885 h 3705861"/>
              <a:gd name="csX12" fmla="*/ 952898 w 1870762"/>
              <a:gd name="csY12" fmla="*/ 3705603 h 3705861"/>
              <a:gd name="csX13" fmla="*/ 368299 w 1870762"/>
              <a:gd name="csY13" fmla="*/ 3516834 h 3705861"/>
              <a:gd name="csX14" fmla="*/ 0 w 1870762"/>
              <a:gd name="csY14" fmla="*/ 2780237 h 3705861"/>
              <a:gd name="csX15" fmla="*/ 177800 w 1870762"/>
              <a:gd name="csY15" fmla="*/ 2265885 h 3705861"/>
              <a:gd name="csX16" fmla="*/ 546038 w 1870762"/>
              <a:gd name="csY16" fmla="*/ 1842009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727200 w 1870762"/>
              <a:gd name="csY9" fmla="*/ 2342085 h 3705861"/>
              <a:gd name="csX10" fmla="*/ 1860549 w 1870762"/>
              <a:gd name="csY10" fmla="*/ 2799286 h 3705861"/>
              <a:gd name="csX11" fmla="*/ 1606548 w 1870762"/>
              <a:gd name="csY11" fmla="*/ 3408885 h 3705861"/>
              <a:gd name="csX12" fmla="*/ 952898 w 1870762"/>
              <a:gd name="csY12" fmla="*/ 3705603 h 3705861"/>
              <a:gd name="csX13" fmla="*/ 368299 w 1870762"/>
              <a:gd name="csY13" fmla="*/ 3516834 h 3705861"/>
              <a:gd name="csX14" fmla="*/ 0 w 1870762"/>
              <a:gd name="csY14" fmla="*/ 2780237 h 3705861"/>
              <a:gd name="csX15" fmla="*/ 177800 w 1870762"/>
              <a:gd name="csY15" fmla="*/ 2265885 h 3705861"/>
              <a:gd name="csX16" fmla="*/ 666907 w 1870762"/>
              <a:gd name="csY16" fmla="*/ 1867191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485509 w 1870762"/>
              <a:gd name="csY9" fmla="*/ 2146460 h 3705861"/>
              <a:gd name="csX10" fmla="*/ 1727200 w 1870762"/>
              <a:gd name="csY10" fmla="*/ 2342085 h 3705861"/>
              <a:gd name="csX11" fmla="*/ 1860549 w 1870762"/>
              <a:gd name="csY11" fmla="*/ 2799286 h 3705861"/>
              <a:gd name="csX12" fmla="*/ 1606548 w 1870762"/>
              <a:gd name="csY12" fmla="*/ 3408885 h 3705861"/>
              <a:gd name="csX13" fmla="*/ 952898 w 1870762"/>
              <a:gd name="csY13" fmla="*/ 3705603 h 3705861"/>
              <a:gd name="csX14" fmla="*/ 368299 w 1870762"/>
              <a:gd name="csY14" fmla="*/ 3516834 h 3705861"/>
              <a:gd name="csX15" fmla="*/ 0 w 1870762"/>
              <a:gd name="csY15" fmla="*/ 2780237 h 3705861"/>
              <a:gd name="csX16" fmla="*/ 177800 w 1870762"/>
              <a:gd name="csY16" fmla="*/ 2265885 h 3705861"/>
              <a:gd name="csX17" fmla="*/ 666907 w 1870762"/>
              <a:gd name="csY17" fmla="*/ 1867191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495582 w 1870762"/>
              <a:gd name="csY9" fmla="*/ 2086026 h 3705861"/>
              <a:gd name="csX10" fmla="*/ 1727200 w 1870762"/>
              <a:gd name="csY10" fmla="*/ 2342085 h 3705861"/>
              <a:gd name="csX11" fmla="*/ 1860549 w 1870762"/>
              <a:gd name="csY11" fmla="*/ 2799286 h 3705861"/>
              <a:gd name="csX12" fmla="*/ 1606548 w 1870762"/>
              <a:gd name="csY12" fmla="*/ 3408885 h 3705861"/>
              <a:gd name="csX13" fmla="*/ 952898 w 1870762"/>
              <a:gd name="csY13" fmla="*/ 3705603 h 3705861"/>
              <a:gd name="csX14" fmla="*/ 368299 w 1870762"/>
              <a:gd name="csY14" fmla="*/ 3516834 h 3705861"/>
              <a:gd name="csX15" fmla="*/ 0 w 1870762"/>
              <a:gd name="csY15" fmla="*/ 2780237 h 3705861"/>
              <a:gd name="csX16" fmla="*/ 177800 w 1870762"/>
              <a:gd name="csY16" fmla="*/ 2265885 h 3705861"/>
              <a:gd name="csX17" fmla="*/ 666907 w 1870762"/>
              <a:gd name="csY17" fmla="*/ 1867191 h 3705861"/>
              <a:gd name="csX0" fmla="*/ 666907 w 1864307"/>
              <a:gd name="csY0" fmla="*/ 1867191 h 3705861"/>
              <a:gd name="csX1" fmla="*/ 133351 w 1864307"/>
              <a:gd name="csY1" fmla="*/ 1351485 h 3705861"/>
              <a:gd name="csX2" fmla="*/ 19051 w 1864307"/>
              <a:gd name="csY2" fmla="*/ 938737 h 3705861"/>
              <a:gd name="csX3" fmla="*/ 253999 w 1864307"/>
              <a:gd name="csY3" fmla="*/ 322785 h 3705861"/>
              <a:gd name="csX4" fmla="*/ 876698 w 1864307"/>
              <a:gd name="csY4" fmla="*/ 91 h 3705861"/>
              <a:gd name="csX5" fmla="*/ 1600198 w 1864307"/>
              <a:gd name="csY5" fmla="*/ 297385 h 3705861"/>
              <a:gd name="csX6" fmla="*/ 1860549 w 1864307"/>
              <a:gd name="csY6" fmla="*/ 938736 h 3705861"/>
              <a:gd name="csX7" fmla="*/ 1784351 w 1864307"/>
              <a:gd name="csY7" fmla="*/ 1300685 h 3705861"/>
              <a:gd name="csX8" fmla="*/ 1409966 w 1864307"/>
              <a:gd name="csY8" fmla="*/ 1637800 h 3705861"/>
              <a:gd name="csX9" fmla="*/ 1195973 w 1864307"/>
              <a:gd name="csY9" fmla="*/ 1882517 h 3705861"/>
              <a:gd name="csX10" fmla="*/ 1495582 w 1864307"/>
              <a:gd name="csY10" fmla="*/ 2086026 h 3705861"/>
              <a:gd name="csX11" fmla="*/ 1727200 w 1864307"/>
              <a:gd name="csY11" fmla="*/ 2342085 h 3705861"/>
              <a:gd name="csX12" fmla="*/ 1860549 w 1864307"/>
              <a:gd name="csY12" fmla="*/ 2799286 h 3705861"/>
              <a:gd name="csX13" fmla="*/ 1606548 w 1864307"/>
              <a:gd name="csY13" fmla="*/ 3408885 h 3705861"/>
              <a:gd name="csX14" fmla="*/ 952898 w 1864307"/>
              <a:gd name="csY14" fmla="*/ 3705603 h 3705861"/>
              <a:gd name="csX15" fmla="*/ 368299 w 1864307"/>
              <a:gd name="csY15" fmla="*/ 3516834 h 3705861"/>
              <a:gd name="csX16" fmla="*/ 0 w 1864307"/>
              <a:gd name="csY16" fmla="*/ 2780237 h 3705861"/>
              <a:gd name="csX17" fmla="*/ 177800 w 1864307"/>
              <a:gd name="csY17" fmla="*/ 2265885 h 3705861"/>
              <a:gd name="csX18" fmla="*/ 666907 w 1864307"/>
              <a:gd name="csY18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666907 w 1863582"/>
              <a:gd name="csY18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463154 w 1863582"/>
              <a:gd name="csY18" fmla="*/ 2065880 h 3705861"/>
              <a:gd name="csX19" fmla="*/ 666907 w 1863582"/>
              <a:gd name="csY19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432937 w 1863582"/>
              <a:gd name="csY18" fmla="*/ 2045735 h 3705861"/>
              <a:gd name="csX19" fmla="*/ 666907 w 1863582"/>
              <a:gd name="csY19" fmla="*/ 1867191 h 3705861"/>
              <a:gd name="csX0" fmla="*/ 666907 w 1863582"/>
              <a:gd name="csY0" fmla="*/ 1867191 h 3705861"/>
              <a:gd name="csX1" fmla="*/ 508480 w 1863582"/>
              <a:gd name="csY1" fmla="*/ 1703271 h 3705861"/>
              <a:gd name="csX2" fmla="*/ 133351 w 1863582"/>
              <a:gd name="csY2" fmla="*/ 1351485 h 3705861"/>
              <a:gd name="csX3" fmla="*/ 19051 w 1863582"/>
              <a:gd name="csY3" fmla="*/ 938737 h 3705861"/>
              <a:gd name="csX4" fmla="*/ 253999 w 1863582"/>
              <a:gd name="csY4" fmla="*/ 322785 h 3705861"/>
              <a:gd name="csX5" fmla="*/ 876698 w 1863582"/>
              <a:gd name="csY5" fmla="*/ 91 h 3705861"/>
              <a:gd name="csX6" fmla="*/ 1600198 w 1863582"/>
              <a:gd name="csY6" fmla="*/ 297385 h 3705861"/>
              <a:gd name="csX7" fmla="*/ 1860549 w 1863582"/>
              <a:gd name="csY7" fmla="*/ 938736 h 3705861"/>
              <a:gd name="csX8" fmla="*/ 1784351 w 1863582"/>
              <a:gd name="csY8" fmla="*/ 1300685 h 3705861"/>
              <a:gd name="csX9" fmla="*/ 1460328 w 1863582"/>
              <a:gd name="csY9" fmla="*/ 1673054 h 3705861"/>
              <a:gd name="csX10" fmla="*/ 1195973 w 1863582"/>
              <a:gd name="csY10" fmla="*/ 1882517 h 3705861"/>
              <a:gd name="csX11" fmla="*/ 1495582 w 1863582"/>
              <a:gd name="csY11" fmla="*/ 2086026 h 3705861"/>
              <a:gd name="csX12" fmla="*/ 1727200 w 1863582"/>
              <a:gd name="csY12" fmla="*/ 2342085 h 3705861"/>
              <a:gd name="csX13" fmla="*/ 1860549 w 1863582"/>
              <a:gd name="csY13" fmla="*/ 2799286 h 3705861"/>
              <a:gd name="csX14" fmla="*/ 1606548 w 1863582"/>
              <a:gd name="csY14" fmla="*/ 3408885 h 3705861"/>
              <a:gd name="csX15" fmla="*/ 952898 w 1863582"/>
              <a:gd name="csY15" fmla="*/ 3705603 h 3705861"/>
              <a:gd name="csX16" fmla="*/ 368299 w 1863582"/>
              <a:gd name="csY16" fmla="*/ 3516834 h 3705861"/>
              <a:gd name="csX17" fmla="*/ 0 w 1863582"/>
              <a:gd name="csY17" fmla="*/ 2780237 h 3705861"/>
              <a:gd name="csX18" fmla="*/ 177800 w 1863582"/>
              <a:gd name="csY18" fmla="*/ 2265885 h 3705861"/>
              <a:gd name="csX19" fmla="*/ 432937 w 1863582"/>
              <a:gd name="csY19" fmla="*/ 2045735 h 3705861"/>
              <a:gd name="csX20" fmla="*/ 666907 w 1863582"/>
              <a:gd name="csY20" fmla="*/ 1867191 h 3705861"/>
              <a:gd name="csX0" fmla="*/ 666907 w 1863582"/>
              <a:gd name="csY0" fmla="*/ 1867191 h 3705861"/>
              <a:gd name="csX1" fmla="*/ 493372 w 1863582"/>
              <a:gd name="csY1" fmla="*/ 1703271 h 3705861"/>
              <a:gd name="csX2" fmla="*/ 133351 w 1863582"/>
              <a:gd name="csY2" fmla="*/ 1351485 h 3705861"/>
              <a:gd name="csX3" fmla="*/ 19051 w 1863582"/>
              <a:gd name="csY3" fmla="*/ 938737 h 3705861"/>
              <a:gd name="csX4" fmla="*/ 253999 w 1863582"/>
              <a:gd name="csY4" fmla="*/ 322785 h 3705861"/>
              <a:gd name="csX5" fmla="*/ 876698 w 1863582"/>
              <a:gd name="csY5" fmla="*/ 91 h 3705861"/>
              <a:gd name="csX6" fmla="*/ 1600198 w 1863582"/>
              <a:gd name="csY6" fmla="*/ 297385 h 3705861"/>
              <a:gd name="csX7" fmla="*/ 1860549 w 1863582"/>
              <a:gd name="csY7" fmla="*/ 938736 h 3705861"/>
              <a:gd name="csX8" fmla="*/ 1784351 w 1863582"/>
              <a:gd name="csY8" fmla="*/ 1300685 h 3705861"/>
              <a:gd name="csX9" fmla="*/ 1460328 w 1863582"/>
              <a:gd name="csY9" fmla="*/ 1673054 h 3705861"/>
              <a:gd name="csX10" fmla="*/ 1195973 w 1863582"/>
              <a:gd name="csY10" fmla="*/ 1882517 h 3705861"/>
              <a:gd name="csX11" fmla="*/ 1495582 w 1863582"/>
              <a:gd name="csY11" fmla="*/ 2086026 h 3705861"/>
              <a:gd name="csX12" fmla="*/ 1727200 w 1863582"/>
              <a:gd name="csY12" fmla="*/ 2342085 h 3705861"/>
              <a:gd name="csX13" fmla="*/ 1860549 w 1863582"/>
              <a:gd name="csY13" fmla="*/ 2799286 h 3705861"/>
              <a:gd name="csX14" fmla="*/ 1606548 w 1863582"/>
              <a:gd name="csY14" fmla="*/ 3408885 h 3705861"/>
              <a:gd name="csX15" fmla="*/ 952898 w 1863582"/>
              <a:gd name="csY15" fmla="*/ 3705603 h 3705861"/>
              <a:gd name="csX16" fmla="*/ 368299 w 1863582"/>
              <a:gd name="csY16" fmla="*/ 3516834 h 3705861"/>
              <a:gd name="csX17" fmla="*/ 0 w 1863582"/>
              <a:gd name="csY17" fmla="*/ 2780237 h 3705861"/>
              <a:gd name="csX18" fmla="*/ 177800 w 1863582"/>
              <a:gd name="csY18" fmla="*/ 2265885 h 3705861"/>
              <a:gd name="csX19" fmla="*/ 432937 w 1863582"/>
              <a:gd name="csY19" fmla="*/ 2045735 h 3705861"/>
              <a:gd name="csX20" fmla="*/ 666907 w 1863582"/>
              <a:gd name="csY20" fmla="*/ 1867191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1863582" h="3705861">
                <a:moveTo>
                  <a:pt x="666907" y="1867191"/>
                </a:moveTo>
                <a:cubicBezTo>
                  <a:pt x="676980" y="1810114"/>
                  <a:pt x="582298" y="1789222"/>
                  <a:pt x="493372" y="1703271"/>
                </a:cubicBezTo>
                <a:cubicBezTo>
                  <a:pt x="404446" y="1617320"/>
                  <a:pt x="214922" y="1478907"/>
                  <a:pt x="133351" y="1351485"/>
                </a:cubicBezTo>
                <a:cubicBezTo>
                  <a:pt x="51780" y="1224063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851054" y="1178299"/>
                  <a:pt x="1784351" y="1300685"/>
                </a:cubicBezTo>
                <a:cubicBezTo>
                  <a:pt x="1717648" y="1423071"/>
                  <a:pt x="1558391" y="1576082"/>
                  <a:pt x="1460328" y="1673054"/>
                </a:cubicBezTo>
                <a:cubicBezTo>
                  <a:pt x="1362265" y="1770026"/>
                  <a:pt x="1190097" y="1813688"/>
                  <a:pt x="1195973" y="1882517"/>
                </a:cubicBezTo>
                <a:cubicBezTo>
                  <a:pt x="1201849" y="1951346"/>
                  <a:pt x="1407044" y="2009431"/>
                  <a:pt x="1495582" y="2086026"/>
                </a:cubicBezTo>
                <a:cubicBezTo>
                  <a:pt x="1584120" y="2162621"/>
                  <a:pt x="1666372" y="2223208"/>
                  <a:pt x="1727200" y="2342085"/>
                </a:cubicBezTo>
                <a:cubicBezTo>
                  <a:pt x="1788028" y="2460962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105644" y="2388302"/>
                  <a:pt x="177800" y="2265885"/>
                </a:cubicBezTo>
                <a:cubicBezTo>
                  <a:pt x="249956" y="2143468"/>
                  <a:pt x="351419" y="2112184"/>
                  <a:pt x="432937" y="2045735"/>
                </a:cubicBezTo>
                <a:cubicBezTo>
                  <a:pt x="514455" y="1979286"/>
                  <a:pt x="656834" y="1924268"/>
                  <a:pt x="666907" y="1867191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4B913B4-CBCA-4690-A47F-821C71EB2EAB}"/>
              </a:ext>
            </a:extLst>
          </p:cNvPr>
          <p:cNvGrpSpPr/>
          <p:nvPr/>
        </p:nvGrpSpPr>
        <p:grpSpPr>
          <a:xfrm>
            <a:off x="3276600" y="1549400"/>
            <a:ext cx="5486400" cy="3657600"/>
            <a:chOff x="3352800" y="1600200"/>
            <a:chExt cx="5486400" cy="3657600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93ECF40-A12B-5354-6E69-088152CCBEC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B3DB0D3-6762-2CFE-4E4F-44B81C32182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9A97FBE-50F5-F460-C067-8EEDEEE46B9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B5CC3E7-CAD9-8610-F4D0-F64173F308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0C964A1-2B6E-882E-66F6-0A76B2FFA3E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07BE501-6E01-5145-F97D-E088DEA77F7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F39D1C4-19DE-B6CB-DD4B-95C6E1B895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B16BD0D-58FD-3CCA-881C-63D24FA957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EB624A3E-F6C8-7753-A086-BB45F2444E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E5FA3AF-03AC-1FC9-D0A2-3AEB82CBDD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B961DF2-64B2-9151-CBB3-BFCA08F668C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613E465-34A6-2A11-509B-CD83708681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620A2B5-0802-20A2-762F-B901CED83EA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4C4EACD-C073-9D01-FE97-6835D099BDB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C16F240-9678-B977-AC62-4046F0883AC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89FC24F-B4EF-BF27-552F-C1E0EE68D38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555CB73-1D36-AE27-1D4C-4E5595146A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E25B211-A0E2-8650-A8B4-A5F5C27BBAC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4ADEF2A-C142-DA0C-2C8B-306614CCF98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6433482-7CE5-341B-FEE6-1B80F2DD086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53EBC60-FB60-3383-2332-845E434763F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80865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CD05B-506A-21E0-E176-D7BB8B393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6DC4996-E261-BC65-CDC9-89A17B04E961}"/>
              </a:ext>
            </a:extLst>
          </p:cNvPr>
          <p:cNvSpPr>
            <a:spLocks noChangeAspect="1"/>
          </p:cNvSpPr>
          <p:nvPr/>
        </p:nvSpPr>
        <p:spPr>
          <a:xfrm>
            <a:off x="6276000" y="2529000"/>
            <a:ext cx="1800000" cy="180000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9E6BFC5-46B3-8A51-B1E3-704745ED9CFE}"/>
              </a:ext>
            </a:extLst>
          </p:cNvPr>
          <p:cNvSpPr>
            <a:spLocks noChangeAspect="1"/>
          </p:cNvSpPr>
          <p:nvPr/>
        </p:nvSpPr>
        <p:spPr>
          <a:xfrm>
            <a:off x="4116000" y="2529000"/>
            <a:ext cx="1800000" cy="180000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6016DBB-1A70-20A4-A1C2-35847200B12D}"/>
              </a:ext>
            </a:extLst>
          </p:cNvPr>
          <p:cNvSpPr/>
          <p:nvPr/>
        </p:nvSpPr>
        <p:spPr>
          <a:xfrm>
            <a:off x="5826000" y="2455975"/>
            <a:ext cx="540000" cy="90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27DB220-04A4-51C3-02F3-50139E4BD72C}"/>
              </a:ext>
            </a:extLst>
          </p:cNvPr>
          <p:cNvSpPr/>
          <p:nvPr/>
        </p:nvSpPr>
        <p:spPr>
          <a:xfrm>
            <a:off x="5826000" y="3501000"/>
            <a:ext cx="540000" cy="90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A9D69E-1377-6845-B95C-94B17D81810E}"/>
              </a:ext>
            </a:extLst>
          </p:cNvPr>
          <p:cNvSpPr/>
          <p:nvPr/>
        </p:nvSpPr>
        <p:spPr>
          <a:xfrm rot="20100000">
            <a:off x="5725456" y="2340898"/>
            <a:ext cx="524049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B7B1DE-058B-437D-12D3-2584415E7423}"/>
              </a:ext>
            </a:extLst>
          </p:cNvPr>
          <p:cNvSpPr/>
          <p:nvPr/>
        </p:nvSpPr>
        <p:spPr>
          <a:xfrm rot="-20100000">
            <a:off x="6038588" y="2333327"/>
            <a:ext cx="439681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CB13ED-D06F-419A-539C-3227D9603457}"/>
              </a:ext>
            </a:extLst>
          </p:cNvPr>
          <p:cNvSpPr/>
          <p:nvPr/>
        </p:nvSpPr>
        <p:spPr>
          <a:xfrm rot="-20100000">
            <a:off x="5719674" y="3756497"/>
            <a:ext cx="503427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2C1D0C-088E-2184-4401-379EDA52986E}"/>
              </a:ext>
            </a:extLst>
          </p:cNvPr>
          <p:cNvSpPr/>
          <p:nvPr/>
        </p:nvSpPr>
        <p:spPr>
          <a:xfrm rot="20096993">
            <a:off x="5978153" y="3764699"/>
            <a:ext cx="493731" cy="7677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D9FFBCA-C250-C0AB-CC3E-D3128810420A}"/>
              </a:ext>
            </a:extLst>
          </p:cNvPr>
          <p:cNvSpPr/>
          <p:nvPr/>
        </p:nvSpPr>
        <p:spPr>
          <a:xfrm>
            <a:off x="5616062" y="3177671"/>
            <a:ext cx="349761" cy="502657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5E6AA-4EB0-9DD1-3792-04BB7B38048E}"/>
              </a:ext>
            </a:extLst>
          </p:cNvPr>
          <p:cNvSpPr/>
          <p:nvPr/>
        </p:nvSpPr>
        <p:spPr>
          <a:xfrm>
            <a:off x="5791200" y="3355975"/>
            <a:ext cx="676275" cy="12875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FFD0CA0-BC4B-2B00-7244-7D15729D668D}"/>
              </a:ext>
            </a:extLst>
          </p:cNvPr>
          <p:cNvSpPr/>
          <p:nvPr/>
        </p:nvSpPr>
        <p:spPr>
          <a:xfrm>
            <a:off x="5231453" y="3234293"/>
            <a:ext cx="856058" cy="389414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1ED09F6-141B-EBCA-E500-6AF9266FCD6F}"/>
              </a:ext>
            </a:extLst>
          </p:cNvPr>
          <p:cNvSpPr/>
          <p:nvPr/>
        </p:nvSpPr>
        <p:spPr>
          <a:xfrm>
            <a:off x="6106275" y="3231054"/>
            <a:ext cx="856058" cy="389414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1054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A46E7-71D3-7A98-BB1A-A01944AE3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FD76B99-E51D-2CC9-D9A9-C5CD9B3D4B71}"/>
              </a:ext>
            </a:extLst>
          </p:cNvPr>
          <p:cNvSpPr>
            <a:spLocks noChangeAspect="1"/>
          </p:cNvSpPr>
          <p:nvPr/>
        </p:nvSpPr>
        <p:spPr>
          <a:xfrm>
            <a:off x="6276000" y="2529000"/>
            <a:ext cx="1800000" cy="18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B6BE0E9-FF6A-BC08-52A7-F9F4C3D74C18}"/>
              </a:ext>
            </a:extLst>
          </p:cNvPr>
          <p:cNvSpPr>
            <a:spLocks noChangeAspect="1"/>
          </p:cNvSpPr>
          <p:nvPr/>
        </p:nvSpPr>
        <p:spPr>
          <a:xfrm>
            <a:off x="4116000" y="2529000"/>
            <a:ext cx="1800000" cy="18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3B341C3-6BA9-B85D-2E92-79410EE4F037}"/>
              </a:ext>
            </a:extLst>
          </p:cNvPr>
          <p:cNvSpPr/>
          <p:nvPr/>
        </p:nvSpPr>
        <p:spPr>
          <a:xfrm>
            <a:off x="5826000" y="2457000"/>
            <a:ext cx="540000" cy="9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6EC84B-7AD2-3241-258F-0AA5FD02D042}"/>
              </a:ext>
            </a:extLst>
          </p:cNvPr>
          <p:cNvSpPr txBox="1"/>
          <p:nvPr/>
        </p:nvSpPr>
        <p:spPr>
          <a:xfrm>
            <a:off x="3936000" y="1231381"/>
            <a:ext cx="6254749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100" dirty="0"/>
              <a:t>5 cm Circle  	centre at (-3, 0)	 	Top Left corner at (-5.5,-2.5)</a:t>
            </a:r>
          </a:p>
          <a:p>
            <a:r>
              <a:rPr lang="en-CA" sz="1100" dirty="0"/>
              <a:t>5 cm Circle 	centre at (3, 0)	 	Top Left corner at (  0.5,-2.5)</a:t>
            </a:r>
          </a:p>
          <a:p>
            <a:r>
              <a:rPr lang="en-CA" sz="1100" dirty="0"/>
              <a:t>2.5x1.5 Ellipse	centre at (0, -1.45)	Top Left corner at (  -0.75,-2.7)</a:t>
            </a:r>
          </a:p>
          <a:p>
            <a:r>
              <a:rPr lang="en-CA" sz="1100" dirty="0"/>
              <a:t>2.5x1.5 Ellipse 	centre at (0,   1.45) 	Top Left corner at (  -0.75,  0.2)</a:t>
            </a:r>
          </a:p>
          <a:p>
            <a:endParaRPr lang="en-CA" sz="11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9434E44-E1F9-6629-3357-BD8A0254C503}"/>
              </a:ext>
            </a:extLst>
          </p:cNvPr>
          <p:cNvCxnSpPr/>
          <p:nvPr/>
        </p:nvCxnSpPr>
        <p:spPr>
          <a:xfrm>
            <a:off x="6096000" y="2349000"/>
            <a:ext cx="0" cy="216000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C143C6F6-D0E7-AFFC-8E4B-7CDDC20741CA}"/>
              </a:ext>
            </a:extLst>
          </p:cNvPr>
          <p:cNvSpPr/>
          <p:nvPr/>
        </p:nvSpPr>
        <p:spPr>
          <a:xfrm>
            <a:off x="5826000" y="3501000"/>
            <a:ext cx="540000" cy="900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900" dirty="0">
              <a:solidFill>
                <a:srgbClr val="FF00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35609BD-9B8C-ADE9-A96D-523BBC42102E}"/>
              </a:ext>
            </a:extLst>
          </p:cNvPr>
          <p:cNvCxnSpPr/>
          <p:nvPr/>
        </p:nvCxnSpPr>
        <p:spPr>
          <a:xfrm>
            <a:off x="3936000" y="3429000"/>
            <a:ext cx="4320000" cy="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93632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36C24-3485-F43B-6C20-A576E8C78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7A179FC-BF0A-C3DA-91D5-A3DAD73030D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5CDDD1B-4E09-0827-B398-0FD7CD2B90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DADA1EE-8FE7-C88F-40E1-B09B78C97D6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93E48E34-D828-ABF8-ED9C-3967BCDF16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A2690D0-0CA4-4C99-C48B-723BAEC4F0E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D4336B8E-8F91-FC44-3D34-E5A0C4C8A30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E0970837-ABA6-DCC1-D3EF-606DD8B443F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0FFBBB8-8FA2-EE67-3DC4-CB313879A9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29EAB285-118E-0D53-0F52-53EB63F91A0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20986D5A-8174-911B-3434-A8F5309C68E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337BEB3-BE36-F10D-6A27-937BCD86734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8DAF4E19-65D0-A669-1713-B5B3F942094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DDC206E8-7825-C166-1D0F-6C0CFB52F62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2777CB24-BB5A-B974-3539-8F4382E177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4A7B1EEF-9E4A-000F-9D15-2BA695FAB0C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C334AD4C-716F-B219-E8DB-AC18DD936F1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8D0ADA1-E566-6959-AE37-786604E078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DC20D8EE-FC7F-18A1-506B-7AAB378E32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ED008665-915A-EA72-6C70-9D739B3992C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A58A947A-662F-59E6-5D45-6037E7C2B26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0A1466D-1D13-770C-4425-CAA35FB5CB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CD1B0E30-89D1-F342-AED9-315E8F9194F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3B87EAF8-B81B-DAD3-B4FF-5C6457609C0E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8817D4F-A3E4-8287-1DBB-905B08723A3A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5EA5AE4-942D-C33A-7762-E7368909D913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644F651-39D3-4201-53B1-C184D49E32A8}"/>
              </a:ext>
            </a:extLst>
          </p:cNvPr>
          <p:cNvCxnSpPr>
            <a:cxnSpLocks/>
          </p:cNvCxnSpPr>
          <p:nvPr/>
        </p:nvCxnSpPr>
        <p:spPr>
          <a:xfrm>
            <a:off x="4998244" y="1978410"/>
            <a:ext cx="1095746" cy="145047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8A7C138F-ABFF-A5ED-A893-39E822AF6845}"/>
              </a:ext>
            </a:extLst>
          </p:cNvPr>
          <p:cNvSpPr txBox="1"/>
          <p:nvPr/>
        </p:nvSpPr>
        <p:spPr>
          <a:xfrm>
            <a:off x="5375999" y="2770579"/>
            <a:ext cx="295085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81E0A38-46C3-BA29-5D6F-7FA743D30C77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51741CD-BF42-A156-009B-8D67C452BEF5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CF4E9B58-DAF0-0ED7-4DB5-2AB8CBC1737F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593BB4D-31E0-1761-4F91-269CE8C1C38E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2096A72-262F-253D-E182-5AD9A63D4C36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85535C6-F92A-3C50-0FE6-63DC50D38D44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E9E58F95-3028-CF6C-F902-B024A198264B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A55C30B0-CE19-64CF-2B67-7AFFC4FE5D50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29329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2C777-2001-3774-0C54-D54007AAF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0F9C991-72F7-4DD6-FEFA-4C827F925F3C}"/>
              </a:ext>
            </a:extLst>
          </p:cNvPr>
          <p:cNvGrpSpPr/>
          <p:nvPr/>
        </p:nvGrpSpPr>
        <p:grpSpPr>
          <a:xfrm>
            <a:off x="3352800" y="1600200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9300E18-CF71-DAAC-A911-1DEE7338F6A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E628D20-B63E-891D-1AD5-6B7C3E9887F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5C96B8F-16E3-FDAA-4030-A1D60B57354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687F4D2E-AE8B-2793-7601-557CACA031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69A6E99B-F4FC-2DFC-4B0E-50D40423C41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50B8C57E-4BCE-A57D-32C6-0BD29F53DAF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E9E6701-CDB8-07A5-7302-C017900D5E3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5C885EF8-479F-C935-B039-744DC9B36AB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74A24066-45EA-A2F6-FCB2-C41AD545F7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8C61C8B3-8734-2EC8-12DE-3BBDD6F021C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761EB9DE-6199-6DBE-FA28-4004B2CED25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96287F4C-D118-0466-469D-DF9C437D3FB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7354B0E-349D-0F96-3977-76BB7A1C54E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337633B3-93B1-7BE8-6DFE-26BAE2AF36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252D094A-F423-44DA-5412-345CF5B50C8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9ABA52A-7DFD-E5C8-7EAC-8071A69BE88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73527BAB-B770-10DD-105E-B5408436C9E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CB81809F-83EB-A0F1-D354-1C206C21EF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1401069-29B4-FA35-B2F8-52032BEB15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492C3B1A-5641-E795-3769-CBBC7D957F9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A6286102-2310-E16F-7EDB-0B9A8CA2D09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2008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BB715-DCA7-A663-0417-CEAF8F9C2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oup 82">
            <a:extLst>
              <a:ext uri="{FF2B5EF4-FFF2-40B4-BE49-F238E27FC236}">
                <a16:creationId xmlns:a16="http://schemas.microsoft.com/office/drawing/2014/main" id="{8A6AF61E-1A0A-C5E4-16BB-7E4B54AC7D1D}"/>
              </a:ext>
            </a:extLst>
          </p:cNvPr>
          <p:cNvGrpSpPr/>
          <p:nvPr/>
        </p:nvGrpSpPr>
        <p:grpSpPr>
          <a:xfrm>
            <a:off x="3352800" y="1600200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39D5FE7-2185-2ED0-8231-B9BD5028357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DEE04D4-B354-C536-91FF-97F199BB948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166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7526C21-BF6F-D9A9-375B-299642468E2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91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40F5B11-0638-6ED1-6D09-E369C7AA764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30C63D-50AB-CD91-D042-472FBF696EB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874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71764E9-5288-076C-8C36-2B6591F385A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9579024B-7692-7357-8DE2-7C261AF42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057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B3E2F1A-B6C5-3B31-0E50-8DC749289CF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5B24EB7-7CB5-F62B-8945-E2B7465B4B2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A673BC3-4F01-49C2-DC3B-694674CB649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3438CF3-EED3-4E2B-E070-7D0ED7C55F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A78A89F-B240-EC73-D92A-85EF0FE32BA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3D7AD25-6685-09BC-260E-6BC17D76ED1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7B9AE00E-D7AC-6F73-1506-1355A18CDB4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BE2F075-B001-5AB1-AEBF-BEC6076C6D7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6BF2770-524B-7EBC-D4C2-14AB463126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4CAD3771-F31E-3545-5264-8E9781BCDE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886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62AEC28-C7B1-4F6C-B30E-55C03AF2409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069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049ED47-F8BC-D764-520B-2BFA04D5191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251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3605E8BD-308C-E425-5F5E-5AF73B48A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434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2F7D380-DE7D-B93C-9B7F-7193C539AB2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617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542DAF56-6826-FE2D-442E-7E92424C9C5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00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3CF0908-4C33-269E-137D-0A84C28A79A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EDAB7CE-4A29-E466-C58C-45977699DD3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983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D4FC40B-4017-B99B-E736-DB036CBA972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D509EF2-E194-29E2-EB21-5CE5DDFC9E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98B0DB4-FD1E-AB4B-F785-2D454C51136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8445FBD-86F5-37F6-8C9C-3F973462A0A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240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F5782D7-3BD3-F625-14FB-97F730E3D82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423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4750F639-DF2B-CA0C-638B-4A84945578D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06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E09397CE-92C2-B313-C0CF-4B58CAB6610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788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2E2E6EA6-E5D6-2FA3-6741-BB72A179C80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971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8DC063F9-AB03-A93E-81E0-4DFC04A2CC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1546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5973C8DB-1C5E-0E82-5A21-B30626F5DA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3375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009CBB91-FD24-65BD-75D6-812FD8421D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5204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EA785B64-7409-3A24-651A-254B45AC8F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033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C5401182-FFEB-B3C0-20B5-0A4A83102C5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D0B6B49A-4BCD-1C05-80AD-698A4EC0675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36481EE-948C-495D-60B2-29611C5B8B8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45AE1862-30FB-BFD7-2789-A19BE361161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59B19EBC-46A2-C9B5-70BE-59AF726CD10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2285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1822</TotalTime>
  <Words>147</Words>
  <Application>Microsoft Office PowerPoint</Application>
  <PresentationFormat>Widescreen</PresentationFormat>
  <Paragraphs>29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Greg Salomons</dc:creator>
  <cp:lastModifiedBy>Greg Salomons</cp:lastModifiedBy>
  <cp:revision>20</cp:revision>
  <dcterms:created xsi:type="dcterms:W3CDTF">2026-05-16T15:17:44Z</dcterms:created>
  <dcterms:modified xsi:type="dcterms:W3CDTF">2026-05-31T18:58:38Z</dcterms:modified>
</cp:coreProperties>
</file>