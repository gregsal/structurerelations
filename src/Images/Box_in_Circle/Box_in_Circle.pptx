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69" r:id="rId6"/>
    <p:sldId id="270" r:id="rId7"/>
    <p:sldId id="272" r:id="rId8"/>
    <p:sldId id="271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694DC1-FC41-4DA6-8E68-64CB97CA31B4}" v="7" dt="2026-05-20T16:32:53.1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FE22A1E6-ED50-4B0B-A3FE-2910A2F54FB8}"/>
    <pc:docChg chg="custSel addSld modSld">
      <pc:chgData name="Greg Salomons" userId="759311b4-a852-4cd4-8aa9-8f7a4c00818c" providerId="ADAL" clId="{FE22A1E6-ED50-4B0B-A3FE-2910A2F54FB8}" dt="2026-05-20T16:33:05.413" v="184" actId="1076"/>
      <pc:docMkLst>
        <pc:docMk/>
      </pc:docMkLst>
      <pc:sldChg chg="addSp delSp modSp add mod">
        <pc:chgData name="Greg Salomons" userId="759311b4-a852-4cd4-8aa9-8f7a4c00818c" providerId="ADAL" clId="{FE22A1E6-ED50-4B0B-A3FE-2910A2F54FB8}" dt="2026-05-20T16:33:05.413" v="184" actId="1076"/>
        <pc:sldMkLst>
          <pc:docMk/>
          <pc:sldMk cId="491054678" sldId="272"/>
        </pc:sldMkLst>
        <pc:spChg chg="add mod">
          <ac:chgData name="Greg Salomons" userId="759311b4-a852-4cd4-8aa9-8f7a4c00818c" providerId="ADAL" clId="{FE22A1E6-ED50-4B0B-A3FE-2910A2F54FB8}" dt="2026-05-20T16:26:36.364" v="124" actId="207"/>
          <ac:spMkLst>
            <pc:docMk/>
            <pc:sldMk cId="491054678" sldId="272"/>
            <ac:spMk id="2" creationId="{C6DC4996-E261-BC65-CDC9-89A17B04E961}"/>
          </ac:spMkLst>
        </pc:spChg>
        <pc:spChg chg="add mod">
          <ac:chgData name="Greg Salomons" userId="759311b4-a852-4cd4-8aa9-8f7a4c00818c" providerId="ADAL" clId="{FE22A1E6-ED50-4B0B-A3FE-2910A2F54FB8}" dt="2026-05-20T16:26:44.480" v="125"/>
          <ac:spMkLst>
            <pc:docMk/>
            <pc:sldMk cId="491054678" sldId="272"/>
            <ac:spMk id="3" creationId="{09E6BFC5-46B3-8A51-B1E3-704745ED9CFE}"/>
          </ac:spMkLst>
        </pc:spChg>
        <pc:spChg chg="add mod">
          <ac:chgData name="Greg Salomons" userId="759311b4-a852-4cd4-8aa9-8f7a4c00818c" providerId="ADAL" clId="{FE22A1E6-ED50-4B0B-A3FE-2910A2F54FB8}" dt="2026-05-20T16:32:50.077" v="175"/>
          <ac:spMkLst>
            <pc:docMk/>
            <pc:sldMk cId="491054678" sldId="272"/>
            <ac:spMk id="4" creationId="{6C8BE8FC-284D-A15F-7A65-F3522E673ADE}"/>
          </ac:spMkLst>
        </pc:spChg>
        <pc:spChg chg="add mod">
          <ac:chgData name="Greg Salomons" userId="759311b4-a852-4cd4-8aa9-8f7a4c00818c" providerId="ADAL" clId="{FE22A1E6-ED50-4B0B-A3FE-2910A2F54FB8}" dt="2026-05-20T16:30:51.845" v="174" actId="20577"/>
          <ac:spMkLst>
            <pc:docMk/>
            <pc:sldMk cId="491054678" sldId="272"/>
            <ac:spMk id="5" creationId="{86016DBB-1A70-20A4-A1C2-35847200B12D}"/>
          </ac:spMkLst>
        </pc:spChg>
        <pc:spChg chg="mod">
          <ac:chgData name="Greg Salomons" userId="759311b4-a852-4cd4-8aa9-8f7a4c00818c" providerId="ADAL" clId="{FE22A1E6-ED50-4B0B-A3FE-2910A2F54FB8}" dt="2026-05-20T16:25:31.136" v="112" actId="1037"/>
          <ac:spMkLst>
            <pc:docMk/>
            <pc:sldMk cId="491054678" sldId="272"/>
            <ac:spMk id="7" creationId="{87E1FC3F-FC65-3F90-CF35-A81BD6BFD955}"/>
          </ac:spMkLst>
        </pc:spChg>
        <pc:spChg chg="add mod">
          <ac:chgData name="Greg Salomons" userId="759311b4-a852-4cd4-8aa9-8f7a4c00818c" providerId="ADAL" clId="{FE22A1E6-ED50-4B0B-A3FE-2910A2F54FB8}" dt="2026-05-20T16:33:05.413" v="184" actId="1076"/>
          <ac:spMkLst>
            <pc:docMk/>
            <pc:sldMk cId="491054678" sldId="272"/>
            <ac:spMk id="8" creationId="{E25C4A78-CD9A-093E-DB04-C11E57F767E7}"/>
          </ac:spMkLst>
        </pc:spChg>
        <pc:spChg chg="del">
          <ac:chgData name="Greg Salomons" userId="759311b4-a852-4cd4-8aa9-8f7a4c00818c" providerId="ADAL" clId="{FE22A1E6-ED50-4B0B-A3FE-2910A2F54FB8}" dt="2026-05-20T11:58:05.858" v="2" actId="478"/>
          <ac:spMkLst>
            <pc:docMk/>
            <pc:sldMk cId="491054678" sldId="272"/>
            <ac:spMk id="11" creationId="{DDF011F6-6F17-776E-F6AA-DC300E6EA48F}"/>
          </ac:spMkLst>
        </pc:spChg>
        <pc:grpChg chg="del">
          <ac:chgData name="Greg Salomons" userId="759311b4-a852-4cd4-8aa9-8f7a4c00818c" providerId="ADAL" clId="{FE22A1E6-ED50-4B0B-A3FE-2910A2F54FB8}" dt="2026-05-20T11:58:01.218" v="1" actId="478"/>
          <ac:grpSpMkLst>
            <pc:docMk/>
            <pc:sldMk cId="491054678" sldId="272"/>
            <ac:grpSpMk id="13" creationId="{22B6AB90-C481-5C61-1D0B-2208292D2CE3}"/>
          </ac:grpSpMkLst>
        </pc:grpChg>
      </pc:sldChg>
    </pc:docChg>
  </pc:docChgLst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5-17T14:49:17.350" v="402" actId="47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230857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023623" y="1242889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1194182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645645" y="1194182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14444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D05B-506A-21E0-E176-D7BB8B39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87E1FC3F-FC65-3F90-CF35-A81BD6BFD955}"/>
              </a:ext>
            </a:extLst>
          </p:cNvPr>
          <p:cNvSpPr/>
          <p:nvPr/>
        </p:nvSpPr>
        <p:spPr>
          <a:xfrm>
            <a:off x="560645" y="1330530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6DC4996-E261-BC65-CDC9-89A17B04E96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5cm Circle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E6BFC5-46B3-8A51-B1E3-704745ED9CFE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>
                <a:solidFill>
                  <a:srgbClr val="FF0000"/>
                </a:solidFill>
              </a:rPr>
              <a:t>5cm Circle</a:t>
            </a:r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8BE8FC-284D-A15F-7A65-F3522E673ADE}"/>
              </a:ext>
            </a:extLst>
          </p:cNvPr>
          <p:cNvSpPr/>
          <p:nvPr/>
        </p:nvSpPr>
        <p:spPr>
          <a:xfrm>
            <a:off x="8305319" y="4657951"/>
            <a:ext cx="900000" cy="45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900" dirty="0">
                <a:solidFill>
                  <a:srgbClr val="FF0000"/>
                </a:solidFill>
              </a:rPr>
              <a:t>2.5x1.25 Ellipse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6016DBB-1A70-20A4-A1C2-35847200B12D}"/>
              </a:ext>
            </a:extLst>
          </p:cNvPr>
          <p:cNvSpPr/>
          <p:nvPr/>
        </p:nvSpPr>
        <p:spPr>
          <a:xfrm>
            <a:off x="5869200" y="2945122"/>
            <a:ext cx="45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900" dirty="0">
                <a:solidFill>
                  <a:srgbClr val="FF0000"/>
                </a:solidFill>
              </a:rPr>
              <a:t>2.5x1.25 Ellipse25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C4A78-CD9A-093E-DB04-C11E57F767E7}"/>
              </a:ext>
            </a:extLst>
          </p:cNvPr>
          <p:cNvSpPr txBox="1"/>
          <p:nvPr/>
        </p:nvSpPr>
        <p:spPr>
          <a:xfrm>
            <a:off x="7685391" y="1595935"/>
            <a:ext cx="402631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dirty="0"/>
              <a:t>5 cm Circle  	centre at (-3,0)	 Top Left corner at (-5.5,-2.5)</a:t>
            </a:r>
          </a:p>
          <a:p>
            <a:r>
              <a:rPr lang="en-CA" sz="1100" dirty="0"/>
              <a:t>5 cm Circle 	centre at (3,0)</a:t>
            </a:r>
          </a:p>
          <a:p>
            <a:r>
              <a:rPr lang="en-CA" sz="1100" dirty="0"/>
              <a:t>2.5x1.25 Ellipse centre at (0,-1.5)</a:t>
            </a:r>
          </a:p>
          <a:p>
            <a:r>
              <a:rPr lang="en-CA" sz="1100" dirty="0"/>
              <a:t>2.5x1.25 Ellipse centre at (0, 1.5)</a:t>
            </a:r>
          </a:p>
          <a:p>
            <a:endParaRPr lang="en-CA" sz="1100" dirty="0"/>
          </a:p>
          <a:p>
            <a:endParaRPr lang="en-CA" sz="1100" dirty="0"/>
          </a:p>
          <a:p>
            <a:r>
              <a:rPr lang="en-CA" sz="1100" dirty="0"/>
              <a:t>	13.65 H, 3.45 V</a:t>
            </a:r>
          </a:p>
          <a:p>
            <a:r>
              <a:rPr lang="en-CA" sz="1100" dirty="0"/>
              <a:t>5 cm Circle</a:t>
            </a:r>
          </a:p>
          <a:p>
            <a:r>
              <a:rPr lang="en-CA" sz="1100" dirty="0"/>
              <a:t>	13.65 H, 9.25 V</a:t>
            </a:r>
          </a:p>
          <a:p>
            <a:r>
              <a:rPr lang="en-CA" sz="1100" dirty="0"/>
              <a:t>2.5x1.25 Ellipse</a:t>
            </a:r>
          </a:p>
          <a:p>
            <a:r>
              <a:rPr lang="en-CA" sz="1100" dirty="0"/>
              <a:t>	13.48 H, 8.18 V</a:t>
            </a:r>
          </a:p>
          <a:p>
            <a:r>
              <a:rPr lang="en-CA" sz="1100" dirty="0"/>
              <a:t>2.5x1.25 Ellipse</a:t>
            </a:r>
          </a:p>
          <a:p>
            <a:r>
              <a:rPr lang="en-CA" sz="1100" dirty="0"/>
              <a:t>	16.35 H, 8.22 V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937F3F6-A173-E402-4BC3-0A20BE9E7A4E}"/>
              </a:ext>
            </a:extLst>
          </p:cNvPr>
          <p:cNvCxnSpPr/>
          <p:nvPr/>
        </p:nvCxnSpPr>
        <p:spPr>
          <a:xfrm>
            <a:off x="6096000" y="1629000"/>
            <a:ext cx="0" cy="360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05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1722</TotalTime>
  <Words>140</Words>
  <Application>Microsoft Office PowerPoint</Application>
  <PresentationFormat>Widescreen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16</cp:revision>
  <dcterms:created xsi:type="dcterms:W3CDTF">2026-05-16T15:17:44Z</dcterms:created>
  <dcterms:modified xsi:type="dcterms:W3CDTF">2026-05-21T20:21:18Z</dcterms:modified>
</cp:coreProperties>
</file>