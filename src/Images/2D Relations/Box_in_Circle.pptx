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78" r:id="rId6"/>
    <p:sldId id="257" r:id="rId7"/>
    <p:sldId id="265" r:id="rId8"/>
    <p:sldId id="268" r:id="rId9"/>
    <p:sldId id="277" r:id="rId10"/>
    <p:sldId id="276" r:id="rId11"/>
    <p:sldId id="269" r:id="rId12"/>
    <p:sldId id="274" r:id="rId13"/>
    <p:sldId id="270" r:id="rId14"/>
    <p:sldId id="272" r:id="rId15"/>
    <p:sldId id="273" r:id="rId16"/>
    <p:sldId id="271" r:id="rId17"/>
    <p:sldId id="275" r:id="rId18"/>
    <p:sldId id="266" r:id="rId19"/>
    <p:sldId id="26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23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eg Salomons" userId="759311b4-a852-4cd4-8aa9-8f7a4c00818c" providerId="ADAL" clId="{FE22A1E6-ED50-4B0B-A3FE-2910A2F54FB8}"/>
    <pc:docChg chg="custSel addSld modSld">
      <pc:chgData name="Greg Salomons" userId="759311b4-a852-4cd4-8aa9-8f7a4c00818c" providerId="ADAL" clId="{FE22A1E6-ED50-4B0B-A3FE-2910A2F54FB8}" dt="2026-05-20T16:33:05.413" v="184" actId="1076"/>
      <pc:docMkLst>
        <pc:docMk/>
      </pc:docMkLst>
      <pc:sldChg chg="addSp delSp modSp add mod">
        <pc:chgData name="Greg Salomons" userId="759311b4-a852-4cd4-8aa9-8f7a4c00818c" providerId="ADAL" clId="{FE22A1E6-ED50-4B0B-A3FE-2910A2F54FB8}" dt="2026-05-20T16:33:05.413" v="184" actId="1076"/>
        <pc:sldMkLst>
          <pc:docMk/>
          <pc:sldMk cId="491054678" sldId="272"/>
        </pc:sldMkLst>
        <pc:spChg chg="add mod">
          <ac:chgData name="Greg Salomons" userId="759311b4-a852-4cd4-8aa9-8f7a4c00818c" providerId="ADAL" clId="{FE22A1E6-ED50-4B0B-A3FE-2910A2F54FB8}" dt="2026-05-20T16:26:36.364" v="124" actId="207"/>
          <ac:spMkLst>
            <pc:docMk/>
            <pc:sldMk cId="491054678" sldId="272"/>
            <ac:spMk id="2" creationId="{C6DC4996-E261-BC65-CDC9-89A17B04E961}"/>
          </ac:spMkLst>
        </pc:spChg>
        <pc:spChg chg="add mod">
          <ac:chgData name="Greg Salomons" userId="759311b4-a852-4cd4-8aa9-8f7a4c00818c" providerId="ADAL" clId="{FE22A1E6-ED50-4B0B-A3FE-2910A2F54FB8}" dt="2026-05-20T16:26:44.480" v="125"/>
          <ac:spMkLst>
            <pc:docMk/>
            <pc:sldMk cId="491054678" sldId="272"/>
            <ac:spMk id="3" creationId="{09E6BFC5-46B3-8A51-B1E3-704745ED9CFE}"/>
          </ac:spMkLst>
        </pc:spChg>
        <pc:spChg chg="add mod">
          <ac:chgData name="Greg Salomons" userId="759311b4-a852-4cd4-8aa9-8f7a4c00818c" providerId="ADAL" clId="{FE22A1E6-ED50-4B0B-A3FE-2910A2F54FB8}" dt="2026-05-20T16:30:51.845" v="174" actId="20577"/>
          <ac:spMkLst>
            <pc:docMk/>
            <pc:sldMk cId="491054678" sldId="272"/>
            <ac:spMk id="5" creationId="{86016DBB-1A70-20A4-A1C2-35847200B12D}"/>
          </ac:spMkLst>
        </pc:spChg>
      </pc:sldChg>
    </pc:docChg>
  </pc:docChgLst>
  <pc:docChgLst>
    <pc:chgData name="Greg Salomons" userId="759311b4-a852-4cd4-8aa9-8f7a4c00818c" providerId="ADAL" clId="{C8AF0C0B-19AC-3072-9B46-0AC5B2E811CA}"/>
    <pc:docChg chg="undo custSel addSld modSld">
      <pc:chgData name="Greg Salomons" userId="759311b4-a852-4cd4-8aa9-8f7a4c00818c" providerId="ADAL" clId="{C8AF0C0B-19AC-3072-9B46-0AC5B2E811CA}" dt="2026-06-11T14:23:20.197" v="477" actId="1038"/>
      <pc:docMkLst>
        <pc:docMk/>
      </pc:docMkLst>
      <pc:sldChg chg="addSp delSp modSp new mod">
        <pc:chgData name="Greg Salomons" userId="759311b4-a852-4cd4-8aa9-8f7a4c00818c" providerId="ADAL" clId="{C8AF0C0B-19AC-3072-9B46-0AC5B2E811CA}" dt="2026-05-16T16:00:02.182" v="14" actId="1076"/>
        <pc:sldMkLst>
          <pc:docMk/>
          <pc:sldMk cId="998525898" sldId="257"/>
        </pc:sldMkLst>
        <pc:spChg chg="add">
          <ac:chgData name="Greg Salomons" userId="759311b4-a852-4cd4-8aa9-8f7a4c00818c" providerId="ADAL" clId="{C8AF0C0B-19AC-3072-9B46-0AC5B2E811CA}" dt="2026-05-16T15:48:07.226" v="1" actId="22"/>
          <ac:spMkLst>
            <pc:docMk/>
            <pc:sldMk cId="998525898" sldId="257"/>
            <ac:spMk id="3" creationId="{D37AD069-0FEE-2366-8267-A4E43BED8B4F}"/>
          </ac:spMkLst>
        </pc:spChg>
        <pc:spChg chg="add">
          <ac:chgData name="Greg Salomons" userId="759311b4-a852-4cd4-8aa9-8f7a4c00818c" providerId="ADAL" clId="{C8AF0C0B-19AC-3072-9B46-0AC5B2E811CA}" dt="2026-05-16T15:48:07.226" v="1" actId="22"/>
          <ac:spMkLst>
            <pc:docMk/>
            <pc:sldMk cId="998525898" sldId="257"/>
            <ac:spMk id="5" creationId="{E39D329C-3D38-AAA3-C7F1-6F8CBBA40158}"/>
          </ac:spMkLst>
        </pc:spChg>
        <pc:spChg chg="add">
          <ac:chgData name="Greg Salomons" userId="759311b4-a852-4cd4-8aa9-8f7a4c00818c" providerId="ADAL" clId="{C8AF0C0B-19AC-3072-9B46-0AC5B2E811CA}" dt="2026-05-16T15:48:07.226" v="1" actId="22"/>
          <ac:spMkLst>
            <pc:docMk/>
            <pc:sldMk cId="998525898" sldId="257"/>
            <ac:spMk id="19" creationId="{C44A38D8-B4E7-075C-3049-D38D1E4ED8EC}"/>
          </ac:spMkLst>
        </pc:spChg>
        <pc:spChg chg="add">
          <ac:chgData name="Greg Salomons" userId="759311b4-a852-4cd4-8aa9-8f7a4c00818c" providerId="ADAL" clId="{C8AF0C0B-19AC-3072-9B46-0AC5B2E811CA}" dt="2026-05-16T15:48:07.226" v="1" actId="22"/>
          <ac:spMkLst>
            <pc:docMk/>
            <pc:sldMk cId="998525898" sldId="257"/>
            <ac:spMk id="21" creationId="{48C80F79-2320-75D2-3E30-0FA5ACB2D91D}"/>
          </ac:spMkLst>
        </pc:spChg>
        <pc:spChg chg="add">
          <ac:chgData name="Greg Salomons" userId="759311b4-a852-4cd4-8aa9-8f7a4c00818c" providerId="ADAL" clId="{C8AF0C0B-19AC-3072-9B46-0AC5B2E811CA}" dt="2026-05-16T15:48:07.226" v="1" actId="22"/>
          <ac:spMkLst>
            <pc:docMk/>
            <pc:sldMk cId="998525898" sldId="257"/>
            <ac:spMk id="27" creationId="{6E8FE93F-474A-07BA-0785-EC9BA4EB5507}"/>
          </ac:spMkLst>
        </pc:spChg>
        <pc:cxnChg chg="add mod">
          <ac:chgData name="Greg Salomons" userId="759311b4-a852-4cd4-8aa9-8f7a4c00818c" providerId="ADAL" clId="{C8AF0C0B-19AC-3072-9B46-0AC5B2E811CA}" dt="2026-05-16T15:59:58.408" v="13" actId="14100"/>
          <ac:cxnSpMkLst>
            <pc:docMk/>
            <pc:sldMk cId="998525898" sldId="257"/>
            <ac:cxnSpMk id="11" creationId="{3D16FD56-3455-BE96-15C2-EBB0AA1B51E7}"/>
          </ac:cxnSpMkLst>
        </pc:cxnChg>
        <pc:cxnChg chg="add mod">
          <ac:chgData name="Greg Salomons" userId="759311b4-a852-4cd4-8aa9-8f7a4c00818c" providerId="ADAL" clId="{C8AF0C0B-19AC-3072-9B46-0AC5B2E811CA}" dt="2026-05-16T16:00:02.182" v="14" actId="1076"/>
          <ac:cxnSpMkLst>
            <pc:docMk/>
            <pc:sldMk cId="998525898" sldId="257"/>
            <ac:cxnSpMk id="17" creationId="{24484CB0-C03C-3CDE-2BBC-A615044DE503}"/>
          </ac:cxnSpMkLst>
        </pc:cxnChg>
        <pc:cxnChg chg="add">
          <ac:chgData name="Greg Salomons" userId="759311b4-a852-4cd4-8aa9-8f7a4c00818c" providerId="ADAL" clId="{C8AF0C0B-19AC-3072-9B46-0AC5B2E811CA}" dt="2026-05-16T15:48:07.226" v="1" actId="22"/>
          <ac:cxnSpMkLst>
            <pc:docMk/>
            <pc:sldMk cId="998525898" sldId="257"/>
            <ac:cxnSpMk id="23" creationId="{BB294F9A-4A74-B8D5-6257-484FD454C39A}"/>
          </ac:cxnSpMkLst>
        </pc:cxnChg>
        <pc:cxnChg chg="mod">
          <ac:chgData name="Greg Salomons" userId="759311b4-a852-4cd4-8aa9-8f7a4c00818c" providerId="ADAL" clId="{C8AF0C0B-19AC-3072-9B46-0AC5B2E811CA}" dt="2026-05-16T15:48:53.365" v="8" actId="1038"/>
          <ac:cxnSpMkLst>
            <pc:docMk/>
            <pc:sldMk cId="998525898" sldId="257"/>
            <ac:cxnSpMk id="25" creationId="{89B58AFD-07BE-8624-409D-98A6B3262FC0}"/>
          </ac:cxnSpMkLst>
        </pc:cxnChg>
      </pc:sldChg>
      <pc:sldChg chg="modSp add mod">
        <pc:chgData name="Greg Salomons" userId="759311b4-a852-4cd4-8aa9-8f7a4c00818c" providerId="ADAL" clId="{C8AF0C0B-19AC-3072-9B46-0AC5B2E811CA}" dt="2026-06-11T14:23:20.197" v="477" actId="1038"/>
        <pc:sldMkLst>
          <pc:docMk/>
          <pc:sldMk cId="939189967" sldId="275"/>
        </pc:sldMkLst>
        <pc:grpChg chg="mod">
          <ac:chgData name="Greg Salomons" userId="759311b4-a852-4cd4-8aa9-8f7a4c00818c" providerId="ADAL" clId="{C8AF0C0B-19AC-3072-9B46-0AC5B2E811CA}" dt="2026-06-11T14:23:20.197" v="477" actId="1038"/>
          <ac:grpSpMkLst>
            <pc:docMk/>
            <pc:sldMk cId="939189967" sldId="275"/>
            <ac:grpSpMk id="6" creationId="{CFD0DA3C-24E6-9C26-A530-0ADE351A5BC5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FDDE3-1251-0819-78F5-A6882ED005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16011A-A810-06CA-048A-E703761BB6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2FFE4-D50E-7462-93C7-AE9178F4E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30267-1466-884D-8974-A900549019F0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B05E6-65C1-9E1B-A654-09BE0E28B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DFCDAD-C304-D22A-E9E0-62EDE76B3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BFF31-FFC6-6A40-9C95-76AD79E9F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038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CCCBA-B445-79AA-300C-4689A5383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D3BFD-084B-F07E-9D9C-572A591FFB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CA9A3-A61E-8E82-A640-D3519F4E4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30267-1466-884D-8974-A900549019F0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58AAC-FCAE-7982-DE85-58921C106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A941B-F9D5-4EAE-A929-ACF25A9E3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BFF31-FFC6-6A40-9C95-76AD79E9F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860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EBC15-4342-0CDB-8758-7BAC9F39B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A106AE-8269-1410-6ADC-2CB7FAF891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2C7B6-EA63-15C2-5434-F0F43EFD4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30267-1466-884D-8974-A900549019F0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DA0C28-FB49-9DEF-E597-B0A2B1C59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287F8B-6BEC-89A9-194B-A52D2E70D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BFF31-FFC6-6A40-9C95-76AD79E9F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020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815A1-88D2-416E-1B11-32C979860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645D0-912F-B72B-B322-16526F7EB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22F3C3-867B-2A2C-E962-9A0AA49D6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A55971-7E52-29C1-F5FA-B65B7D849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30267-1466-884D-8974-A900549019F0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EE6090-8C77-48E0-3C26-2FE802D61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10A891-AD31-437D-B658-6FD4BECE2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BFF31-FFC6-6A40-9C95-76AD79E9F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701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69061-48E2-3E14-44C1-7DD1D9EE6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34F355-51D4-4C74-0BF8-2CDE4F808F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22B183-7896-5B69-6EFA-A73FDF0860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7064F6-91A2-1245-B9B6-C2DEE4F192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901A71-3698-D425-79D3-4F3C300895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E620C8-EBEC-1691-5193-878399128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30267-1466-884D-8974-A900549019F0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BD24AC-02AB-5C0B-333F-6E7BC93D4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0F0BED-1C33-EBEC-BAE5-E797FBAEE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BFF31-FFC6-6A40-9C95-76AD79E9F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995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ED78E-2839-6295-AC2A-823B8A774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76ADDB-4D64-F84D-D85A-22ACC1AC4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30267-1466-884D-8974-A900549019F0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59515F-7973-79BD-09B7-CC699264F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43CDF4-4442-1528-E4C8-02BEEB63C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BFF31-FFC6-6A40-9C95-76AD79E9F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227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9B8BC1-6D96-ABB6-C99F-86365CFAD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30267-1466-884D-8974-A900549019F0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1B13A9-8127-E74D-F1CF-F61776F92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E79819-4496-9D23-6DDD-3E3880FBF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BFF31-FFC6-6A40-9C95-76AD79E9F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131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62AA9-DE48-0B1D-BEC2-992259D2C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098C1-6A9B-40A2-C0A6-02669202F2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67D3A6-9ED8-AE0C-BD4D-011D0A2BC6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599C60-D982-9FBD-5C95-E1FE07244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30267-1466-884D-8974-A900549019F0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C5EA43-36B4-CE11-C16D-13C173B5F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C25694-5AA3-520C-0E7D-5061A7261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BFF31-FFC6-6A40-9C95-76AD79E9F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447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94458-EA95-60C4-7810-96944BAD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B7863A-A0EE-7EF6-2D20-E34464A18A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FA9E25-8283-0BF8-87EC-27161576DF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84FE8E-9A3B-FAC9-0892-900F3B61F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30267-1466-884D-8974-A900549019F0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965CE8-CE50-7287-70D8-6F481DEEB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1B4F85-961A-9BCD-941F-A18B56EC4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BFF31-FFC6-6A40-9C95-76AD79E9F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94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C7BAC-A915-F6DF-2A5C-9E57D3F7F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1EDA2B-0E6D-4514-4A3F-4BBE031386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ACBD05-7A22-AAA4-F3EF-5055FE0EA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30267-1466-884D-8974-A900549019F0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A3722-3A3E-1DA0-35A0-64FEB040A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76A259-F9D8-2E1E-BF1D-9B42F9EB7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BFF31-FFC6-6A40-9C95-76AD79E9F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477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788EF5-DB11-F1F6-CA8B-8A1763255B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7AD778-B84A-CAC6-B0FA-D1A606396D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6DEAE-78E2-8B2D-4EC0-76BB4F0F1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30267-1466-884D-8974-A900549019F0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F1A4FA-F3E8-D013-889C-D89A34608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826264-DA33-011D-DEB7-BB74F6632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BFF31-FFC6-6A40-9C95-76AD79E9F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089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6D532C-AD89-4500-F07B-B7F95D92F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B259A5-AD44-F79E-5836-05560B35DA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9FD47-2DBD-AFD7-4636-666EDF9494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E30267-1466-884D-8974-A900549019F0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A703F-876C-1DBC-E79A-7A16E37647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F1DA62-1E89-E273-BF14-CAD258CDEA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CBFF31-FFC6-6A40-9C95-76AD79E9F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238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40077A50-9EEE-F0A3-F5F0-CB9C369E4642}"/>
              </a:ext>
            </a:extLst>
          </p:cNvPr>
          <p:cNvSpPr/>
          <p:nvPr/>
        </p:nvSpPr>
        <p:spPr>
          <a:xfrm>
            <a:off x="4267200" y="1600200"/>
            <a:ext cx="3657600" cy="36576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8EC560-377C-C4E9-B654-F81BC79A7984}"/>
              </a:ext>
            </a:extLst>
          </p:cNvPr>
          <p:cNvSpPr/>
          <p:nvPr/>
        </p:nvSpPr>
        <p:spPr>
          <a:xfrm>
            <a:off x="5181600" y="2514600"/>
            <a:ext cx="1828800" cy="18288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BD37C96-8710-3062-4713-E33EACE3CA28}"/>
              </a:ext>
            </a:extLst>
          </p:cNvPr>
          <p:cNvCxnSpPr>
            <a:cxnSpLocks/>
            <a:stCxn id="4" idx="2"/>
            <a:endCxn id="4" idx="6"/>
          </p:cNvCxnSpPr>
          <p:nvPr/>
        </p:nvCxnSpPr>
        <p:spPr>
          <a:xfrm>
            <a:off x="4267200" y="3429000"/>
            <a:ext cx="3657600" cy="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2DD9D92-F184-1F38-ECC9-11CF1E8B5126}"/>
              </a:ext>
            </a:extLst>
          </p:cNvPr>
          <p:cNvCxnSpPr>
            <a:cxnSpLocks/>
            <a:stCxn id="4" idx="0"/>
            <a:endCxn id="4" idx="4"/>
          </p:cNvCxnSpPr>
          <p:nvPr/>
        </p:nvCxnSpPr>
        <p:spPr>
          <a:xfrm>
            <a:off x="6096000" y="1600200"/>
            <a:ext cx="0" cy="365760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02CA9D7-5E4E-61F7-48F1-3F23E13528E6}"/>
              </a:ext>
            </a:extLst>
          </p:cNvPr>
          <p:cNvCxnSpPr>
            <a:cxnSpLocks/>
          </p:cNvCxnSpPr>
          <p:nvPr/>
        </p:nvCxnSpPr>
        <p:spPr>
          <a:xfrm>
            <a:off x="4517231" y="2514600"/>
            <a:ext cx="66436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DF3E0CB-BD9B-DBAE-2E33-20B976F53158}"/>
              </a:ext>
            </a:extLst>
          </p:cNvPr>
          <p:cNvCxnSpPr>
            <a:cxnSpLocks/>
          </p:cNvCxnSpPr>
          <p:nvPr/>
        </p:nvCxnSpPr>
        <p:spPr>
          <a:xfrm>
            <a:off x="4522726" y="2514600"/>
            <a:ext cx="0" cy="914400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CC47FB0-B86B-51A7-2962-5A24102D2A3A}"/>
              </a:ext>
            </a:extLst>
          </p:cNvPr>
          <p:cNvCxnSpPr>
            <a:cxnSpLocks/>
          </p:cNvCxnSpPr>
          <p:nvPr/>
        </p:nvCxnSpPr>
        <p:spPr>
          <a:xfrm>
            <a:off x="4517231" y="3429000"/>
            <a:ext cx="1578769" cy="0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3D37FEE-7574-0BFC-48DF-C36C72B4AE24}"/>
              </a:ext>
            </a:extLst>
          </p:cNvPr>
          <p:cNvCxnSpPr>
            <a:cxnSpLocks/>
          </p:cNvCxnSpPr>
          <p:nvPr/>
        </p:nvCxnSpPr>
        <p:spPr>
          <a:xfrm>
            <a:off x="4517231" y="2514600"/>
            <a:ext cx="1578769" cy="914400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1DD082C-5D60-31C0-62E2-BEC2CCAEE095}"/>
              </a:ext>
            </a:extLst>
          </p:cNvPr>
          <p:cNvSpPr txBox="1"/>
          <p:nvPr/>
        </p:nvSpPr>
        <p:spPr>
          <a:xfrm>
            <a:off x="4892011" y="2762250"/>
            <a:ext cx="2950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rgbClr val="FF0000"/>
                </a:solidFill>
              </a:rPr>
              <a:t>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1037797-3330-03FC-FF47-929D08E560D8}"/>
              </a:ext>
            </a:extLst>
          </p:cNvPr>
          <p:cNvSpPr txBox="1"/>
          <p:nvPr/>
        </p:nvSpPr>
        <p:spPr>
          <a:xfrm>
            <a:off x="6384926" y="2277421"/>
            <a:ext cx="5481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rgbClr val="00B0F0"/>
                </a:solidFill>
              </a:rPr>
              <a:t>w/2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47DDB82-EC65-DA38-7F7F-13FD445B5425}"/>
              </a:ext>
            </a:extLst>
          </p:cNvPr>
          <p:cNvCxnSpPr>
            <a:cxnSpLocks/>
          </p:cNvCxnSpPr>
          <p:nvPr/>
        </p:nvCxnSpPr>
        <p:spPr>
          <a:xfrm>
            <a:off x="6096000" y="2514600"/>
            <a:ext cx="91440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99C41FA-A194-340F-78A2-F47F828D656B}"/>
              </a:ext>
            </a:extLst>
          </p:cNvPr>
          <p:cNvCxnSpPr>
            <a:cxnSpLocks/>
          </p:cNvCxnSpPr>
          <p:nvPr/>
        </p:nvCxnSpPr>
        <p:spPr>
          <a:xfrm>
            <a:off x="4521993" y="2514600"/>
            <a:ext cx="0" cy="9144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D097E3F1-6956-48B3-4098-EB57044E055E}"/>
              </a:ext>
            </a:extLst>
          </p:cNvPr>
          <p:cNvSpPr txBox="1"/>
          <p:nvPr/>
        </p:nvSpPr>
        <p:spPr>
          <a:xfrm>
            <a:off x="4488704" y="2928938"/>
            <a:ext cx="5481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rgbClr val="00B0F0"/>
                </a:solidFill>
              </a:rPr>
              <a:t>h/2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A886F7-9404-E27E-6E8A-D374A579C7A9}"/>
              </a:ext>
            </a:extLst>
          </p:cNvPr>
          <p:cNvSpPr txBox="1"/>
          <p:nvPr/>
        </p:nvSpPr>
        <p:spPr>
          <a:xfrm>
            <a:off x="4943408" y="177969"/>
            <a:ext cx="23051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Ideal Orthogonal Margin</a:t>
            </a:r>
            <a:endParaRPr lang="en-CA" sz="1600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F5CD890-391F-E4B2-1E2D-C064E893BBA3}"/>
              </a:ext>
            </a:extLst>
          </p:cNvPr>
          <p:cNvCxnSpPr>
            <a:cxnSpLocks/>
          </p:cNvCxnSpPr>
          <p:nvPr/>
        </p:nvCxnSpPr>
        <p:spPr>
          <a:xfrm>
            <a:off x="5178355" y="1847850"/>
            <a:ext cx="0" cy="66675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5F6F5CF-5A7C-912F-8BBC-E854061E9B0A}"/>
                  </a:ext>
                </a:extLst>
              </p:cNvPr>
              <p:cNvSpPr txBox="1"/>
              <p:nvPr/>
            </p:nvSpPr>
            <p:spPr>
              <a:xfrm>
                <a:off x="4372199" y="3429000"/>
                <a:ext cx="781111" cy="3758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1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en-US" sz="1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US" sz="1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1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sz="1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1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ℎ</m:t>
                                    </m:r>
                                  </m:num>
                                  <m:den>
                                    <m:r>
                                      <a:rPr lang="en-US" sz="1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sz="1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CA" sz="1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5F6F5CF-5A7C-912F-8BBC-E854061E9B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2199" y="3429000"/>
                <a:ext cx="781111" cy="375809"/>
              </a:xfrm>
              <a:prstGeom prst="rect">
                <a:avLst/>
              </a:prstGeom>
              <a:blipFill>
                <a:blip r:embed="rId2"/>
                <a:stretch>
                  <a:fillRect r="-2344" b="-327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5205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825BE-1F7D-B12F-91B7-81FEEB3DF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21406D81-B2C3-D31E-BAE3-81D607FD2408}"/>
              </a:ext>
            </a:extLst>
          </p:cNvPr>
          <p:cNvCxnSpPr>
            <a:cxnSpLocks/>
          </p:cNvCxnSpPr>
          <p:nvPr/>
        </p:nvCxnSpPr>
        <p:spPr>
          <a:xfrm>
            <a:off x="5333604" y="1771650"/>
            <a:ext cx="0" cy="3333750"/>
          </a:xfrm>
          <a:prstGeom prst="straightConnector1">
            <a:avLst/>
          </a:prstGeom>
          <a:ln cmpd="dbl">
            <a:headEnd type="none"/>
            <a:tailEnd type="non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A248F05-E9F0-6DB1-C3E8-3258689020E8}"/>
              </a:ext>
            </a:extLst>
          </p:cNvPr>
          <p:cNvCxnSpPr>
            <a:cxnSpLocks/>
          </p:cNvCxnSpPr>
          <p:nvPr/>
        </p:nvCxnSpPr>
        <p:spPr>
          <a:xfrm>
            <a:off x="4329113" y="2937806"/>
            <a:ext cx="3538537" cy="0"/>
          </a:xfrm>
          <a:prstGeom prst="straightConnector1">
            <a:avLst/>
          </a:prstGeom>
          <a:ln cmpd="dbl">
            <a:headEnd type="none"/>
            <a:tailEnd type="non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E7B00517-E4D0-C849-0E82-A65E33205559}"/>
              </a:ext>
            </a:extLst>
          </p:cNvPr>
          <p:cNvSpPr/>
          <p:nvPr/>
        </p:nvSpPr>
        <p:spPr>
          <a:xfrm>
            <a:off x="4267200" y="1600200"/>
            <a:ext cx="3657600" cy="36576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ADEF14-73B7-E5C7-4623-870667828559}"/>
              </a:ext>
            </a:extLst>
          </p:cNvPr>
          <p:cNvSpPr txBox="1"/>
          <p:nvPr/>
        </p:nvSpPr>
        <p:spPr>
          <a:xfrm>
            <a:off x="4943408" y="177969"/>
            <a:ext cx="22170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2D Orthogonal Margins</a:t>
            </a:r>
            <a:endParaRPr lang="en-CA" sz="16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B0362BE-169D-5754-B65A-37A0FDE6AEFE}"/>
              </a:ext>
            </a:extLst>
          </p:cNvPr>
          <p:cNvSpPr/>
          <p:nvPr/>
        </p:nvSpPr>
        <p:spPr>
          <a:xfrm>
            <a:off x="5187096" y="2514600"/>
            <a:ext cx="1817808" cy="1828800"/>
          </a:xfrm>
          <a:prstGeom prst="ellipse">
            <a:avLst/>
          </a:prstGeom>
          <a:ln w="9525"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2B557C7-067E-2917-4896-4CC95D90CF14}"/>
              </a:ext>
            </a:extLst>
          </p:cNvPr>
          <p:cNvSpPr/>
          <p:nvPr/>
        </p:nvSpPr>
        <p:spPr>
          <a:xfrm>
            <a:off x="6070599" y="4321400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DE46EE0-C43D-99EF-AB10-61FA8C39E55D}"/>
              </a:ext>
            </a:extLst>
          </p:cNvPr>
          <p:cNvSpPr/>
          <p:nvPr/>
        </p:nvSpPr>
        <p:spPr>
          <a:xfrm>
            <a:off x="6073139" y="2490881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9146BCC-B736-9A3D-7672-A24C026956C7}"/>
              </a:ext>
            </a:extLst>
          </p:cNvPr>
          <p:cNvSpPr/>
          <p:nvPr/>
        </p:nvSpPr>
        <p:spPr>
          <a:xfrm>
            <a:off x="6261112" y="4303581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D22D849-1FBB-1375-DEF5-BC3043A32DB2}"/>
              </a:ext>
            </a:extLst>
          </p:cNvPr>
          <p:cNvSpPr/>
          <p:nvPr/>
        </p:nvSpPr>
        <p:spPr>
          <a:xfrm>
            <a:off x="6467512" y="4232500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F826109-2398-06CD-FC26-5A09A4970B7A}"/>
              </a:ext>
            </a:extLst>
          </p:cNvPr>
          <p:cNvSpPr/>
          <p:nvPr/>
        </p:nvSpPr>
        <p:spPr>
          <a:xfrm>
            <a:off x="6636117" y="4134075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8608863-CF29-8E26-7816-EF727F78EA1A}"/>
              </a:ext>
            </a:extLst>
          </p:cNvPr>
          <p:cNvSpPr/>
          <p:nvPr/>
        </p:nvSpPr>
        <p:spPr>
          <a:xfrm>
            <a:off x="6754874" y="4019775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FA99D0E-78FF-4C28-9FAD-7C086EFEE758}"/>
              </a:ext>
            </a:extLst>
          </p:cNvPr>
          <p:cNvSpPr/>
          <p:nvPr/>
        </p:nvSpPr>
        <p:spPr>
          <a:xfrm>
            <a:off x="6982044" y="3406140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F9257A89-56F0-B102-FC10-BA10FD0A641B}"/>
              </a:ext>
            </a:extLst>
          </p:cNvPr>
          <p:cNvSpPr/>
          <p:nvPr/>
        </p:nvSpPr>
        <p:spPr>
          <a:xfrm>
            <a:off x="5169266" y="3406139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8D96D05-5DD9-722B-9BDF-AEEE234958BE}"/>
              </a:ext>
            </a:extLst>
          </p:cNvPr>
          <p:cNvSpPr/>
          <p:nvPr/>
        </p:nvSpPr>
        <p:spPr>
          <a:xfrm>
            <a:off x="6841590" y="3899125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9354CA52-753B-74EE-38E1-A2CA97C2F6B6}"/>
              </a:ext>
            </a:extLst>
          </p:cNvPr>
          <p:cNvSpPr/>
          <p:nvPr/>
        </p:nvSpPr>
        <p:spPr>
          <a:xfrm>
            <a:off x="6910168" y="3773033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D80D5211-DEA4-6116-60E1-D9D8D73CDE19}"/>
              </a:ext>
            </a:extLst>
          </p:cNvPr>
          <p:cNvSpPr/>
          <p:nvPr/>
        </p:nvSpPr>
        <p:spPr>
          <a:xfrm>
            <a:off x="6952174" y="3648654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06C99A8-A90E-4952-E335-ABE683AB60EB}"/>
              </a:ext>
            </a:extLst>
          </p:cNvPr>
          <p:cNvSpPr/>
          <p:nvPr/>
        </p:nvSpPr>
        <p:spPr>
          <a:xfrm>
            <a:off x="6959184" y="3191934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EC873B9-9226-8B8F-4D83-A88203F3B090}"/>
              </a:ext>
            </a:extLst>
          </p:cNvPr>
          <p:cNvSpPr/>
          <p:nvPr/>
        </p:nvSpPr>
        <p:spPr>
          <a:xfrm>
            <a:off x="6906455" y="3044577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978BA8AD-40CD-3866-1C6F-5566A40B6AB3}"/>
              </a:ext>
            </a:extLst>
          </p:cNvPr>
          <p:cNvSpPr/>
          <p:nvPr/>
        </p:nvSpPr>
        <p:spPr>
          <a:xfrm>
            <a:off x="6841589" y="2918755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29F3845C-0192-041D-D522-82F5D6FC755D}"/>
              </a:ext>
            </a:extLst>
          </p:cNvPr>
          <p:cNvSpPr/>
          <p:nvPr/>
        </p:nvSpPr>
        <p:spPr>
          <a:xfrm>
            <a:off x="6754873" y="2801737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269F5EA2-2BD6-3DED-734D-C8CFDE84CDB4}"/>
              </a:ext>
            </a:extLst>
          </p:cNvPr>
          <p:cNvSpPr/>
          <p:nvPr/>
        </p:nvSpPr>
        <p:spPr>
          <a:xfrm>
            <a:off x="6632319" y="2690868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C90F4789-7979-9B11-B65C-F6D3FC521E12}"/>
              </a:ext>
            </a:extLst>
          </p:cNvPr>
          <p:cNvSpPr/>
          <p:nvPr/>
        </p:nvSpPr>
        <p:spPr>
          <a:xfrm>
            <a:off x="6467512" y="2579782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BC035174-3A7E-580F-2DE9-BB895112B6C7}"/>
              </a:ext>
            </a:extLst>
          </p:cNvPr>
          <p:cNvSpPr/>
          <p:nvPr/>
        </p:nvSpPr>
        <p:spPr>
          <a:xfrm>
            <a:off x="6266810" y="2508700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DCFAF535-462A-487A-C61A-2113A0A36FFB}"/>
              </a:ext>
            </a:extLst>
          </p:cNvPr>
          <p:cNvSpPr/>
          <p:nvPr/>
        </p:nvSpPr>
        <p:spPr>
          <a:xfrm>
            <a:off x="5694657" y="2579782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85D714C8-1C86-5B10-5A7F-408464E80232}"/>
              </a:ext>
            </a:extLst>
          </p:cNvPr>
          <p:cNvSpPr/>
          <p:nvPr/>
        </p:nvSpPr>
        <p:spPr>
          <a:xfrm>
            <a:off x="5497465" y="2701066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C35EE79F-9DFF-DD3C-2A99-D525B349EE26}"/>
              </a:ext>
            </a:extLst>
          </p:cNvPr>
          <p:cNvSpPr/>
          <p:nvPr/>
        </p:nvSpPr>
        <p:spPr>
          <a:xfrm>
            <a:off x="5391529" y="2801736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109BFC8B-8BA2-F6E6-402B-78A6C2DB2443}"/>
              </a:ext>
            </a:extLst>
          </p:cNvPr>
          <p:cNvSpPr/>
          <p:nvPr/>
        </p:nvSpPr>
        <p:spPr>
          <a:xfrm>
            <a:off x="5309790" y="2918754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E36B811F-4C14-85A1-1C58-7407F7932574}"/>
              </a:ext>
            </a:extLst>
          </p:cNvPr>
          <p:cNvSpPr/>
          <p:nvPr/>
        </p:nvSpPr>
        <p:spPr>
          <a:xfrm>
            <a:off x="5243593" y="3039249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2B5106E4-5456-441D-6EC8-D0105DCB6D50}"/>
              </a:ext>
            </a:extLst>
          </p:cNvPr>
          <p:cNvSpPr/>
          <p:nvPr/>
        </p:nvSpPr>
        <p:spPr>
          <a:xfrm>
            <a:off x="5194108" y="3188405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C58AEA48-2D6A-F9A2-0743-12A01E19DC70}"/>
              </a:ext>
            </a:extLst>
          </p:cNvPr>
          <p:cNvSpPr/>
          <p:nvPr/>
        </p:nvSpPr>
        <p:spPr>
          <a:xfrm>
            <a:off x="5194108" y="3648654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F214C935-5241-E781-FDE4-F71C8DF6C384}"/>
              </a:ext>
            </a:extLst>
          </p:cNvPr>
          <p:cNvSpPr/>
          <p:nvPr/>
        </p:nvSpPr>
        <p:spPr>
          <a:xfrm>
            <a:off x="5239795" y="3777381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A8D5E11E-73F1-8486-FE69-50140C9E60A5}"/>
              </a:ext>
            </a:extLst>
          </p:cNvPr>
          <p:cNvSpPr/>
          <p:nvPr/>
        </p:nvSpPr>
        <p:spPr>
          <a:xfrm>
            <a:off x="5309789" y="3899125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1C7A7036-FA43-86AC-0D7A-A1D417F75359}"/>
              </a:ext>
            </a:extLst>
          </p:cNvPr>
          <p:cNvSpPr/>
          <p:nvPr/>
        </p:nvSpPr>
        <p:spPr>
          <a:xfrm>
            <a:off x="5391529" y="4019775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8CE0D943-5032-F40C-4226-2C9385E89669}"/>
              </a:ext>
            </a:extLst>
          </p:cNvPr>
          <p:cNvSpPr/>
          <p:nvPr/>
        </p:nvSpPr>
        <p:spPr>
          <a:xfrm>
            <a:off x="5503814" y="4121375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E47D1B4D-6F16-C1ED-4998-81543F1977B4}"/>
              </a:ext>
            </a:extLst>
          </p:cNvPr>
          <p:cNvSpPr/>
          <p:nvPr/>
        </p:nvSpPr>
        <p:spPr>
          <a:xfrm>
            <a:off x="5690859" y="4232499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3A9C71AE-8590-03F9-1AFB-96AF8F9B6E5E}"/>
              </a:ext>
            </a:extLst>
          </p:cNvPr>
          <p:cNvSpPr/>
          <p:nvPr/>
        </p:nvSpPr>
        <p:spPr>
          <a:xfrm>
            <a:off x="5876930" y="4303580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E1097884-FA04-E218-6D2D-530D050B7B12}"/>
              </a:ext>
            </a:extLst>
          </p:cNvPr>
          <p:cNvSpPr/>
          <p:nvPr/>
        </p:nvSpPr>
        <p:spPr>
          <a:xfrm>
            <a:off x="5899231" y="2508699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8F72A16A-294D-8471-2C2A-4296A4DC09EE}"/>
              </a:ext>
            </a:extLst>
          </p:cNvPr>
          <p:cNvSpPr/>
          <p:nvPr/>
        </p:nvSpPr>
        <p:spPr>
          <a:xfrm>
            <a:off x="4267194" y="1600201"/>
            <a:ext cx="3657600" cy="3714750"/>
          </a:xfrm>
          <a:prstGeom prst="rect">
            <a:avLst/>
          </a:prstGeom>
          <a:noFill/>
          <a:ln w="6350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2208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D37AD069-0FEE-2366-8267-A4E43BED8B4F}"/>
              </a:ext>
            </a:extLst>
          </p:cNvPr>
          <p:cNvSpPr/>
          <p:nvPr/>
        </p:nvSpPr>
        <p:spPr>
          <a:xfrm>
            <a:off x="4267200" y="1600200"/>
            <a:ext cx="3657600" cy="36576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9D329C-3D38-AAA3-C7F1-6F8CBBA40158}"/>
              </a:ext>
            </a:extLst>
          </p:cNvPr>
          <p:cNvSpPr/>
          <p:nvPr/>
        </p:nvSpPr>
        <p:spPr>
          <a:xfrm>
            <a:off x="5181600" y="2514600"/>
            <a:ext cx="1828800" cy="18288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1173354-EBBA-0857-4C4D-221D9477800D}"/>
              </a:ext>
            </a:extLst>
          </p:cNvPr>
          <p:cNvCxnSpPr>
            <a:cxnSpLocks/>
          </p:cNvCxnSpPr>
          <p:nvPr/>
        </p:nvCxnSpPr>
        <p:spPr>
          <a:xfrm>
            <a:off x="4267200" y="3429000"/>
            <a:ext cx="3657600" cy="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4581612-497A-6931-3E3C-59C85F0F7C40}"/>
              </a:ext>
            </a:extLst>
          </p:cNvPr>
          <p:cNvCxnSpPr>
            <a:cxnSpLocks/>
          </p:cNvCxnSpPr>
          <p:nvPr/>
        </p:nvCxnSpPr>
        <p:spPr>
          <a:xfrm>
            <a:off x="6096000" y="1600200"/>
            <a:ext cx="0" cy="365760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D16FD56-3455-BE96-15C2-EBB0AA1B51E7}"/>
              </a:ext>
            </a:extLst>
          </p:cNvPr>
          <p:cNvCxnSpPr>
            <a:cxnSpLocks/>
          </p:cNvCxnSpPr>
          <p:nvPr/>
        </p:nvCxnSpPr>
        <p:spPr>
          <a:xfrm>
            <a:off x="4797916" y="2134483"/>
            <a:ext cx="383684" cy="38011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4484CB0-C03C-3CDE-2BBC-A615044DE503}"/>
              </a:ext>
            </a:extLst>
          </p:cNvPr>
          <p:cNvCxnSpPr>
            <a:cxnSpLocks/>
            <a:stCxn id="3" idx="1"/>
          </p:cNvCxnSpPr>
          <p:nvPr/>
        </p:nvCxnSpPr>
        <p:spPr>
          <a:xfrm>
            <a:off x="4802843" y="2135843"/>
            <a:ext cx="1293156" cy="1293156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44A38D8-B4E7-075C-3049-D38D1E4ED8EC}"/>
              </a:ext>
            </a:extLst>
          </p:cNvPr>
          <p:cNvSpPr txBox="1"/>
          <p:nvPr/>
        </p:nvSpPr>
        <p:spPr>
          <a:xfrm>
            <a:off x="4806625" y="2237600"/>
            <a:ext cx="2950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rgbClr val="FF0000"/>
                </a:solidFill>
              </a:rPr>
              <a:t>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C80F79-2320-75D2-3E30-0FA5ACB2D91D}"/>
              </a:ext>
            </a:extLst>
          </p:cNvPr>
          <p:cNvSpPr txBox="1"/>
          <p:nvPr/>
        </p:nvSpPr>
        <p:spPr>
          <a:xfrm>
            <a:off x="6242843" y="2283044"/>
            <a:ext cx="5481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rgbClr val="00B0F0"/>
                </a:solidFill>
              </a:rPr>
              <a:t>w/2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B294F9A-4A74-B8D5-6257-484FD454C39A}"/>
              </a:ext>
            </a:extLst>
          </p:cNvPr>
          <p:cNvCxnSpPr>
            <a:cxnSpLocks/>
          </p:cNvCxnSpPr>
          <p:nvPr/>
        </p:nvCxnSpPr>
        <p:spPr>
          <a:xfrm>
            <a:off x="6096000" y="2514600"/>
            <a:ext cx="91440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9B58AFD-07BE-8624-409D-98A6B3262FC0}"/>
              </a:ext>
            </a:extLst>
          </p:cNvPr>
          <p:cNvCxnSpPr>
            <a:cxnSpLocks/>
          </p:cNvCxnSpPr>
          <p:nvPr/>
        </p:nvCxnSpPr>
        <p:spPr>
          <a:xfrm>
            <a:off x="5181600" y="2514600"/>
            <a:ext cx="0" cy="9144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E8FE93F-474A-07BA-0785-EC9BA4EB5507}"/>
              </a:ext>
            </a:extLst>
          </p:cNvPr>
          <p:cNvSpPr txBox="1"/>
          <p:nvPr/>
        </p:nvSpPr>
        <p:spPr>
          <a:xfrm>
            <a:off x="4776613" y="2833300"/>
            <a:ext cx="5481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rgbClr val="00B0F0"/>
                </a:solidFill>
              </a:rPr>
              <a:t>w/2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3C2069-CE2E-D3E9-31B7-B81F00207960}"/>
              </a:ext>
            </a:extLst>
          </p:cNvPr>
          <p:cNvSpPr txBox="1"/>
          <p:nvPr/>
        </p:nvSpPr>
        <p:spPr>
          <a:xfrm>
            <a:off x="5170466" y="115691"/>
            <a:ext cx="21447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Ideal Minimum Margin</a:t>
            </a:r>
            <a:endParaRPr lang="en-CA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99743A0-B40F-6832-96B0-D4D4C0DBD88D}"/>
                  </a:ext>
                </a:extLst>
              </p:cNvPr>
              <p:cNvSpPr txBox="1"/>
              <p:nvPr/>
            </p:nvSpPr>
            <p:spPr>
              <a:xfrm>
                <a:off x="5506614" y="2583231"/>
                <a:ext cx="550599" cy="5001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ad>
                        <m:radPr>
                          <m:degHide m:val="on"/>
                          <m:ctrlPr>
                            <a:rPr lang="en-CA" sz="11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1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sz="11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100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1100" b="0" i="1" smtClean="0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100" b="0" i="1" smtClean="0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num>
                                    <m:den>
                                      <m:r>
                                        <a:rPr lang="en-US" sz="1100" b="0" i="1" smtClean="0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sz="11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CA" sz="11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99743A0-B40F-6832-96B0-D4D4C0DBD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6614" y="2583231"/>
                <a:ext cx="550599" cy="500137"/>
              </a:xfrm>
              <a:prstGeom prst="rect">
                <a:avLst/>
              </a:prstGeom>
              <a:blipFill>
                <a:blip r:embed="rId2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8525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BF4A1-83AD-F784-60C9-48E187F76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411347D-5558-895C-A9AF-4C61F8640CC6}"/>
              </a:ext>
            </a:extLst>
          </p:cNvPr>
          <p:cNvGrpSpPr/>
          <p:nvPr/>
        </p:nvGrpSpPr>
        <p:grpSpPr>
          <a:xfrm>
            <a:off x="3350790" y="1600088"/>
            <a:ext cx="5486400" cy="3657600"/>
            <a:chOff x="3352800" y="1600200"/>
            <a:chExt cx="5486400" cy="3657600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FD534F51-C2D9-3A2E-0D68-AAABBEA20400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16002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973A47EA-B498-5A99-7EF8-0754974EC172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52578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E556BDBD-9B19-8E5A-D0A5-DE5BB822B083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178308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D5D5A0CA-8C32-66BA-6154-31D24AE8B5FC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196596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789C2D19-56DE-9B0B-6BCE-648EEFAB189A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14884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4420AD31-4DA7-6184-09E7-B87C4616E556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33172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252D638A-6E24-611B-48A4-A6408F2570F3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5146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AEA37A87-EB58-D8C4-E9F6-CB6837E7170F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69748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55CB6E95-7977-66F6-0502-E3248E6CDECF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88036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C14D22FB-4547-AD60-6210-4ED325B57F01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06324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907185DB-B359-A4A5-8D82-0648C83E1847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24612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0744485F-0936-FD6A-5F46-88E08DE98276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4290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2C08692D-98C4-25AB-698B-4AD4C8D9D067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61188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D6DA4A52-5449-E333-50E2-23A708EB06D2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79476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5B3364FB-AABF-4CB9-08F2-4825718F8BE5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97764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B8FF8992-1463-E859-A437-8212EF0E4D42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16052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ADF45E8B-492F-8EC3-BCB4-51BCE140ADBD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3434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015C63EE-3508-6CAF-D66C-361023BF1498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52628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333D1A6E-5663-B757-520D-F5715D550B41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70916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69AF49B7-253E-D6B7-6271-027C16076B0A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89204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D49FF3DB-BDA6-C7B3-3236-104C5CB839FE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507492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106" name="Oval 105">
            <a:extLst>
              <a:ext uri="{FF2B5EF4-FFF2-40B4-BE49-F238E27FC236}">
                <a16:creationId xmlns:a16="http://schemas.microsoft.com/office/drawing/2014/main" id="{40CCC9B8-B355-08B5-7867-26D5572DCD52}"/>
              </a:ext>
            </a:extLst>
          </p:cNvPr>
          <p:cNvSpPr/>
          <p:nvPr/>
        </p:nvSpPr>
        <p:spPr>
          <a:xfrm>
            <a:off x="4267200" y="1600200"/>
            <a:ext cx="3657600" cy="36576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CE3E9091-033F-2721-45CC-3D172B6A9712}"/>
              </a:ext>
            </a:extLst>
          </p:cNvPr>
          <p:cNvCxnSpPr>
            <a:cxnSpLocks/>
          </p:cNvCxnSpPr>
          <p:nvPr/>
        </p:nvCxnSpPr>
        <p:spPr>
          <a:xfrm>
            <a:off x="4267200" y="3429000"/>
            <a:ext cx="3657600" cy="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7B314C14-E9C0-BB83-9224-EC417168AE4F}"/>
              </a:ext>
            </a:extLst>
          </p:cNvPr>
          <p:cNvCxnSpPr>
            <a:cxnSpLocks/>
            <a:endCxn id="106" idx="4"/>
          </p:cNvCxnSpPr>
          <p:nvPr/>
        </p:nvCxnSpPr>
        <p:spPr>
          <a:xfrm>
            <a:off x="6096000" y="1600200"/>
            <a:ext cx="0" cy="365760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A8FEBB85-1ABD-756A-7108-D9E49CA85FEC}"/>
              </a:ext>
            </a:extLst>
          </p:cNvPr>
          <p:cNvCxnSpPr>
            <a:cxnSpLocks/>
          </p:cNvCxnSpPr>
          <p:nvPr/>
        </p:nvCxnSpPr>
        <p:spPr>
          <a:xfrm>
            <a:off x="5181599" y="1854994"/>
            <a:ext cx="912391" cy="1573894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D54C4051-5297-7042-ECF6-15DE4DD78345}"/>
              </a:ext>
            </a:extLst>
          </p:cNvPr>
          <p:cNvSpPr txBox="1"/>
          <p:nvPr/>
        </p:nvSpPr>
        <p:spPr>
          <a:xfrm>
            <a:off x="5375999" y="2770579"/>
            <a:ext cx="295085" cy="36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r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630F6317-C8FD-512E-BE3F-F483D44AAFEA}"/>
              </a:ext>
            </a:extLst>
          </p:cNvPr>
          <p:cNvSpPr txBox="1"/>
          <p:nvPr/>
        </p:nvSpPr>
        <p:spPr>
          <a:xfrm>
            <a:off x="6093990" y="2121962"/>
            <a:ext cx="5481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rgbClr val="00B0F0"/>
                </a:solidFill>
              </a:rPr>
              <a:t>w/4</a:t>
            </a: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C41A4185-DD9F-2967-7467-B3786B29B642}"/>
              </a:ext>
            </a:extLst>
          </p:cNvPr>
          <p:cNvCxnSpPr>
            <a:cxnSpLocks/>
          </p:cNvCxnSpPr>
          <p:nvPr/>
        </p:nvCxnSpPr>
        <p:spPr>
          <a:xfrm>
            <a:off x="5181600" y="2514600"/>
            <a:ext cx="0" cy="9144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8C167F08-4019-57EB-3BAB-A4CB5EBFE1DF}"/>
              </a:ext>
            </a:extLst>
          </p:cNvPr>
          <p:cNvSpPr txBox="1"/>
          <p:nvPr/>
        </p:nvSpPr>
        <p:spPr>
          <a:xfrm>
            <a:off x="4801910" y="2834640"/>
            <a:ext cx="4558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rgbClr val="00B0F0"/>
                </a:solidFill>
              </a:rPr>
              <a:t>w/2</a:t>
            </a:r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544860E9-74E2-6D97-4B6A-6B860D0618D0}"/>
              </a:ext>
            </a:extLst>
          </p:cNvPr>
          <p:cNvCxnSpPr>
            <a:cxnSpLocks/>
          </p:cNvCxnSpPr>
          <p:nvPr/>
        </p:nvCxnSpPr>
        <p:spPr>
          <a:xfrm>
            <a:off x="6096000" y="2423160"/>
            <a:ext cx="457200" cy="0"/>
          </a:xfrm>
          <a:prstGeom prst="straightConnector1">
            <a:avLst/>
          </a:prstGeom>
          <a:ln>
            <a:solidFill>
              <a:schemeClr val="accent4">
                <a:alpha val="85000"/>
              </a:schemeClr>
            </a:solidFill>
            <a:headEnd type="triangle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AC57C54E-DB6D-4438-4119-FF528826BA46}"/>
              </a:ext>
            </a:extLst>
          </p:cNvPr>
          <p:cNvGrpSpPr/>
          <p:nvPr/>
        </p:nvGrpSpPr>
        <p:grpSpPr>
          <a:xfrm>
            <a:off x="5181600" y="2423160"/>
            <a:ext cx="1828800" cy="2011680"/>
            <a:chOff x="5181600" y="2423160"/>
            <a:chExt cx="1828800" cy="2011680"/>
          </a:xfrm>
        </p:grpSpPr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F4CD3FCC-242E-00C2-E41B-D5067F093C2F}"/>
                </a:ext>
              </a:extLst>
            </p:cNvPr>
            <p:cNvSpPr/>
            <p:nvPr/>
          </p:nvSpPr>
          <p:spPr>
            <a:xfrm>
              <a:off x="5181600" y="2514600"/>
              <a:ext cx="1828800" cy="1828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 90">
              <a:extLst>
                <a:ext uri="{FF2B5EF4-FFF2-40B4-BE49-F238E27FC236}">
                  <a16:creationId xmlns:a16="http://schemas.microsoft.com/office/drawing/2014/main" id="{691E42C7-D881-7240-48E3-0307F48AED35}"/>
                </a:ext>
              </a:extLst>
            </p:cNvPr>
            <p:cNvSpPr/>
            <p:nvPr/>
          </p:nvSpPr>
          <p:spPr>
            <a:xfrm>
              <a:off x="5181600" y="2423160"/>
              <a:ext cx="1826778" cy="91440"/>
            </a:xfrm>
            <a:prstGeom prst="trapezoid">
              <a:avLst>
                <a:gd name="adj" fmla="val 498593"/>
              </a:avLst>
            </a:prstGeom>
            <a:noFill/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 90">
              <a:extLst>
                <a:ext uri="{FF2B5EF4-FFF2-40B4-BE49-F238E27FC236}">
                  <a16:creationId xmlns:a16="http://schemas.microsoft.com/office/drawing/2014/main" id="{AA236531-D4CA-3B66-D610-8AF7528882BB}"/>
                </a:ext>
              </a:extLst>
            </p:cNvPr>
            <p:cNvSpPr/>
            <p:nvPr/>
          </p:nvSpPr>
          <p:spPr>
            <a:xfrm rot="10800000">
              <a:off x="5181600" y="4343400"/>
              <a:ext cx="1826778" cy="91440"/>
            </a:xfrm>
            <a:prstGeom prst="trapezoid">
              <a:avLst>
                <a:gd name="adj" fmla="val 498593"/>
              </a:avLst>
            </a:prstGeom>
            <a:noFill/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3AD4B61-EAFC-041B-FC14-224C066407A0}"/>
              </a:ext>
            </a:extLst>
          </p:cNvPr>
          <p:cNvSpPr txBox="1"/>
          <p:nvPr/>
        </p:nvSpPr>
        <p:spPr>
          <a:xfrm>
            <a:off x="4645645" y="85229"/>
            <a:ext cx="28966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Slice Based Orthogonal Margin</a:t>
            </a:r>
            <a:endParaRPr lang="en-CA" sz="16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4188FF0-386F-E922-30A1-412A58D384E3}"/>
              </a:ext>
            </a:extLst>
          </p:cNvPr>
          <p:cNvCxnSpPr>
            <a:cxnSpLocks/>
          </p:cNvCxnSpPr>
          <p:nvPr/>
        </p:nvCxnSpPr>
        <p:spPr>
          <a:xfrm>
            <a:off x="4512469" y="2514488"/>
            <a:ext cx="66913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8077398-76AF-5112-A943-6749C7E4C28D}"/>
              </a:ext>
            </a:extLst>
          </p:cNvPr>
          <p:cNvCxnSpPr>
            <a:cxnSpLocks/>
          </p:cNvCxnSpPr>
          <p:nvPr/>
        </p:nvCxnSpPr>
        <p:spPr>
          <a:xfrm>
            <a:off x="5638800" y="1600088"/>
            <a:ext cx="0" cy="823072"/>
          </a:xfrm>
          <a:prstGeom prst="straightConnector1">
            <a:avLst/>
          </a:prstGeom>
          <a:ln>
            <a:solidFill>
              <a:schemeClr val="accent6">
                <a:alpha val="58000"/>
              </a:schemeClr>
            </a:solidFill>
            <a:headEnd type="triangle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E0E1A5B-F967-A052-50F2-5861C9553CA0}"/>
              </a:ext>
            </a:extLst>
          </p:cNvPr>
          <p:cNvCxnSpPr>
            <a:cxnSpLocks/>
          </p:cNvCxnSpPr>
          <p:nvPr/>
        </p:nvCxnSpPr>
        <p:spPr>
          <a:xfrm>
            <a:off x="5181600" y="1783080"/>
            <a:ext cx="0" cy="73152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6387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78621-EB86-4245-63E7-EAB2A7403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40F04BE-0B9E-0F05-C21C-858FF3B9DF32}"/>
              </a:ext>
            </a:extLst>
          </p:cNvPr>
          <p:cNvGrpSpPr/>
          <p:nvPr/>
        </p:nvGrpSpPr>
        <p:grpSpPr>
          <a:xfrm>
            <a:off x="3350790" y="1600088"/>
            <a:ext cx="5486400" cy="3657600"/>
            <a:chOff x="3352800" y="1600200"/>
            <a:chExt cx="5486400" cy="3657600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7E733A37-0886-200C-2648-345101510345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16002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237DC7E5-CEBF-3AA8-A17A-D5406A76D1AB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52578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56B51B54-5068-602F-C88A-5F28A9319C1C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178308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E0597235-0912-529D-0517-CC0AB8DAEB56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196596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15CDA26E-A9F6-01E9-E41E-62066CE05DD6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14884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297B4298-05FE-42E1-B3A5-F1126E10C8F8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33172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4D6E8927-8869-9341-6CED-06100ECC782F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5146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6C73ED2E-3206-7754-A277-68F480EDB608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69748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4A7DA1D7-83F4-FC64-68BB-EC3E283E3376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88036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2F0C3B29-04B9-0808-4D32-F60E89F2FEA9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06324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311A3843-12A4-7387-CA39-2C02D1A5F4D8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24612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C1DF672A-9ECA-6350-BD74-CFC1EBEAB387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4290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49EBF77B-3328-AA2B-3775-93DC7CC0B3FC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61188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F183FEC7-3BE1-51B6-60D9-1648F28C7760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79476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11C318BD-3599-71BD-00F9-152B8D00EF4C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97764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0CC08EB9-4A1C-8C21-91FA-9EF1DD37486C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16052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0512695E-F570-813A-3B20-4E37F0EE9D62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3434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6F6AFC45-8C0E-6B2E-58F2-A22A67689A33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52628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DEA8C407-01EC-C79A-F741-6FB6C91BB80E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70916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2AD57C68-B3F3-34F1-7FDB-FFB684296A67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89204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71DCA2F7-26F3-C79F-C62E-84225C6D2FA2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507492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106" name="Oval 105">
            <a:extLst>
              <a:ext uri="{FF2B5EF4-FFF2-40B4-BE49-F238E27FC236}">
                <a16:creationId xmlns:a16="http://schemas.microsoft.com/office/drawing/2014/main" id="{118A9F46-A88C-7D3E-CE55-230BD2BD3329}"/>
              </a:ext>
            </a:extLst>
          </p:cNvPr>
          <p:cNvSpPr/>
          <p:nvPr/>
        </p:nvSpPr>
        <p:spPr>
          <a:xfrm>
            <a:off x="4267200" y="1600200"/>
            <a:ext cx="3657600" cy="36576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3B599B18-2B8B-E749-1E4C-5F470656CD28}"/>
              </a:ext>
            </a:extLst>
          </p:cNvPr>
          <p:cNvCxnSpPr>
            <a:cxnSpLocks/>
          </p:cNvCxnSpPr>
          <p:nvPr/>
        </p:nvCxnSpPr>
        <p:spPr>
          <a:xfrm>
            <a:off x="4267200" y="3429000"/>
            <a:ext cx="3657600" cy="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43261B86-8C43-5F7D-F97D-1DD60DA7A41D}"/>
              </a:ext>
            </a:extLst>
          </p:cNvPr>
          <p:cNvCxnSpPr>
            <a:cxnSpLocks/>
            <a:endCxn id="106" idx="4"/>
          </p:cNvCxnSpPr>
          <p:nvPr/>
        </p:nvCxnSpPr>
        <p:spPr>
          <a:xfrm>
            <a:off x="6096000" y="1600200"/>
            <a:ext cx="0" cy="365760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68388544-6367-1E71-7C2D-73E5B91ADD9D}"/>
              </a:ext>
            </a:extLst>
          </p:cNvPr>
          <p:cNvSpPr txBox="1"/>
          <p:nvPr/>
        </p:nvSpPr>
        <p:spPr>
          <a:xfrm>
            <a:off x="5636557" y="2823569"/>
            <a:ext cx="2950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rgbClr val="FF0000"/>
                </a:solidFill>
              </a:rPr>
              <a:t>r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DD84E322-6EA2-D6D2-2AC7-05384816A689}"/>
              </a:ext>
            </a:extLst>
          </p:cNvPr>
          <p:cNvSpPr txBox="1"/>
          <p:nvPr/>
        </p:nvSpPr>
        <p:spPr>
          <a:xfrm>
            <a:off x="6093990" y="2121962"/>
            <a:ext cx="5481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rgbClr val="00B0F0"/>
                </a:solidFill>
              </a:rPr>
              <a:t>w/4</a:t>
            </a: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E1447740-5CFE-9D98-3A5C-7B1C09927305}"/>
              </a:ext>
            </a:extLst>
          </p:cNvPr>
          <p:cNvCxnSpPr>
            <a:cxnSpLocks/>
          </p:cNvCxnSpPr>
          <p:nvPr/>
        </p:nvCxnSpPr>
        <p:spPr>
          <a:xfrm>
            <a:off x="5181600" y="2514600"/>
            <a:ext cx="0" cy="9144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73450E7B-6247-972B-10FE-1AF76FCE3863}"/>
              </a:ext>
            </a:extLst>
          </p:cNvPr>
          <p:cNvSpPr txBox="1"/>
          <p:nvPr/>
        </p:nvSpPr>
        <p:spPr>
          <a:xfrm>
            <a:off x="4801910" y="2834640"/>
            <a:ext cx="4558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rgbClr val="00B0F0"/>
                </a:solidFill>
              </a:rPr>
              <a:t>w/2</a:t>
            </a:r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9E008809-6509-ACF1-8647-92AD20915390}"/>
              </a:ext>
            </a:extLst>
          </p:cNvPr>
          <p:cNvCxnSpPr>
            <a:cxnSpLocks/>
          </p:cNvCxnSpPr>
          <p:nvPr/>
        </p:nvCxnSpPr>
        <p:spPr>
          <a:xfrm>
            <a:off x="6096000" y="2423160"/>
            <a:ext cx="457200" cy="0"/>
          </a:xfrm>
          <a:prstGeom prst="straightConnector1">
            <a:avLst/>
          </a:prstGeom>
          <a:ln>
            <a:solidFill>
              <a:schemeClr val="accent4">
                <a:alpha val="85000"/>
              </a:schemeClr>
            </a:solidFill>
            <a:headEnd type="triangle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CFD0DA3C-24E6-9C26-A530-0ADE351A5BC5}"/>
              </a:ext>
            </a:extLst>
          </p:cNvPr>
          <p:cNvGrpSpPr/>
          <p:nvPr/>
        </p:nvGrpSpPr>
        <p:grpSpPr>
          <a:xfrm>
            <a:off x="5181600" y="2423160"/>
            <a:ext cx="1828800" cy="2011680"/>
            <a:chOff x="5181600" y="2423160"/>
            <a:chExt cx="1828800" cy="2011680"/>
          </a:xfrm>
        </p:grpSpPr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4F8B2B6C-FD12-A588-4D79-154A93CB0A49}"/>
                </a:ext>
              </a:extLst>
            </p:cNvPr>
            <p:cNvSpPr/>
            <p:nvPr/>
          </p:nvSpPr>
          <p:spPr>
            <a:xfrm>
              <a:off x="5181600" y="2514600"/>
              <a:ext cx="1828800" cy="1828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 90">
              <a:extLst>
                <a:ext uri="{FF2B5EF4-FFF2-40B4-BE49-F238E27FC236}">
                  <a16:creationId xmlns:a16="http://schemas.microsoft.com/office/drawing/2014/main" id="{3B75AF7F-90A5-BF02-2C66-AADD501708EB}"/>
                </a:ext>
              </a:extLst>
            </p:cNvPr>
            <p:cNvSpPr/>
            <p:nvPr/>
          </p:nvSpPr>
          <p:spPr>
            <a:xfrm>
              <a:off x="5181600" y="2423160"/>
              <a:ext cx="1826778" cy="91440"/>
            </a:xfrm>
            <a:prstGeom prst="trapezoid">
              <a:avLst>
                <a:gd name="adj" fmla="val 498593"/>
              </a:avLst>
            </a:prstGeom>
            <a:noFill/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 90">
              <a:extLst>
                <a:ext uri="{FF2B5EF4-FFF2-40B4-BE49-F238E27FC236}">
                  <a16:creationId xmlns:a16="http://schemas.microsoft.com/office/drawing/2014/main" id="{E5654F2B-C4DB-7676-CED2-185FB3769B0D}"/>
                </a:ext>
              </a:extLst>
            </p:cNvPr>
            <p:cNvSpPr/>
            <p:nvPr/>
          </p:nvSpPr>
          <p:spPr>
            <a:xfrm rot="10800000">
              <a:off x="5181600" y="4343400"/>
              <a:ext cx="1826778" cy="91440"/>
            </a:xfrm>
            <a:prstGeom prst="trapezoid">
              <a:avLst>
                <a:gd name="adj" fmla="val 498593"/>
              </a:avLst>
            </a:prstGeom>
            <a:noFill/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D3BDA138-2CF7-C3D7-EE84-30D3E23A95BB}"/>
              </a:ext>
            </a:extLst>
          </p:cNvPr>
          <p:cNvSpPr txBox="1"/>
          <p:nvPr/>
        </p:nvSpPr>
        <p:spPr>
          <a:xfrm>
            <a:off x="4723837" y="85229"/>
            <a:ext cx="27362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Slice Based Minimum Margin</a:t>
            </a:r>
            <a:endParaRPr lang="en-CA" sz="1600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0B1E119-E5D2-0329-7E03-F7A7E3DB29B2}"/>
              </a:ext>
            </a:extLst>
          </p:cNvPr>
          <p:cNvCxnSpPr>
            <a:cxnSpLocks/>
            <a:stCxn id="106" idx="1"/>
          </p:cNvCxnSpPr>
          <p:nvPr/>
        </p:nvCxnSpPr>
        <p:spPr>
          <a:xfrm>
            <a:off x="4802843" y="2135843"/>
            <a:ext cx="1293157" cy="1293157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4F586E7-E133-272A-B62C-712CE57FCBA4}"/>
              </a:ext>
            </a:extLst>
          </p:cNvPr>
          <p:cNvCxnSpPr>
            <a:cxnSpLocks/>
            <a:stCxn id="106" idx="1"/>
          </p:cNvCxnSpPr>
          <p:nvPr/>
        </p:nvCxnSpPr>
        <p:spPr>
          <a:xfrm>
            <a:off x="4802843" y="2135843"/>
            <a:ext cx="376735" cy="378503"/>
          </a:xfrm>
          <a:prstGeom prst="straightConnector1">
            <a:avLst/>
          </a:prstGeom>
          <a:ln>
            <a:solidFill>
              <a:schemeClr val="accent6">
                <a:alpha val="72000"/>
              </a:schemeClr>
            </a:solidFill>
            <a:headEnd type="triangle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81E2385-53CF-2A6D-3696-DED71B4C8A36}"/>
              </a:ext>
            </a:extLst>
          </p:cNvPr>
          <p:cNvCxnSpPr>
            <a:cxnSpLocks/>
          </p:cNvCxnSpPr>
          <p:nvPr/>
        </p:nvCxnSpPr>
        <p:spPr>
          <a:xfrm>
            <a:off x="4801910" y="2135843"/>
            <a:ext cx="0" cy="378503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7D1322D-B7C8-94BB-D471-E3B0A0FF6655}"/>
              </a:ext>
            </a:extLst>
          </p:cNvPr>
          <p:cNvCxnSpPr>
            <a:cxnSpLocks/>
          </p:cNvCxnSpPr>
          <p:nvPr/>
        </p:nvCxnSpPr>
        <p:spPr>
          <a:xfrm>
            <a:off x="4801910" y="2514346"/>
            <a:ext cx="377668" cy="0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C3A01A3-AD3D-C966-889E-F8A8676B5433}"/>
              </a:ext>
            </a:extLst>
          </p:cNvPr>
          <p:cNvCxnSpPr>
            <a:cxnSpLocks/>
          </p:cNvCxnSpPr>
          <p:nvPr/>
        </p:nvCxnSpPr>
        <p:spPr>
          <a:xfrm>
            <a:off x="5336621" y="1782856"/>
            <a:ext cx="755347" cy="1638868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8C551BA-4012-1216-1C9C-A2E44FAF345C}"/>
              </a:ext>
            </a:extLst>
          </p:cNvPr>
          <p:cNvCxnSpPr>
            <a:cxnSpLocks/>
          </p:cNvCxnSpPr>
          <p:nvPr/>
        </p:nvCxnSpPr>
        <p:spPr>
          <a:xfrm>
            <a:off x="5320922" y="1751104"/>
            <a:ext cx="315635" cy="678929"/>
          </a:xfrm>
          <a:prstGeom prst="straightConnector1">
            <a:avLst/>
          </a:prstGeom>
          <a:ln>
            <a:solidFill>
              <a:schemeClr val="accent6">
                <a:alpha val="70000"/>
              </a:schemeClr>
            </a:solidFill>
            <a:headEnd type="triangle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8518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9AE19-5FBD-CFDC-44A5-EA2ABF58F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229E4E2-970B-DE8F-DBEC-CC9C253FBA20}"/>
              </a:ext>
            </a:extLst>
          </p:cNvPr>
          <p:cNvGrpSpPr/>
          <p:nvPr/>
        </p:nvGrpSpPr>
        <p:grpSpPr>
          <a:xfrm>
            <a:off x="1959893" y="1600088"/>
            <a:ext cx="8892139" cy="3657600"/>
            <a:chOff x="3352800" y="1600200"/>
            <a:chExt cx="5486400" cy="3657600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48F9AB13-4931-3E03-769E-178252E66897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16002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5A95D673-3577-D85D-FD2D-A349A490B722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52578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1B428A04-27A7-8412-D916-C7B30AC109AC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178308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6C9F4AD4-9850-A3DB-3540-E1B688EFF28F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196596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CB2A639B-F551-8BCE-EFBF-8D3730726656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14884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335B7934-887E-8E8D-98B7-D57D8ED88850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33172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BD0EFD9C-7884-7347-A816-95A68A64A7C3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5146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43147D2C-ED08-7530-9A67-865F3F2B88EC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69748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00670DA2-7F08-EDD5-A2B2-E24A2951DF53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88036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2D2E2348-45DA-0799-57F2-3A0A31290A7A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06324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2DF46B2C-4E89-B1A6-238E-DCE4919FBB63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24612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9D47CC21-F114-3ABD-18E2-15CC549075A2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4290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8C7651D0-624D-3E15-F70C-81DA0A8A3283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61188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F411FD33-9EA2-FDCE-7364-1F429F27FCD1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79476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91968DB4-648A-428B-716B-CBE43725703F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97764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8ACA8CCF-F5C3-2A19-EECB-D9E290AA7588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16052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99ABBE1C-F2F4-CB87-7F74-1C0F0AEA1FAB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3434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0AF121D0-08A3-CDA7-4D60-819C561D672B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52628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91CB10E2-DEEF-C418-1521-3803DB60CCC9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70916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EF7D93B2-9D31-A25C-33CF-83A019DF1D04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89204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AD6069A8-4508-77C1-4AEF-4EC31107B53C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507492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106" name="Oval 105">
            <a:extLst>
              <a:ext uri="{FF2B5EF4-FFF2-40B4-BE49-F238E27FC236}">
                <a16:creationId xmlns:a16="http://schemas.microsoft.com/office/drawing/2014/main" id="{CEF5B405-2C46-8B84-B23C-69F26467F928}"/>
              </a:ext>
            </a:extLst>
          </p:cNvPr>
          <p:cNvSpPr/>
          <p:nvPr/>
        </p:nvSpPr>
        <p:spPr>
          <a:xfrm>
            <a:off x="6889629" y="1600200"/>
            <a:ext cx="3657600" cy="36576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4818D7A4-2CC1-9209-6A29-9815A5673AC5}"/>
              </a:ext>
            </a:extLst>
          </p:cNvPr>
          <p:cNvCxnSpPr>
            <a:cxnSpLocks/>
          </p:cNvCxnSpPr>
          <p:nvPr/>
        </p:nvCxnSpPr>
        <p:spPr>
          <a:xfrm>
            <a:off x="1959893" y="3428888"/>
            <a:ext cx="8892139" cy="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BB34BED9-8AD3-77BA-790C-9639FBB5F13E}"/>
              </a:ext>
            </a:extLst>
          </p:cNvPr>
          <p:cNvCxnSpPr>
            <a:cxnSpLocks/>
          </p:cNvCxnSpPr>
          <p:nvPr/>
        </p:nvCxnSpPr>
        <p:spPr>
          <a:xfrm>
            <a:off x="6510069" y="1600200"/>
            <a:ext cx="0" cy="365760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7917904D-EE61-5405-0609-7E0A56D260C1}"/>
              </a:ext>
            </a:extLst>
          </p:cNvPr>
          <p:cNvSpPr txBox="1"/>
          <p:nvPr/>
        </p:nvSpPr>
        <p:spPr>
          <a:xfrm>
            <a:off x="8402716" y="2985432"/>
            <a:ext cx="2950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rgbClr val="FF0000"/>
                </a:solidFill>
              </a:rPr>
              <a:t>r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100BC8EF-1AED-90A3-CEDA-1F7AD8830210}"/>
              </a:ext>
            </a:extLst>
          </p:cNvPr>
          <p:cNvSpPr txBox="1"/>
          <p:nvPr/>
        </p:nvSpPr>
        <p:spPr>
          <a:xfrm>
            <a:off x="8714605" y="2990558"/>
            <a:ext cx="5481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rgbClr val="00B0F0"/>
                </a:solidFill>
              </a:rPr>
              <a:t>w/2</a:t>
            </a: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D20526E1-D5D7-9561-D4BC-71DF184AE800}"/>
              </a:ext>
            </a:extLst>
          </p:cNvPr>
          <p:cNvCxnSpPr>
            <a:cxnSpLocks/>
          </p:cNvCxnSpPr>
          <p:nvPr/>
        </p:nvCxnSpPr>
        <p:spPr>
          <a:xfrm>
            <a:off x="8251704" y="2990850"/>
            <a:ext cx="0" cy="4572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39793987-8D97-3267-4881-2401A9D5D51A}"/>
              </a:ext>
            </a:extLst>
          </p:cNvPr>
          <p:cNvSpPr txBox="1"/>
          <p:nvPr/>
        </p:nvSpPr>
        <p:spPr>
          <a:xfrm>
            <a:off x="7843905" y="3172846"/>
            <a:ext cx="4558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rgbClr val="00B0F0"/>
                </a:solidFill>
              </a:rPr>
              <a:t>h/2</a:t>
            </a:r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7354A6E1-8CF6-5BF4-EDBE-699EBAA9A52F}"/>
              </a:ext>
            </a:extLst>
          </p:cNvPr>
          <p:cNvCxnSpPr>
            <a:cxnSpLocks/>
          </p:cNvCxnSpPr>
          <p:nvPr/>
        </p:nvCxnSpPr>
        <p:spPr>
          <a:xfrm>
            <a:off x="8717306" y="2971800"/>
            <a:ext cx="457200" cy="0"/>
          </a:xfrm>
          <a:prstGeom prst="straightConnector1">
            <a:avLst/>
          </a:prstGeom>
          <a:ln>
            <a:solidFill>
              <a:schemeClr val="accent4">
                <a:alpha val="85000"/>
              </a:schemeClr>
            </a:solidFill>
            <a:headEnd type="triangle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07" name="Rectangle 106">
            <a:extLst>
              <a:ext uri="{FF2B5EF4-FFF2-40B4-BE49-F238E27FC236}">
                <a16:creationId xmlns:a16="http://schemas.microsoft.com/office/drawing/2014/main" id="{7E2EF507-1A33-C242-A54F-CD4599D8E6B5}"/>
              </a:ext>
            </a:extLst>
          </p:cNvPr>
          <p:cNvSpPr/>
          <p:nvPr/>
        </p:nvSpPr>
        <p:spPr>
          <a:xfrm>
            <a:off x="8260106" y="2971800"/>
            <a:ext cx="914400" cy="914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 90">
            <a:extLst>
              <a:ext uri="{FF2B5EF4-FFF2-40B4-BE49-F238E27FC236}">
                <a16:creationId xmlns:a16="http://schemas.microsoft.com/office/drawing/2014/main" id="{94F48898-CED6-C503-E049-874C44F4C9A4}"/>
              </a:ext>
            </a:extLst>
          </p:cNvPr>
          <p:cNvSpPr/>
          <p:nvPr/>
        </p:nvSpPr>
        <p:spPr>
          <a:xfrm>
            <a:off x="8267804" y="2923106"/>
            <a:ext cx="899005" cy="45000"/>
          </a:xfrm>
          <a:prstGeom prst="trapezoid">
            <a:avLst>
              <a:gd name="adj" fmla="val 498593"/>
            </a:avLst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 90">
            <a:extLst>
              <a:ext uri="{FF2B5EF4-FFF2-40B4-BE49-F238E27FC236}">
                <a16:creationId xmlns:a16="http://schemas.microsoft.com/office/drawing/2014/main" id="{B0A010F8-01D4-6C16-421C-A4D636EF7994}"/>
              </a:ext>
            </a:extLst>
          </p:cNvPr>
          <p:cNvSpPr/>
          <p:nvPr/>
        </p:nvSpPr>
        <p:spPr>
          <a:xfrm rot="10800000">
            <a:off x="8267804" y="3886864"/>
            <a:ext cx="899005" cy="45000"/>
          </a:xfrm>
          <a:prstGeom prst="trapezoid">
            <a:avLst>
              <a:gd name="adj" fmla="val 498593"/>
            </a:avLst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DE1F0F2-74A3-3446-2730-3A21AED9E152}"/>
              </a:ext>
            </a:extLst>
          </p:cNvPr>
          <p:cNvCxnSpPr>
            <a:cxnSpLocks/>
            <a:stCxn id="106" idx="1"/>
          </p:cNvCxnSpPr>
          <p:nvPr/>
        </p:nvCxnSpPr>
        <p:spPr>
          <a:xfrm>
            <a:off x="7425272" y="2135843"/>
            <a:ext cx="1293157" cy="1293157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68E44F9-044F-CFFA-1A9D-BFB2DC8E99BF}"/>
              </a:ext>
            </a:extLst>
          </p:cNvPr>
          <p:cNvCxnSpPr>
            <a:cxnSpLocks/>
            <a:stCxn id="106" idx="1"/>
          </p:cNvCxnSpPr>
          <p:nvPr/>
        </p:nvCxnSpPr>
        <p:spPr>
          <a:xfrm>
            <a:off x="7425272" y="2135843"/>
            <a:ext cx="826432" cy="832263"/>
          </a:xfrm>
          <a:prstGeom prst="straightConnector1">
            <a:avLst/>
          </a:prstGeom>
          <a:ln>
            <a:solidFill>
              <a:schemeClr val="accent6">
                <a:alpha val="72000"/>
              </a:schemeClr>
            </a:solidFill>
            <a:headEnd type="triangle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E9127B6-E197-5EB4-3EB0-5458E02588B7}"/>
              </a:ext>
            </a:extLst>
          </p:cNvPr>
          <p:cNvCxnSpPr>
            <a:cxnSpLocks/>
          </p:cNvCxnSpPr>
          <p:nvPr/>
        </p:nvCxnSpPr>
        <p:spPr>
          <a:xfrm>
            <a:off x="7424339" y="2135843"/>
            <a:ext cx="933" cy="845228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9E94587-34F1-0BC1-EBF7-AE5A481570B5}"/>
              </a:ext>
            </a:extLst>
          </p:cNvPr>
          <p:cNvCxnSpPr>
            <a:cxnSpLocks/>
          </p:cNvCxnSpPr>
          <p:nvPr/>
        </p:nvCxnSpPr>
        <p:spPr>
          <a:xfrm flipV="1">
            <a:off x="7424339" y="2981071"/>
            <a:ext cx="865663" cy="0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01501A4-0E27-6037-D425-BF830ECD879F}"/>
              </a:ext>
            </a:extLst>
          </p:cNvPr>
          <p:cNvCxnSpPr>
            <a:cxnSpLocks/>
          </p:cNvCxnSpPr>
          <p:nvPr/>
        </p:nvCxnSpPr>
        <p:spPr>
          <a:xfrm>
            <a:off x="8251605" y="1672367"/>
            <a:ext cx="0" cy="1302903"/>
          </a:xfrm>
          <a:prstGeom prst="straightConnector1">
            <a:avLst/>
          </a:prstGeom>
          <a:ln>
            <a:solidFill>
              <a:schemeClr val="accent6">
                <a:alpha val="70000"/>
              </a:schemeClr>
            </a:solidFill>
            <a:headEnd type="triangle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6DE38BCD-2FC5-C11D-F162-54D38B4D8922}"/>
              </a:ext>
            </a:extLst>
          </p:cNvPr>
          <p:cNvSpPr/>
          <p:nvPr/>
        </p:nvSpPr>
        <p:spPr>
          <a:xfrm>
            <a:off x="2369392" y="1600200"/>
            <a:ext cx="3657600" cy="36576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C33AEB6-0F0D-3A7F-853C-AB19B40C7B92}"/>
              </a:ext>
            </a:extLst>
          </p:cNvPr>
          <p:cNvCxnSpPr>
            <a:cxnSpLocks/>
          </p:cNvCxnSpPr>
          <p:nvPr/>
        </p:nvCxnSpPr>
        <p:spPr>
          <a:xfrm>
            <a:off x="2369392" y="3429000"/>
            <a:ext cx="3657600" cy="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0D4942E-4D62-5990-E827-26227813BF0D}"/>
              </a:ext>
            </a:extLst>
          </p:cNvPr>
          <p:cNvCxnSpPr>
            <a:cxnSpLocks/>
            <a:endCxn id="31" idx="4"/>
          </p:cNvCxnSpPr>
          <p:nvPr/>
        </p:nvCxnSpPr>
        <p:spPr>
          <a:xfrm>
            <a:off x="4198192" y="1600200"/>
            <a:ext cx="0" cy="365760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2B44B006-96C5-7EAC-1629-470191E9C201}"/>
              </a:ext>
            </a:extLst>
          </p:cNvPr>
          <p:cNvSpPr txBox="1"/>
          <p:nvPr/>
        </p:nvSpPr>
        <p:spPr>
          <a:xfrm>
            <a:off x="3738749" y="2823569"/>
            <a:ext cx="2950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rgbClr val="FF0000"/>
                </a:solidFill>
              </a:rPr>
              <a:t>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6E15883-9D25-433B-D9A3-88A65E7CA82C}"/>
              </a:ext>
            </a:extLst>
          </p:cNvPr>
          <p:cNvSpPr txBox="1"/>
          <p:nvPr/>
        </p:nvSpPr>
        <p:spPr>
          <a:xfrm>
            <a:off x="4196182" y="2121962"/>
            <a:ext cx="5481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rgbClr val="00B0F0"/>
                </a:solidFill>
              </a:rPr>
              <a:t>w/4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C546635-37B8-B148-5BAE-C4856C9A91E9}"/>
              </a:ext>
            </a:extLst>
          </p:cNvPr>
          <p:cNvCxnSpPr>
            <a:cxnSpLocks/>
          </p:cNvCxnSpPr>
          <p:nvPr/>
        </p:nvCxnSpPr>
        <p:spPr>
          <a:xfrm>
            <a:off x="3283792" y="2514600"/>
            <a:ext cx="0" cy="9144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5209AF14-D645-6B23-9327-8148B51E6D13}"/>
              </a:ext>
            </a:extLst>
          </p:cNvPr>
          <p:cNvSpPr txBox="1"/>
          <p:nvPr/>
        </p:nvSpPr>
        <p:spPr>
          <a:xfrm>
            <a:off x="2904102" y="2834640"/>
            <a:ext cx="4558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rgbClr val="00B0F0"/>
                </a:solidFill>
              </a:rPr>
              <a:t>w/2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D3D0256-4561-4ED9-5A54-D5CE2A812BCC}"/>
              </a:ext>
            </a:extLst>
          </p:cNvPr>
          <p:cNvCxnSpPr>
            <a:cxnSpLocks/>
          </p:cNvCxnSpPr>
          <p:nvPr/>
        </p:nvCxnSpPr>
        <p:spPr>
          <a:xfrm>
            <a:off x="4198192" y="2423160"/>
            <a:ext cx="457200" cy="0"/>
          </a:xfrm>
          <a:prstGeom prst="straightConnector1">
            <a:avLst/>
          </a:prstGeom>
          <a:ln>
            <a:solidFill>
              <a:schemeClr val="accent4">
                <a:alpha val="85000"/>
              </a:schemeClr>
            </a:solidFill>
            <a:headEnd type="triangle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916197B-A727-D98F-E915-6BDC6E6B793B}"/>
              </a:ext>
            </a:extLst>
          </p:cNvPr>
          <p:cNvGrpSpPr/>
          <p:nvPr/>
        </p:nvGrpSpPr>
        <p:grpSpPr>
          <a:xfrm>
            <a:off x="3283792" y="2423160"/>
            <a:ext cx="1828800" cy="2011680"/>
            <a:chOff x="5181600" y="2423160"/>
            <a:chExt cx="1828800" cy="201168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0D0A4413-5B36-FA1E-003D-7E060CF8D721}"/>
                </a:ext>
              </a:extLst>
            </p:cNvPr>
            <p:cNvSpPr/>
            <p:nvPr/>
          </p:nvSpPr>
          <p:spPr>
            <a:xfrm>
              <a:off x="5181600" y="2514600"/>
              <a:ext cx="1828800" cy="1828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 90">
              <a:extLst>
                <a:ext uri="{FF2B5EF4-FFF2-40B4-BE49-F238E27FC236}">
                  <a16:creationId xmlns:a16="http://schemas.microsoft.com/office/drawing/2014/main" id="{097B6CBC-0A51-F023-70A9-CA20DBD33166}"/>
                </a:ext>
              </a:extLst>
            </p:cNvPr>
            <p:cNvSpPr/>
            <p:nvPr/>
          </p:nvSpPr>
          <p:spPr>
            <a:xfrm>
              <a:off x="5181600" y="2423160"/>
              <a:ext cx="1826778" cy="91440"/>
            </a:xfrm>
            <a:prstGeom prst="trapezoid">
              <a:avLst>
                <a:gd name="adj" fmla="val 498593"/>
              </a:avLst>
            </a:prstGeom>
            <a:noFill/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 90">
              <a:extLst>
                <a:ext uri="{FF2B5EF4-FFF2-40B4-BE49-F238E27FC236}">
                  <a16:creationId xmlns:a16="http://schemas.microsoft.com/office/drawing/2014/main" id="{A13D4DA5-1B9F-4E66-13B4-A5CE237224C8}"/>
                </a:ext>
              </a:extLst>
            </p:cNvPr>
            <p:cNvSpPr/>
            <p:nvPr/>
          </p:nvSpPr>
          <p:spPr>
            <a:xfrm rot="10800000">
              <a:off x="5181600" y="4343400"/>
              <a:ext cx="1826778" cy="91440"/>
            </a:xfrm>
            <a:prstGeom prst="trapezoid">
              <a:avLst>
                <a:gd name="adj" fmla="val 498593"/>
              </a:avLst>
            </a:prstGeom>
            <a:noFill/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00698D3-F91C-54C2-B18A-500DFA92519C}"/>
              </a:ext>
            </a:extLst>
          </p:cNvPr>
          <p:cNvCxnSpPr>
            <a:cxnSpLocks/>
            <a:stCxn id="31" idx="1"/>
          </p:cNvCxnSpPr>
          <p:nvPr/>
        </p:nvCxnSpPr>
        <p:spPr>
          <a:xfrm>
            <a:off x="2905035" y="2135843"/>
            <a:ext cx="1293157" cy="1293157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30FC17A-0951-4658-BE63-2FB366AD6C58}"/>
              </a:ext>
            </a:extLst>
          </p:cNvPr>
          <p:cNvCxnSpPr>
            <a:cxnSpLocks/>
            <a:stCxn id="31" idx="1"/>
          </p:cNvCxnSpPr>
          <p:nvPr/>
        </p:nvCxnSpPr>
        <p:spPr>
          <a:xfrm>
            <a:off x="2905035" y="2135843"/>
            <a:ext cx="376735" cy="378503"/>
          </a:xfrm>
          <a:prstGeom prst="straightConnector1">
            <a:avLst/>
          </a:prstGeom>
          <a:ln>
            <a:solidFill>
              <a:schemeClr val="accent6">
                <a:alpha val="72000"/>
              </a:schemeClr>
            </a:solidFill>
            <a:headEnd type="triangle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EB0B755-0C57-6211-544D-55EB411D2332}"/>
              </a:ext>
            </a:extLst>
          </p:cNvPr>
          <p:cNvCxnSpPr>
            <a:cxnSpLocks/>
          </p:cNvCxnSpPr>
          <p:nvPr/>
        </p:nvCxnSpPr>
        <p:spPr>
          <a:xfrm>
            <a:off x="2904102" y="2135843"/>
            <a:ext cx="0" cy="378503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97C9DD6-FAF4-5A65-DE84-B3645706E7D2}"/>
              </a:ext>
            </a:extLst>
          </p:cNvPr>
          <p:cNvCxnSpPr>
            <a:cxnSpLocks/>
          </p:cNvCxnSpPr>
          <p:nvPr/>
        </p:nvCxnSpPr>
        <p:spPr>
          <a:xfrm>
            <a:off x="2904102" y="2514346"/>
            <a:ext cx="377668" cy="0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49C1B08-0486-76D4-F4AF-AA384BCAF307}"/>
              </a:ext>
            </a:extLst>
          </p:cNvPr>
          <p:cNvCxnSpPr>
            <a:cxnSpLocks/>
          </p:cNvCxnSpPr>
          <p:nvPr/>
        </p:nvCxnSpPr>
        <p:spPr>
          <a:xfrm>
            <a:off x="3438813" y="1782856"/>
            <a:ext cx="755347" cy="1638868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64A880A-6CB8-F423-D3D5-B476023A5AF4}"/>
              </a:ext>
            </a:extLst>
          </p:cNvPr>
          <p:cNvCxnSpPr>
            <a:cxnSpLocks/>
          </p:cNvCxnSpPr>
          <p:nvPr/>
        </p:nvCxnSpPr>
        <p:spPr>
          <a:xfrm>
            <a:off x="3423114" y="1751104"/>
            <a:ext cx="315635" cy="678929"/>
          </a:xfrm>
          <a:prstGeom prst="straightConnector1">
            <a:avLst/>
          </a:prstGeom>
          <a:ln>
            <a:solidFill>
              <a:schemeClr val="accent6">
                <a:alpha val="70000"/>
              </a:schemeClr>
            </a:solidFill>
            <a:headEnd type="triangle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8905B2E-4CB7-8974-53A4-A6D4D4E21308}"/>
              </a:ext>
            </a:extLst>
          </p:cNvPr>
          <p:cNvCxnSpPr>
            <a:cxnSpLocks/>
          </p:cNvCxnSpPr>
          <p:nvPr/>
        </p:nvCxnSpPr>
        <p:spPr>
          <a:xfrm flipH="1">
            <a:off x="6949440" y="2981071"/>
            <a:ext cx="1309546" cy="0"/>
          </a:xfrm>
          <a:prstGeom prst="straightConnector1">
            <a:avLst/>
          </a:prstGeom>
          <a:ln>
            <a:solidFill>
              <a:schemeClr val="accent6">
                <a:alpha val="70000"/>
              </a:schemeClr>
            </a:solidFill>
            <a:headEnd type="triangle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5914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A8F7A-0778-D550-98FD-A1384AC37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34D70D0-6DED-F531-0474-D4B99767195C}"/>
              </a:ext>
            </a:extLst>
          </p:cNvPr>
          <p:cNvGrpSpPr/>
          <p:nvPr/>
        </p:nvGrpSpPr>
        <p:grpSpPr>
          <a:xfrm>
            <a:off x="3350790" y="1600088"/>
            <a:ext cx="5486400" cy="3657600"/>
            <a:chOff x="3352800" y="1600200"/>
            <a:chExt cx="5486400" cy="3657600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EA504F5D-2615-68AC-A340-28B850B07550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16002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082DFEBC-7672-1D40-D47F-58B644E5A532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52578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3E783148-E5D6-7554-F1B3-D4F86B9B0F9D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178308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F2FD4174-E002-1FF1-7712-D67C7B8E991E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196596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B76A7F72-AE00-97FC-4AE8-D0B2957BAEB7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14884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9CC92E59-EA59-6430-6708-66DE9C1D5DEF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33172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86A27EC3-2F32-36A6-8B95-F0D16959AB02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5146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76CBE319-B93C-BD26-2ACB-D3ED9A1B59D1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69748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7ABD2651-A335-9880-19B4-8D36E3C45B96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88036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3AA78CBA-B11D-A973-6DDD-31DE8D198599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06324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F35DC98E-5161-D250-1512-0075B3919236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24612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DB067754-5D12-5EF0-838E-681D15BA9EBD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4290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8B4D927F-E4D7-15A9-978A-FAF8696C0933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61188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8A91965E-46B5-D178-45EC-44EBC7FA9FDC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79476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415044EB-12A6-82BF-E2C4-919B33966D91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97764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6D742E81-26D8-80E8-7A31-5B801E8E65E8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16052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7BF34826-8C51-148B-A17B-C95517698D42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3434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89B98439-BAAC-46D0-2B32-FEA8F9AE886F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52628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0AFBA90A-3D34-445B-91ED-67935499010C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70916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399B6F29-5FC6-AE43-9744-0157C9D5563F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89204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0227705B-2D83-1129-AE0A-207798CE2A2F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507492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106" name="Oval 105">
            <a:extLst>
              <a:ext uri="{FF2B5EF4-FFF2-40B4-BE49-F238E27FC236}">
                <a16:creationId xmlns:a16="http://schemas.microsoft.com/office/drawing/2014/main" id="{52BCDF37-F4F0-A252-0110-36F63A37AD44}"/>
              </a:ext>
            </a:extLst>
          </p:cNvPr>
          <p:cNvSpPr/>
          <p:nvPr/>
        </p:nvSpPr>
        <p:spPr>
          <a:xfrm>
            <a:off x="4267200" y="1600200"/>
            <a:ext cx="3657600" cy="36576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8F143391-14A5-601C-4677-F178D6BD4882}"/>
              </a:ext>
            </a:extLst>
          </p:cNvPr>
          <p:cNvCxnSpPr>
            <a:cxnSpLocks/>
          </p:cNvCxnSpPr>
          <p:nvPr/>
        </p:nvCxnSpPr>
        <p:spPr>
          <a:xfrm>
            <a:off x="4267200" y="3429000"/>
            <a:ext cx="3657600" cy="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37ABEB4E-592B-9ED2-1549-4252F2AF69B9}"/>
              </a:ext>
            </a:extLst>
          </p:cNvPr>
          <p:cNvCxnSpPr>
            <a:cxnSpLocks/>
            <a:endCxn id="106" idx="4"/>
          </p:cNvCxnSpPr>
          <p:nvPr/>
        </p:nvCxnSpPr>
        <p:spPr>
          <a:xfrm>
            <a:off x="6096000" y="1600200"/>
            <a:ext cx="0" cy="365760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6B65EDA6-981B-A5E7-148E-8F2150D56042}"/>
              </a:ext>
            </a:extLst>
          </p:cNvPr>
          <p:cNvSpPr txBox="1"/>
          <p:nvPr/>
        </p:nvSpPr>
        <p:spPr>
          <a:xfrm>
            <a:off x="5636557" y="2823569"/>
            <a:ext cx="2950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rgbClr val="FF0000"/>
                </a:solidFill>
              </a:rPr>
              <a:t>r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A6F6F3A8-78FF-5B6D-89A2-61158F967CAF}"/>
              </a:ext>
            </a:extLst>
          </p:cNvPr>
          <p:cNvSpPr txBox="1"/>
          <p:nvPr/>
        </p:nvSpPr>
        <p:spPr>
          <a:xfrm>
            <a:off x="5239082" y="2437197"/>
            <a:ext cx="3535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rgbClr val="00B0F0"/>
                </a:solidFill>
              </a:rPr>
              <a:t>w</a:t>
            </a:r>
            <a:r>
              <a:rPr lang="en-US" sz="1200" baseline="-25000" dirty="0">
                <a:solidFill>
                  <a:srgbClr val="00B0F0"/>
                </a:solidFill>
              </a:rPr>
              <a:t>1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670154B1-C957-23A6-BAD4-433DF4226422}"/>
              </a:ext>
            </a:extLst>
          </p:cNvPr>
          <p:cNvSpPr txBox="1"/>
          <p:nvPr/>
        </p:nvSpPr>
        <p:spPr>
          <a:xfrm>
            <a:off x="4801910" y="2834640"/>
            <a:ext cx="4558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rgbClr val="00B0F0"/>
                </a:solidFill>
              </a:rPr>
              <a:t>h</a:t>
            </a:r>
            <a:r>
              <a:rPr lang="en-US" sz="1200" baseline="-25000" dirty="0">
                <a:solidFill>
                  <a:srgbClr val="00B0F0"/>
                </a:solidFill>
              </a:rPr>
              <a:t>1</a:t>
            </a:r>
            <a:r>
              <a:rPr lang="en-US" sz="1200" dirty="0">
                <a:solidFill>
                  <a:srgbClr val="00B0F0"/>
                </a:solidFill>
              </a:rPr>
              <a:t>/2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F04AC8F1-0D20-580B-6BB9-137841B15AAA}"/>
              </a:ext>
            </a:extLst>
          </p:cNvPr>
          <p:cNvSpPr/>
          <p:nvPr/>
        </p:nvSpPr>
        <p:spPr>
          <a:xfrm>
            <a:off x="6781800" y="2971800"/>
            <a:ext cx="914400" cy="914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 90">
            <a:extLst>
              <a:ext uri="{FF2B5EF4-FFF2-40B4-BE49-F238E27FC236}">
                <a16:creationId xmlns:a16="http://schemas.microsoft.com/office/drawing/2014/main" id="{61F3DF58-BDD7-3FE4-06B8-4E0DA0B4D2D8}"/>
              </a:ext>
            </a:extLst>
          </p:cNvPr>
          <p:cNvSpPr/>
          <p:nvPr/>
        </p:nvSpPr>
        <p:spPr>
          <a:xfrm>
            <a:off x="6777763" y="2925857"/>
            <a:ext cx="914396" cy="49182"/>
          </a:xfrm>
          <a:prstGeom prst="trapezoid">
            <a:avLst>
              <a:gd name="adj" fmla="val 498593"/>
            </a:avLst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 90">
            <a:extLst>
              <a:ext uri="{FF2B5EF4-FFF2-40B4-BE49-F238E27FC236}">
                <a16:creationId xmlns:a16="http://schemas.microsoft.com/office/drawing/2014/main" id="{288B2C32-483D-D94E-43C8-D514712E5C15}"/>
              </a:ext>
            </a:extLst>
          </p:cNvPr>
          <p:cNvSpPr/>
          <p:nvPr/>
        </p:nvSpPr>
        <p:spPr>
          <a:xfrm rot="10800000">
            <a:off x="6777766" y="3882419"/>
            <a:ext cx="922466" cy="45719"/>
          </a:xfrm>
          <a:prstGeom prst="trapezoid">
            <a:avLst>
              <a:gd name="adj" fmla="val 498593"/>
            </a:avLst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BB72BD2-A346-EACE-B79A-333BCB23A77B}"/>
              </a:ext>
            </a:extLst>
          </p:cNvPr>
          <p:cNvCxnSpPr>
            <a:cxnSpLocks/>
            <a:stCxn id="106" idx="1"/>
          </p:cNvCxnSpPr>
          <p:nvPr/>
        </p:nvCxnSpPr>
        <p:spPr>
          <a:xfrm>
            <a:off x="4802843" y="2135843"/>
            <a:ext cx="1293157" cy="1293157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75D7375-FE8A-9C90-692F-1CAB8EC15CE5}"/>
              </a:ext>
            </a:extLst>
          </p:cNvPr>
          <p:cNvCxnSpPr>
            <a:cxnSpLocks/>
            <a:stCxn id="106" idx="1"/>
          </p:cNvCxnSpPr>
          <p:nvPr/>
        </p:nvCxnSpPr>
        <p:spPr>
          <a:xfrm>
            <a:off x="4802843" y="2135843"/>
            <a:ext cx="376735" cy="378503"/>
          </a:xfrm>
          <a:prstGeom prst="straightConnector1">
            <a:avLst/>
          </a:prstGeom>
          <a:ln>
            <a:solidFill>
              <a:schemeClr val="accent6">
                <a:alpha val="72000"/>
              </a:schemeClr>
            </a:solidFill>
            <a:headEnd type="triangle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3AF72E9-8D8A-0DF1-5512-B03EA7346986}"/>
              </a:ext>
            </a:extLst>
          </p:cNvPr>
          <p:cNvCxnSpPr>
            <a:cxnSpLocks/>
          </p:cNvCxnSpPr>
          <p:nvPr/>
        </p:nvCxnSpPr>
        <p:spPr>
          <a:xfrm>
            <a:off x="4801910" y="2135843"/>
            <a:ext cx="0" cy="378503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29BF725-CB0B-DB21-EC37-2E31E01582B3}"/>
              </a:ext>
            </a:extLst>
          </p:cNvPr>
          <p:cNvCxnSpPr>
            <a:cxnSpLocks/>
          </p:cNvCxnSpPr>
          <p:nvPr/>
        </p:nvCxnSpPr>
        <p:spPr>
          <a:xfrm>
            <a:off x="4801910" y="2514346"/>
            <a:ext cx="377668" cy="0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DF63D83-7225-D87B-E846-46A94D8F22D4}"/>
              </a:ext>
            </a:extLst>
          </p:cNvPr>
          <p:cNvCxnSpPr>
            <a:cxnSpLocks/>
          </p:cNvCxnSpPr>
          <p:nvPr/>
        </p:nvCxnSpPr>
        <p:spPr>
          <a:xfrm>
            <a:off x="5178294" y="1838326"/>
            <a:ext cx="0" cy="698898"/>
          </a:xfrm>
          <a:prstGeom prst="straightConnector1">
            <a:avLst/>
          </a:prstGeom>
          <a:ln>
            <a:solidFill>
              <a:schemeClr val="accent6">
                <a:alpha val="70000"/>
              </a:schemeClr>
            </a:solidFill>
            <a:headEnd type="triangle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A3A4BAFD-7FF4-6507-F717-635318A0C12B}"/>
              </a:ext>
            </a:extLst>
          </p:cNvPr>
          <p:cNvSpPr/>
          <p:nvPr/>
        </p:nvSpPr>
        <p:spPr>
          <a:xfrm>
            <a:off x="5181600" y="2514600"/>
            <a:ext cx="457200" cy="18288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 90">
            <a:extLst>
              <a:ext uri="{FF2B5EF4-FFF2-40B4-BE49-F238E27FC236}">
                <a16:creationId xmlns:a16="http://schemas.microsoft.com/office/drawing/2014/main" id="{F4724283-A133-A18C-B901-210B2F21530A}"/>
              </a:ext>
            </a:extLst>
          </p:cNvPr>
          <p:cNvSpPr/>
          <p:nvPr/>
        </p:nvSpPr>
        <p:spPr>
          <a:xfrm>
            <a:off x="5181600" y="2423160"/>
            <a:ext cx="456695" cy="91440"/>
          </a:xfrm>
          <a:prstGeom prst="trapezoid">
            <a:avLst>
              <a:gd name="adj" fmla="val 149030"/>
            </a:avLst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 90">
            <a:extLst>
              <a:ext uri="{FF2B5EF4-FFF2-40B4-BE49-F238E27FC236}">
                <a16:creationId xmlns:a16="http://schemas.microsoft.com/office/drawing/2014/main" id="{51A5AB48-5449-C663-2288-DCB98DA34778}"/>
              </a:ext>
            </a:extLst>
          </p:cNvPr>
          <p:cNvSpPr/>
          <p:nvPr/>
        </p:nvSpPr>
        <p:spPr>
          <a:xfrm rot="10800000">
            <a:off x="5181600" y="4343400"/>
            <a:ext cx="456695" cy="91440"/>
          </a:xfrm>
          <a:prstGeom prst="trapezoid">
            <a:avLst>
              <a:gd name="adj" fmla="val 117780"/>
            </a:avLst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8980CFAE-AE96-AE50-FD48-EF441A9E4877}"/>
              </a:ext>
            </a:extLst>
          </p:cNvPr>
          <p:cNvCxnSpPr>
            <a:cxnSpLocks/>
          </p:cNvCxnSpPr>
          <p:nvPr/>
        </p:nvCxnSpPr>
        <p:spPr>
          <a:xfrm>
            <a:off x="5179578" y="2514346"/>
            <a:ext cx="457200" cy="0"/>
          </a:xfrm>
          <a:prstGeom prst="straightConnector1">
            <a:avLst/>
          </a:prstGeom>
          <a:ln>
            <a:solidFill>
              <a:schemeClr val="accent4">
                <a:alpha val="85000"/>
              </a:schemeClr>
            </a:solidFill>
            <a:headEnd type="triangle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93D8F347-487A-122B-2CB5-C038C3CE704C}"/>
              </a:ext>
            </a:extLst>
          </p:cNvPr>
          <p:cNvCxnSpPr>
            <a:cxnSpLocks/>
          </p:cNvCxnSpPr>
          <p:nvPr/>
        </p:nvCxnSpPr>
        <p:spPr>
          <a:xfrm>
            <a:off x="5181600" y="2514600"/>
            <a:ext cx="0" cy="9144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A6D40FC-C0D9-2859-3D6F-3F5C17F16C58}"/>
              </a:ext>
            </a:extLst>
          </p:cNvPr>
          <p:cNvCxnSpPr>
            <a:cxnSpLocks/>
          </p:cNvCxnSpPr>
          <p:nvPr/>
        </p:nvCxnSpPr>
        <p:spPr>
          <a:xfrm>
            <a:off x="5636557" y="2514346"/>
            <a:ext cx="457200" cy="0"/>
          </a:xfrm>
          <a:prstGeom prst="straightConnector1">
            <a:avLst/>
          </a:prstGeom>
          <a:ln>
            <a:solidFill>
              <a:schemeClr val="accent4">
                <a:alpha val="85000"/>
              </a:schemeClr>
            </a:solidFill>
            <a:headEnd type="triangle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A617C29-6DD6-4C6A-71BC-33134E9C353A}"/>
              </a:ext>
            </a:extLst>
          </p:cNvPr>
          <p:cNvSpPr txBox="1"/>
          <p:nvPr/>
        </p:nvSpPr>
        <p:spPr>
          <a:xfrm>
            <a:off x="5677598" y="2457564"/>
            <a:ext cx="4565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l-GR" sz="1200" dirty="0">
                <a:solidFill>
                  <a:srgbClr val="00B0F0"/>
                </a:solidFill>
              </a:rPr>
              <a:t>Δ</a:t>
            </a:r>
            <a:r>
              <a:rPr lang="en-US" sz="1200" dirty="0">
                <a:solidFill>
                  <a:srgbClr val="00B0F0"/>
                </a:solidFill>
              </a:rPr>
              <a:t>x</a:t>
            </a:r>
            <a:r>
              <a:rPr lang="en-US" sz="1200" baseline="-25000" dirty="0">
                <a:solidFill>
                  <a:srgbClr val="00B0F0"/>
                </a:solidFill>
              </a:rPr>
              <a:t>1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8132F03-5FD7-5E39-75C8-F31932F7A515}"/>
              </a:ext>
            </a:extLst>
          </p:cNvPr>
          <p:cNvCxnSpPr>
            <a:cxnSpLocks/>
          </p:cNvCxnSpPr>
          <p:nvPr/>
        </p:nvCxnSpPr>
        <p:spPr>
          <a:xfrm>
            <a:off x="7692159" y="2514346"/>
            <a:ext cx="0" cy="457200"/>
          </a:xfrm>
          <a:prstGeom prst="straightConnector1">
            <a:avLst/>
          </a:prstGeom>
          <a:ln>
            <a:solidFill>
              <a:schemeClr val="accent6">
                <a:alpha val="72000"/>
              </a:schemeClr>
            </a:solidFill>
            <a:headEnd type="triangle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5FC7410-80C1-93B0-3518-ADB314E33336}"/>
              </a:ext>
            </a:extLst>
          </p:cNvPr>
          <p:cNvCxnSpPr>
            <a:cxnSpLocks/>
          </p:cNvCxnSpPr>
          <p:nvPr/>
        </p:nvCxnSpPr>
        <p:spPr>
          <a:xfrm flipH="1">
            <a:off x="7700232" y="2971546"/>
            <a:ext cx="167418" cy="0"/>
          </a:xfrm>
          <a:prstGeom prst="straightConnector1">
            <a:avLst/>
          </a:prstGeom>
          <a:ln>
            <a:solidFill>
              <a:schemeClr val="accent6">
                <a:alpha val="72000"/>
              </a:schemeClr>
            </a:solidFill>
            <a:headEnd type="arrow" w="sm" len="sm"/>
            <a:tailEnd type="arrow" w="sm" len="sm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20A1E3B-446C-77B3-40BE-73F594A1F306}"/>
              </a:ext>
            </a:extLst>
          </p:cNvPr>
          <p:cNvCxnSpPr>
            <a:cxnSpLocks/>
          </p:cNvCxnSpPr>
          <p:nvPr/>
        </p:nvCxnSpPr>
        <p:spPr>
          <a:xfrm>
            <a:off x="4521141" y="2514346"/>
            <a:ext cx="640080" cy="0"/>
          </a:xfrm>
          <a:prstGeom prst="straightConnector1">
            <a:avLst/>
          </a:prstGeom>
          <a:ln>
            <a:solidFill>
              <a:schemeClr val="accent6">
                <a:alpha val="70000"/>
              </a:schemeClr>
            </a:solidFill>
            <a:headEnd type="triangle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F11F2C6-A8CC-6A0C-308C-299B217C2475}"/>
              </a:ext>
            </a:extLst>
          </p:cNvPr>
          <p:cNvCxnSpPr>
            <a:cxnSpLocks/>
          </p:cNvCxnSpPr>
          <p:nvPr/>
        </p:nvCxnSpPr>
        <p:spPr>
          <a:xfrm>
            <a:off x="6779205" y="2962068"/>
            <a:ext cx="2941" cy="48955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239CF974-B11B-DB89-48BF-5489BBED6B4D}"/>
              </a:ext>
            </a:extLst>
          </p:cNvPr>
          <p:cNvSpPr txBox="1"/>
          <p:nvPr/>
        </p:nvSpPr>
        <p:spPr>
          <a:xfrm>
            <a:off x="6354602" y="3183580"/>
            <a:ext cx="4558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rgbClr val="00B0F0"/>
                </a:solidFill>
              </a:rPr>
              <a:t>h</a:t>
            </a:r>
            <a:r>
              <a:rPr lang="en-US" sz="1200" baseline="-25000" dirty="0">
                <a:solidFill>
                  <a:srgbClr val="00B0F0"/>
                </a:solidFill>
              </a:rPr>
              <a:t>2</a:t>
            </a:r>
            <a:r>
              <a:rPr lang="en-US" sz="1200" dirty="0">
                <a:solidFill>
                  <a:srgbClr val="00B0F0"/>
                </a:solidFill>
              </a:rPr>
              <a:t>/2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ED07C13-E9EF-DF83-6C20-1C03BDFC59FA}"/>
              </a:ext>
            </a:extLst>
          </p:cNvPr>
          <p:cNvCxnSpPr>
            <a:cxnSpLocks/>
          </p:cNvCxnSpPr>
          <p:nvPr/>
        </p:nvCxnSpPr>
        <p:spPr>
          <a:xfrm>
            <a:off x="6777761" y="2971546"/>
            <a:ext cx="914398" cy="0"/>
          </a:xfrm>
          <a:prstGeom prst="straightConnector1">
            <a:avLst/>
          </a:prstGeom>
          <a:ln>
            <a:solidFill>
              <a:schemeClr val="accent4">
                <a:alpha val="85000"/>
              </a:schemeClr>
            </a:solidFill>
            <a:headEnd type="triangle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A952E870-C435-FA8F-FA54-86F3E4999ADF}"/>
              </a:ext>
            </a:extLst>
          </p:cNvPr>
          <p:cNvSpPr txBox="1"/>
          <p:nvPr/>
        </p:nvSpPr>
        <p:spPr>
          <a:xfrm>
            <a:off x="7013337" y="2962591"/>
            <a:ext cx="3535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rgbClr val="00B0F0"/>
                </a:solidFill>
              </a:rPr>
              <a:t>w</a:t>
            </a:r>
            <a:r>
              <a:rPr lang="en-US" sz="1200" baseline="-25000" dirty="0">
                <a:solidFill>
                  <a:srgbClr val="00B0F0"/>
                </a:solidFill>
              </a:rPr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E1D62AC-8BC5-EB26-051E-BFCCFC380ADF}"/>
              </a:ext>
            </a:extLst>
          </p:cNvPr>
          <p:cNvSpPr txBox="1"/>
          <p:nvPr/>
        </p:nvSpPr>
        <p:spPr>
          <a:xfrm>
            <a:off x="6241709" y="2659929"/>
            <a:ext cx="4565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l-GR" sz="1200" dirty="0">
                <a:solidFill>
                  <a:srgbClr val="00B0F0"/>
                </a:solidFill>
              </a:rPr>
              <a:t>Δ</a:t>
            </a:r>
            <a:r>
              <a:rPr lang="en-US" sz="1200" dirty="0">
                <a:solidFill>
                  <a:srgbClr val="00B0F0"/>
                </a:solidFill>
              </a:rPr>
              <a:t>x</a:t>
            </a:r>
            <a:r>
              <a:rPr lang="en-US" sz="1200" baseline="-25000" dirty="0">
                <a:solidFill>
                  <a:srgbClr val="00B0F0"/>
                </a:solidFill>
              </a:rPr>
              <a:t>2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1F9CAF5-689D-CE0F-97F1-DEF6821C8B46}"/>
              </a:ext>
            </a:extLst>
          </p:cNvPr>
          <p:cNvCxnSpPr>
            <a:cxnSpLocks/>
          </p:cNvCxnSpPr>
          <p:nvPr/>
        </p:nvCxnSpPr>
        <p:spPr>
          <a:xfrm>
            <a:off x="6091968" y="2971546"/>
            <a:ext cx="689832" cy="0"/>
          </a:xfrm>
          <a:prstGeom prst="straightConnector1">
            <a:avLst/>
          </a:prstGeom>
          <a:ln>
            <a:solidFill>
              <a:schemeClr val="accent4">
                <a:alpha val="85000"/>
              </a:schemeClr>
            </a:solidFill>
            <a:headEnd type="triangle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9172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4B6AE-D704-812C-7D38-208584358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265421DC-3184-F2E4-95A1-5763B95E802A}"/>
              </a:ext>
            </a:extLst>
          </p:cNvPr>
          <p:cNvCxnSpPr>
            <a:cxnSpLocks/>
          </p:cNvCxnSpPr>
          <p:nvPr/>
        </p:nvCxnSpPr>
        <p:spPr>
          <a:xfrm>
            <a:off x="4114800" y="1782968"/>
            <a:ext cx="4114800" cy="0"/>
          </a:xfrm>
          <a:prstGeom prst="straightConnector1">
            <a:avLst/>
          </a:prstGeom>
          <a:ln w="19050" cap="flat" cmpd="sng" algn="ctr">
            <a:solidFill>
              <a:schemeClr val="bg1">
                <a:lumMod val="6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FD3C4D7F-7B2D-5F1A-9A9A-DD1C21CA3609}"/>
              </a:ext>
            </a:extLst>
          </p:cNvPr>
          <p:cNvCxnSpPr>
            <a:cxnSpLocks/>
          </p:cNvCxnSpPr>
          <p:nvPr/>
        </p:nvCxnSpPr>
        <p:spPr>
          <a:xfrm>
            <a:off x="4114800" y="1965848"/>
            <a:ext cx="4114800" cy="0"/>
          </a:xfrm>
          <a:prstGeom prst="straightConnector1">
            <a:avLst/>
          </a:prstGeom>
          <a:ln w="19050" cap="flat" cmpd="sng" algn="ctr">
            <a:solidFill>
              <a:schemeClr val="bg1">
                <a:lumMod val="6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4A22E034-AA4B-DA0D-323D-2FB96CF85D33}"/>
              </a:ext>
            </a:extLst>
          </p:cNvPr>
          <p:cNvCxnSpPr>
            <a:cxnSpLocks/>
          </p:cNvCxnSpPr>
          <p:nvPr/>
        </p:nvCxnSpPr>
        <p:spPr>
          <a:xfrm>
            <a:off x="4114800" y="2148728"/>
            <a:ext cx="4114800" cy="0"/>
          </a:xfrm>
          <a:prstGeom prst="straightConnector1">
            <a:avLst/>
          </a:prstGeom>
          <a:ln w="19050" cap="flat" cmpd="sng" algn="ctr">
            <a:solidFill>
              <a:schemeClr val="bg1">
                <a:lumMod val="6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F1E1720C-A65F-BA2F-A012-878B37EA11EA}"/>
              </a:ext>
            </a:extLst>
          </p:cNvPr>
          <p:cNvCxnSpPr>
            <a:cxnSpLocks/>
          </p:cNvCxnSpPr>
          <p:nvPr/>
        </p:nvCxnSpPr>
        <p:spPr>
          <a:xfrm>
            <a:off x="4114800" y="2331608"/>
            <a:ext cx="4114800" cy="0"/>
          </a:xfrm>
          <a:prstGeom prst="straightConnector1">
            <a:avLst/>
          </a:prstGeom>
          <a:ln w="19050" cap="flat" cmpd="sng" algn="ctr">
            <a:solidFill>
              <a:schemeClr val="bg1">
                <a:lumMod val="6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FDA4902C-8C62-C796-5811-04DAD5617970}"/>
              </a:ext>
            </a:extLst>
          </p:cNvPr>
          <p:cNvCxnSpPr>
            <a:cxnSpLocks/>
          </p:cNvCxnSpPr>
          <p:nvPr/>
        </p:nvCxnSpPr>
        <p:spPr>
          <a:xfrm>
            <a:off x="4114800" y="2514488"/>
            <a:ext cx="4114800" cy="0"/>
          </a:xfrm>
          <a:prstGeom prst="straightConnector1">
            <a:avLst/>
          </a:prstGeom>
          <a:ln w="19050" cap="flat" cmpd="sng" algn="ctr">
            <a:solidFill>
              <a:schemeClr val="bg1">
                <a:lumMod val="6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23506B51-47F9-E77D-FEB7-2B54BFC13540}"/>
              </a:ext>
            </a:extLst>
          </p:cNvPr>
          <p:cNvCxnSpPr>
            <a:cxnSpLocks/>
          </p:cNvCxnSpPr>
          <p:nvPr/>
        </p:nvCxnSpPr>
        <p:spPr>
          <a:xfrm>
            <a:off x="4114800" y="2697368"/>
            <a:ext cx="4114800" cy="0"/>
          </a:xfrm>
          <a:prstGeom prst="straightConnector1">
            <a:avLst/>
          </a:prstGeom>
          <a:ln w="19050" cap="flat" cmpd="sng" algn="ctr">
            <a:solidFill>
              <a:schemeClr val="bg1">
                <a:lumMod val="6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A24B1564-A5E5-7C1F-2F15-75F326CE4B23}"/>
              </a:ext>
            </a:extLst>
          </p:cNvPr>
          <p:cNvCxnSpPr>
            <a:cxnSpLocks/>
          </p:cNvCxnSpPr>
          <p:nvPr/>
        </p:nvCxnSpPr>
        <p:spPr>
          <a:xfrm>
            <a:off x="4114800" y="2880248"/>
            <a:ext cx="4114800" cy="0"/>
          </a:xfrm>
          <a:prstGeom prst="straightConnector1">
            <a:avLst/>
          </a:prstGeom>
          <a:ln w="19050" cap="flat" cmpd="sng" algn="ctr">
            <a:solidFill>
              <a:schemeClr val="bg1">
                <a:lumMod val="6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6" name="Oval 105">
            <a:extLst>
              <a:ext uri="{FF2B5EF4-FFF2-40B4-BE49-F238E27FC236}">
                <a16:creationId xmlns:a16="http://schemas.microsoft.com/office/drawing/2014/main" id="{57AD70F2-C436-D719-A43B-D2AEC6A55359}"/>
              </a:ext>
            </a:extLst>
          </p:cNvPr>
          <p:cNvSpPr/>
          <p:nvPr/>
        </p:nvSpPr>
        <p:spPr>
          <a:xfrm>
            <a:off x="4267200" y="1966917"/>
            <a:ext cx="3657600" cy="36576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EED91DBF-9A41-88D5-C965-F61471F941D0}"/>
              </a:ext>
            </a:extLst>
          </p:cNvPr>
          <p:cNvSpPr/>
          <p:nvPr/>
        </p:nvSpPr>
        <p:spPr>
          <a:xfrm>
            <a:off x="5181600" y="2514600"/>
            <a:ext cx="1828800" cy="5484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 90">
            <a:extLst>
              <a:ext uri="{FF2B5EF4-FFF2-40B4-BE49-F238E27FC236}">
                <a16:creationId xmlns:a16="http://schemas.microsoft.com/office/drawing/2014/main" id="{6CB23361-EABC-95BC-74D5-034B194CF2F5}"/>
              </a:ext>
            </a:extLst>
          </p:cNvPr>
          <p:cNvSpPr/>
          <p:nvPr/>
        </p:nvSpPr>
        <p:spPr>
          <a:xfrm>
            <a:off x="5181600" y="2423160"/>
            <a:ext cx="1826778" cy="91440"/>
          </a:xfrm>
          <a:prstGeom prst="trapezoid">
            <a:avLst>
              <a:gd name="adj" fmla="val 498593"/>
            </a:avLst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4DEDD3-C3CE-7D0A-3848-C6A3E96B73F8}"/>
              </a:ext>
            </a:extLst>
          </p:cNvPr>
          <p:cNvSpPr txBox="1"/>
          <p:nvPr/>
        </p:nvSpPr>
        <p:spPr>
          <a:xfrm>
            <a:off x="5706559" y="72814"/>
            <a:ext cx="9312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Z Margin</a:t>
            </a:r>
            <a:endParaRPr lang="en-CA" sz="16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4C1251F-5FCC-DF66-6EAA-FBCF8F95B223}"/>
              </a:ext>
            </a:extLst>
          </p:cNvPr>
          <p:cNvCxnSpPr>
            <a:cxnSpLocks/>
          </p:cNvCxnSpPr>
          <p:nvPr/>
        </p:nvCxnSpPr>
        <p:spPr>
          <a:xfrm>
            <a:off x="5638800" y="1965848"/>
            <a:ext cx="0" cy="457312"/>
          </a:xfrm>
          <a:prstGeom prst="straightConnector1">
            <a:avLst/>
          </a:prstGeom>
          <a:ln>
            <a:solidFill>
              <a:schemeClr val="accent6"/>
            </a:solidFill>
            <a:headEnd type="triangle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52F6173-40E2-BD9F-EEB1-A03C6B0592D0}"/>
              </a:ext>
            </a:extLst>
          </p:cNvPr>
          <p:cNvCxnSpPr>
            <a:cxnSpLocks/>
          </p:cNvCxnSpPr>
          <p:nvPr/>
        </p:nvCxnSpPr>
        <p:spPr>
          <a:xfrm>
            <a:off x="5181600" y="2148728"/>
            <a:ext cx="0" cy="36587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F638DD48-3CC9-E768-3458-95A08EDF1CB8}"/>
              </a:ext>
            </a:extLst>
          </p:cNvPr>
          <p:cNvSpPr/>
          <p:nvPr/>
        </p:nvSpPr>
        <p:spPr>
          <a:xfrm>
            <a:off x="4114800" y="2990850"/>
            <a:ext cx="3971925" cy="27249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8D9AC2B-971E-2ADC-AA63-15AAEE8A7DDF}"/>
              </a:ext>
            </a:extLst>
          </p:cNvPr>
          <p:cNvCxnSpPr>
            <a:cxnSpLocks/>
          </p:cNvCxnSpPr>
          <p:nvPr/>
        </p:nvCxnSpPr>
        <p:spPr>
          <a:xfrm>
            <a:off x="5305425" y="2148728"/>
            <a:ext cx="0" cy="365867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0702A70-CE02-C08B-F18E-18CC7BBAA585}"/>
              </a:ext>
            </a:extLst>
          </p:cNvPr>
          <p:cNvCxnSpPr>
            <a:cxnSpLocks/>
            <a:endCxn id="115" idx="0"/>
          </p:cNvCxnSpPr>
          <p:nvPr/>
        </p:nvCxnSpPr>
        <p:spPr>
          <a:xfrm>
            <a:off x="6091237" y="1965741"/>
            <a:ext cx="3752" cy="457419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088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93D5D-DE67-B222-9477-8D88B22B0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48B25D63-0E48-0398-9EC7-AA438B376F89}"/>
              </a:ext>
            </a:extLst>
          </p:cNvPr>
          <p:cNvGrpSpPr/>
          <p:nvPr/>
        </p:nvGrpSpPr>
        <p:grpSpPr>
          <a:xfrm>
            <a:off x="4105656" y="1600088"/>
            <a:ext cx="3913632" cy="1280160"/>
            <a:chOff x="3350790" y="1600088"/>
            <a:chExt cx="5486400" cy="1280160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7F51D1B2-DEF1-9244-5527-65E73E604A27}"/>
                </a:ext>
              </a:extLst>
            </p:cNvPr>
            <p:cNvCxnSpPr>
              <a:cxnSpLocks/>
            </p:cNvCxnSpPr>
            <p:nvPr/>
          </p:nvCxnSpPr>
          <p:spPr>
            <a:xfrm>
              <a:off x="3350790" y="1600088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1EEF4E7F-6E50-1687-B68C-BC8FE0A1C329}"/>
                </a:ext>
              </a:extLst>
            </p:cNvPr>
            <p:cNvCxnSpPr>
              <a:cxnSpLocks/>
            </p:cNvCxnSpPr>
            <p:nvPr/>
          </p:nvCxnSpPr>
          <p:spPr>
            <a:xfrm>
              <a:off x="3350790" y="1782968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4886A5C1-7595-0827-8114-4C9EBE8C337B}"/>
                </a:ext>
              </a:extLst>
            </p:cNvPr>
            <p:cNvCxnSpPr>
              <a:cxnSpLocks/>
            </p:cNvCxnSpPr>
            <p:nvPr/>
          </p:nvCxnSpPr>
          <p:spPr>
            <a:xfrm>
              <a:off x="3350790" y="1965848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0EA4727F-0E32-2F14-B65B-7CB105087FC0}"/>
                </a:ext>
              </a:extLst>
            </p:cNvPr>
            <p:cNvCxnSpPr>
              <a:cxnSpLocks/>
            </p:cNvCxnSpPr>
            <p:nvPr/>
          </p:nvCxnSpPr>
          <p:spPr>
            <a:xfrm>
              <a:off x="3350790" y="2148728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7A4C4B2B-D314-44AF-C1CE-5EF1A792AE3C}"/>
                </a:ext>
              </a:extLst>
            </p:cNvPr>
            <p:cNvCxnSpPr>
              <a:cxnSpLocks/>
            </p:cNvCxnSpPr>
            <p:nvPr/>
          </p:nvCxnSpPr>
          <p:spPr>
            <a:xfrm>
              <a:off x="3350790" y="2331608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958CA2D8-4156-219A-C678-BD2266D874EE}"/>
                </a:ext>
              </a:extLst>
            </p:cNvPr>
            <p:cNvCxnSpPr>
              <a:cxnSpLocks/>
            </p:cNvCxnSpPr>
            <p:nvPr/>
          </p:nvCxnSpPr>
          <p:spPr>
            <a:xfrm>
              <a:off x="3350790" y="2514488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1EFE321E-AD4F-7B3A-7DA3-5BB431BAEC23}"/>
                </a:ext>
              </a:extLst>
            </p:cNvPr>
            <p:cNvCxnSpPr>
              <a:cxnSpLocks/>
            </p:cNvCxnSpPr>
            <p:nvPr/>
          </p:nvCxnSpPr>
          <p:spPr>
            <a:xfrm>
              <a:off x="3350790" y="2697368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7EC6F7B9-A96E-0C4F-7CF4-FDC07FCCE06D}"/>
                </a:ext>
              </a:extLst>
            </p:cNvPr>
            <p:cNvCxnSpPr>
              <a:cxnSpLocks/>
            </p:cNvCxnSpPr>
            <p:nvPr/>
          </p:nvCxnSpPr>
          <p:spPr>
            <a:xfrm>
              <a:off x="3350790" y="2880248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106" name="Oval 105">
            <a:extLst>
              <a:ext uri="{FF2B5EF4-FFF2-40B4-BE49-F238E27FC236}">
                <a16:creationId xmlns:a16="http://schemas.microsoft.com/office/drawing/2014/main" id="{5922AFDB-3F31-5D9B-5667-4AC3365FD30F}"/>
              </a:ext>
            </a:extLst>
          </p:cNvPr>
          <p:cNvSpPr/>
          <p:nvPr/>
        </p:nvSpPr>
        <p:spPr>
          <a:xfrm>
            <a:off x="4267200" y="1600200"/>
            <a:ext cx="3657600" cy="36576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AAEE64D-B782-B528-D126-606C0E9ECB42}"/>
              </a:ext>
            </a:extLst>
          </p:cNvPr>
          <p:cNvGrpSpPr/>
          <p:nvPr/>
        </p:nvGrpSpPr>
        <p:grpSpPr>
          <a:xfrm>
            <a:off x="5181600" y="2423160"/>
            <a:ext cx="1828800" cy="2011680"/>
            <a:chOff x="5181600" y="2423160"/>
            <a:chExt cx="1828800" cy="2011680"/>
          </a:xfrm>
        </p:grpSpPr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94CFC421-7E99-2ABC-FAF3-E962750F289D}"/>
                </a:ext>
              </a:extLst>
            </p:cNvPr>
            <p:cNvSpPr/>
            <p:nvPr/>
          </p:nvSpPr>
          <p:spPr>
            <a:xfrm>
              <a:off x="5181600" y="2514600"/>
              <a:ext cx="1828800" cy="1828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 90">
              <a:extLst>
                <a:ext uri="{FF2B5EF4-FFF2-40B4-BE49-F238E27FC236}">
                  <a16:creationId xmlns:a16="http://schemas.microsoft.com/office/drawing/2014/main" id="{CE68A487-72CD-4CE4-EE96-BBADC4B27C43}"/>
                </a:ext>
              </a:extLst>
            </p:cNvPr>
            <p:cNvSpPr/>
            <p:nvPr/>
          </p:nvSpPr>
          <p:spPr>
            <a:xfrm>
              <a:off x="5181600" y="2423160"/>
              <a:ext cx="1826778" cy="91440"/>
            </a:xfrm>
            <a:prstGeom prst="trapezoid">
              <a:avLst>
                <a:gd name="adj" fmla="val 498593"/>
              </a:avLst>
            </a:prstGeom>
            <a:noFill/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 90">
              <a:extLst>
                <a:ext uri="{FF2B5EF4-FFF2-40B4-BE49-F238E27FC236}">
                  <a16:creationId xmlns:a16="http://schemas.microsoft.com/office/drawing/2014/main" id="{8AE924FD-6A75-C9DB-6BCB-A8ADF38C6FFD}"/>
                </a:ext>
              </a:extLst>
            </p:cNvPr>
            <p:cNvSpPr/>
            <p:nvPr/>
          </p:nvSpPr>
          <p:spPr>
            <a:xfrm rot="10800000">
              <a:off x="5181600" y="4343400"/>
              <a:ext cx="1826778" cy="91440"/>
            </a:xfrm>
            <a:prstGeom prst="trapezoid">
              <a:avLst>
                <a:gd name="adj" fmla="val 498593"/>
              </a:avLst>
            </a:prstGeom>
            <a:noFill/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111">
                <a:extLst>
                  <a:ext uri="{FF2B5EF4-FFF2-40B4-BE49-F238E27FC236}">
                    <a16:creationId xmlns:a16="http://schemas.microsoft.com/office/drawing/2014/main" id="{DD84E322-6EA2-D6D2-2AC7-05384816A689}"/>
                  </a:ext>
                </a:extLst>
              </p:cNvPr>
              <p:cNvSpPr txBox="1"/>
              <p:nvPr/>
            </p:nvSpPr>
            <p:spPr>
              <a:xfrm>
                <a:off x="4674223" y="2447669"/>
                <a:ext cx="54810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>
                      <m:r>
                        <a:rPr lang="en-CA" sz="12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sz="12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0" name="TextBox 111">
                <a:extLst>
                  <a:ext uri="{FF2B5EF4-FFF2-40B4-BE49-F238E27FC236}">
                    <a16:creationId xmlns:a16="http://schemas.microsoft.com/office/drawing/2014/main" id="{DD84E322-6EA2-D6D2-2AC7-05384816A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4223" y="2447669"/>
                <a:ext cx="548102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3">
                <a:extLst>
                  <a:ext uri="{FF2B5EF4-FFF2-40B4-BE49-F238E27FC236}">
                    <a16:creationId xmlns:a16="http://schemas.microsoft.com/office/drawing/2014/main" id="{73450E7B-6247-972B-10FE-1AF76FCE3863}"/>
                  </a:ext>
                </a:extLst>
              </p:cNvPr>
              <p:cNvSpPr txBox="1"/>
              <p:nvPr/>
            </p:nvSpPr>
            <p:spPr>
              <a:xfrm>
                <a:off x="4452394" y="2295145"/>
                <a:ext cx="4558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CA" sz="1200" b="0" i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CA" sz="12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US" sz="12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2" name="TextBox 113">
                <a:extLst>
                  <a:ext uri="{FF2B5EF4-FFF2-40B4-BE49-F238E27FC236}">
                    <a16:creationId xmlns:a16="http://schemas.microsoft.com/office/drawing/2014/main" id="{73450E7B-6247-972B-10FE-1AF76FCE38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2394" y="2295145"/>
                <a:ext cx="455890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E008809-6509-ACF1-8647-92AD20915390}"/>
              </a:ext>
            </a:extLst>
          </p:cNvPr>
          <p:cNvCxnSpPr>
            <a:cxnSpLocks/>
          </p:cNvCxnSpPr>
          <p:nvPr/>
        </p:nvCxnSpPr>
        <p:spPr>
          <a:xfrm>
            <a:off x="4791232" y="2508781"/>
            <a:ext cx="377668" cy="0"/>
          </a:xfrm>
          <a:prstGeom prst="straightConnector1">
            <a:avLst/>
          </a:prstGeom>
          <a:ln>
            <a:solidFill>
              <a:schemeClr val="accent4">
                <a:alpha val="85000"/>
              </a:schemeClr>
            </a:solidFill>
            <a:headEnd type="triangle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4F586E7-E133-272A-B62C-712CE57FCBA4}"/>
              </a:ext>
            </a:extLst>
          </p:cNvPr>
          <p:cNvCxnSpPr>
            <a:cxnSpLocks/>
          </p:cNvCxnSpPr>
          <p:nvPr/>
        </p:nvCxnSpPr>
        <p:spPr>
          <a:xfrm>
            <a:off x="4792165" y="2144567"/>
            <a:ext cx="376735" cy="378503"/>
          </a:xfrm>
          <a:prstGeom prst="straightConnector1">
            <a:avLst/>
          </a:prstGeom>
          <a:ln>
            <a:solidFill>
              <a:schemeClr val="accent6">
                <a:alpha val="72000"/>
              </a:schemeClr>
            </a:solidFill>
            <a:headEnd type="triangle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81E2385-53CF-2A6D-3696-DED71B4C8A36}"/>
              </a:ext>
            </a:extLst>
          </p:cNvPr>
          <p:cNvCxnSpPr>
            <a:cxnSpLocks/>
          </p:cNvCxnSpPr>
          <p:nvPr/>
        </p:nvCxnSpPr>
        <p:spPr>
          <a:xfrm>
            <a:off x="4791232" y="2144567"/>
            <a:ext cx="0" cy="378503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8">
                <a:extLst>
                  <a:ext uri="{FF2B5EF4-FFF2-40B4-BE49-F238E27FC236}">
                    <a16:creationId xmlns:a16="http://schemas.microsoft.com/office/drawing/2014/main" id="{61A780D3-A5C0-D0CF-B998-9DFD6B7E0B0E}"/>
                  </a:ext>
                </a:extLst>
              </p:cNvPr>
              <p:cNvSpPr txBox="1"/>
              <p:nvPr/>
            </p:nvSpPr>
            <p:spPr>
              <a:xfrm>
                <a:off x="4958791" y="2134302"/>
                <a:ext cx="684610" cy="2097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>
                      <m:rad>
                        <m:radPr>
                          <m:degHide m:val="on"/>
                          <m:ctrlPr>
                            <a:rPr lang="en-CA" sz="11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m:rPr>
                              <m:sty m:val="p"/>
                            </m:rPr>
                            <a:rPr lang="en-CA" sz="1100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CA" sz="11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sz="11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CA" sz="11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CA" sz="11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CA" sz="11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sz="11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CA" sz="11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CA" sz="11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9" name="TextBox 8">
                <a:extLst>
                  <a:ext uri="{FF2B5EF4-FFF2-40B4-BE49-F238E27FC236}">
                    <a16:creationId xmlns:a16="http://schemas.microsoft.com/office/drawing/2014/main" id="{61A780D3-A5C0-D0CF-B998-9DFD6B7E0B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8791" y="2134302"/>
                <a:ext cx="684610" cy="209737"/>
              </a:xfrm>
              <a:prstGeom prst="rect">
                <a:avLst/>
              </a:prstGeom>
              <a:blipFill>
                <a:blip r:embed="rId4"/>
                <a:stretch>
                  <a:fillRect r="-1770" b="-571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1E4810C-8074-3FAE-D8B5-DBBD07E6F120}"/>
              </a:ext>
            </a:extLst>
          </p:cNvPr>
          <p:cNvCxnSpPr>
            <a:cxnSpLocks/>
          </p:cNvCxnSpPr>
          <p:nvPr/>
        </p:nvCxnSpPr>
        <p:spPr>
          <a:xfrm>
            <a:off x="4791232" y="2153814"/>
            <a:ext cx="0" cy="36925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89472225-D7BD-9A29-9A90-C5877E8E41E3}"/>
              </a:ext>
            </a:extLst>
          </p:cNvPr>
          <p:cNvSpPr/>
          <p:nvPr/>
        </p:nvSpPr>
        <p:spPr>
          <a:xfrm>
            <a:off x="3081528" y="2944368"/>
            <a:ext cx="7891272" cy="32735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23615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4A104D64-ADA1-267D-C8DD-B7D13B682218}"/>
              </a:ext>
            </a:extLst>
          </p:cNvPr>
          <p:cNvSpPr/>
          <p:nvPr/>
        </p:nvSpPr>
        <p:spPr>
          <a:xfrm>
            <a:off x="4876799" y="1328215"/>
            <a:ext cx="1875837" cy="3705861"/>
          </a:xfrm>
          <a:custGeom>
            <a:avLst/>
            <a:gdLst>
              <a:gd name="csX0" fmla="*/ 0 w 2549243"/>
              <a:gd name="csY0" fmla="*/ 1849581 h 3699162"/>
              <a:gd name="csX1" fmla="*/ 1274622 w 2549243"/>
              <a:gd name="csY1" fmla="*/ 0 h 3699162"/>
              <a:gd name="csX2" fmla="*/ 2549244 w 2549243"/>
              <a:gd name="csY2" fmla="*/ 1849581 h 3699162"/>
              <a:gd name="csX3" fmla="*/ 1274622 w 2549243"/>
              <a:gd name="csY3" fmla="*/ 3699162 h 3699162"/>
              <a:gd name="csX4" fmla="*/ 0 w 2549243"/>
              <a:gd name="csY4" fmla="*/ 1849581 h 3699162"/>
              <a:gd name="csX0" fmla="*/ 60996 w 2610240"/>
              <a:gd name="csY0" fmla="*/ 1882783 h 3732364"/>
              <a:gd name="csX1" fmla="*/ 319221 w 2610240"/>
              <a:gd name="csY1" fmla="*/ 781348 h 3732364"/>
              <a:gd name="csX2" fmla="*/ 1335618 w 2610240"/>
              <a:gd name="csY2" fmla="*/ 33202 h 3732364"/>
              <a:gd name="csX3" fmla="*/ 2610240 w 2610240"/>
              <a:gd name="csY3" fmla="*/ 1882783 h 3732364"/>
              <a:gd name="csX4" fmla="*/ 1335618 w 2610240"/>
              <a:gd name="csY4" fmla="*/ 3732364 h 3732364"/>
              <a:gd name="csX5" fmla="*/ 60996 w 2610240"/>
              <a:gd name="csY5" fmla="*/ 1882783 h 3732364"/>
              <a:gd name="csX0" fmla="*/ 60996 w 2610240"/>
              <a:gd name="csY0" fmla="*/ 1882783 h 3773183"/>
              <a:gd name="csX1" fmla="*/ 319221 w 2610240"/>
              <a:gd name="csY1" fmla="*/ 781348 h 3773183"/>
              <a:gd name="csX2" fmla="*/ 1335618 w 2610240"/>
              <a:gd name="csY2" fmla="*/ 33202 h 3773183"/>
              <a:gd name="csX3" fmla="*/ 2610240 w 2610240"/>
              <a:gd name="csY3" fmla="*/ 1882783 h 3773183"/>
              <a:gd name="csX4" fmla="*/ 1335618 w 2610240"/>
              <a:gd name="csY4" fmla="*/ 3732364 h 3773183"/>
              <a:gd name="csX5" fmla="*/ 350970 w 2610240"/>
              <a:gd name="csY5" fmla="*/ 3060998 h 3773183"/>
              <a:gd name="csX6" fmla="*/ 60996 w 2610240"/>
              <a:gd name="csY6" fmla="*/ 1882783 h 3773183"/>
              <a:gd name="csX0" fmla="*/ 587745 w 2336889"/>
              <a:gd name="csY0" fmla="*/ 2016133 h 3773183"/>
              <a:gd name="csX1" fmla="*/ 45870 w 2336889"/>
              <a:gd name="csY1" fmla="*/ 781348 h 3773183"/>
              <a:gd name="csX2" fmla="*/ 1062267 w 2336889"/>
              <a:gd name="csY2" fmla="*/ 33202 h 3773183"/>
              <a:gd name="csX3" fmla="*/ 2336889 w 2336889"/>
              <a:gd name="csY3" fmla="*/ 1882783 h 3773183"/>
              <a:gd name="csX4" fmla="*/ 1062267 w 2336889"/>
              <a:gd name="csY4" fmla="*/ 3732364 h 3773183"/>
              <a:gd name="csX5" fmla="*/ 77619 w 2336889"/>
              <a:gd name="csY5" fmla="*/ 3060998 h 3773183"/>
              <a:gd name="csX6" fmla="*/ 587745 w 2336889"/>
              <a:gd name="csY6" fmla="*/ 2016133 h 3773183"/>
              <a:gd name="csX0" fmla="*/ 599682 w 2336126"/>
              <a:gd name="csY0" fmla="*/ 1863733 h 3773183"/>
              <a:gd name="csX1" fmla="*/ 45107 w 2336126"/>
              <a:gd name="csY1" fmla="*/ 781348 h 3773183"/>
              <a:gd name="csX2" fmla="*/ 1061504 w 2336126"/>
              <a:gd name="csY2" fmla="*/ 33202 h 3773183"/>
              <a:gd name="csX3" fmla="*/ 2336126 w 2336126"/>
              <a:gd name="csY3" fmla="*/ 1882783 h 3773183"/>
              <a:gd name="csX4" fmla="*/ 1061504 w 2336126"/>
              <a:gd name="csY4" fmla="*/ 3732364 h 3773183"/>
              <a:gd name="csX5" fmla="*/ 76856 w 2336126"/>
              <a:gd name="csY5" fmla="*/ 3060998 h 3773183"/>
              <a:gd name="csX6" fmla="*/ 599682 w 2336126"/>
              <a:gd name="csY6" fmla="*/ 1863733 h 3773183"/>
              <a:gd name="csX0" fmla="*/ 659713 w 2332657"/>
              <a:gd name="csY0" fmla="*/ 1863733 h 3773183"/>
              <a:gd name="csX1" fmla="*/ 41638 w 2332657"/>
              <a:gd name="csY1" fmla="*/ 781348 h 3773183"/>
              <a:gd name="csX2" fmla="*/ 1058035 w 2332657"/>
              <a:gd name="csY2" fmla="*/ 33202 h 3773183"/>
              <a:gd name="csX3" fmla="*/ 2332657 w 2332657"/>
              <a:gd name="csY3" fmla="*/ 1882783 h 3773183"/>
              <a:gd name="csX4" fmla="*/ 1058035 w 2332657"/>
              <a:gd name="csY4" fmla="*/ 3732364 h 3773183"/>
              <a:gd name="csX5" fmla="*/ 73387 w 2332657"/>
              <a:gd name="csY5" fmla="*/ 3060998 h 3773183"/>
              <a:gd name="csX6" fmla="*/ 659713 w 2332657"/>
              <a:gd name="csY6" fmla="*/ 1863733 h 3773183"/>
              <a:gd name="csX0" fmla="*/ 575832 w 2337676"/>
              <a:gd name="csY0" fmla="*/ 1863733 h 3773183"/>
              <a:gd name="csX1" fmla="*/ 46657 w 2337676"/>
              <a:gd name="csY1" fmla="*/ 781348 h 3773183"/>
              <a:gd name="csX2" fmla="*/ 1063054 w 2337676"/>
              <a:gd name="csY2" fmla="*/ 33202 h 3773183"/>
              <a:gd name="csX3" fmla="*/ 2337676 w 2337676"/>
              <a:gd name="csY3" fmla="*/ 1882783 h 3773183"/>
              <a:gd name="csX4" fmla="*/ 1063054 w 2337676"/>
              <a:gd name="csY4" fmla="*/ 3732364 h 3773183"/>
              <a:gd name="csX5" fmla="*/ 78406 w 2337676"/>
              <a:gd name="csY5" fmla="*/ 3060998 h 3773183"/>
              <a:gd name="csX6" fmla="*/ 575832 w 2337676"/>
              <a:gd name="csY6" fmla="*/ 1863733 h 3773183"/>
              <a:gd name="csX0" fmla="*/ 575832 w 2337676"/>
              <a:gd name="csY0" fmla="*/ 1863733 h 3773183"/>
              <a:gd name="csX1" fmla="*/ 46657 w 2337676"/>
              <a:gd name="csY1" fmla="*/ 781348 h 3773183"/>
              <a:gd name="csX2" fmla="*/ 1063054 w 2337676"/>
              <a:gd name="csY2" fmla="*/ 33202 h 3773183"/>
              <a:gd name="csX3" fmla="*/ 2337676 w 2337676"/>
              <a:gd name="csY3" fmla="*/ 1882783 h 3773183"/>
              <a:gd name="csX4" fmla="*/ 1063054 w 2337676"/>
              <a:gd name="csY4" fmla="*/ 3732364 h 3773183"/>
              <a:gd name="csX5" fmla="*/ 78406 w 2337676"/>
              <a:gd name="csY5" fmla="*/ 3060998 h 3773183"/>
              <a:gd name="csX6" fmla="*/ 575832 w 2337676"/>
              <a:gd name="csY6" fmla="*/ 1863733 h 3773183"/>
              <a:gd name="csX0" fmla="*/ 575832 w 2337676"/>
              <a:gd name="csY0" fmla="*/ 1863733 h 3773522"/>
              <a:gd name="csX1" fmla="*/ 46657 w 2337676"/>
              <a:gd name="csY1" fmla="*/ 781348 h 3773522"/>
              <a:gd name="csX2" fmla="*/ 1063054 w 2337676"/>
              <a:gd name="csY2" fmla="*/ 33202 h 3773522"/>
              <a:gd name="csX3" fmla="*/ 2337676 w 2337676"/>
              <a:gd name="csY3" fmla="*/ 1882783 h 3773522"/>
              <a:gd name="csX4" fmla="*/ 1063054 w 2337676"/>
              <a:gd name="csY4" fmla="*/ 3732364 h 3773522"/>
              <a:gd name="csX5" fmla="*/ 78406 w 2337676"/>
              <a:gd name="csY5" fmla="*/ 3060998 h 3773522"/>
              <a:gd name="csX6" fmla="*/ 575832 w 2337676"/>
              <a:gd name="csY6" fmla="*/ 1863733 h 3773522"/>
              <a:gd name="csX0" fmla="*/ 568050 w 2329894"/>
              <a:gd name="csY0" fmla="*/ 1863733 h 3755861"/>
              <a:gd name="csX1" fmla="*/ 38875 w 2329894"/>
              <a:gd name="csY1" fmla="*/ 781348 h 3755861"/>
              <a:gd name="csX2" fmla="*/ 1055272 w 2329894"/>
              <a:gd name="csY2" fmla="*/ 33202 h 3755861"/>
              <a:gd name="csX3" fmla="*/ 2329894 w 2329894"/>
              <a:gd name="csY3" fmla="*/ 1882783 h 3755861"/>
              <a:gd name="csX4" fmla="*/ 1055272 w 2329894"/>
              <a:gd name="csY4" fmla="*/ 3732364 h 3755861"/>
              <a:gd name="csX5" fmla="*/ 127774 w 2329894"/>
              <a:gd name="csY5" fmla="*/ 2857798 h 3755861"/>
              <a:gd name="csX6" fmla="*/ 568050 w 2329894"/>
              <a:gd name="csY6" fmla="*/ 1863733 h 3755861"/>
              <a:gd name="csX0" fmla="*/ 568050 w 2329894"/>
              <a:gd name="csY0" fmla="*/ 1863733 h 3755694"/>
              <a:gd name="csX1" fmla="*/ 38875 w 2329894"/>
              <a:gd name="csY1" fmla="*/ 781348 h 3755694"/>
              <a:gd name="csX2" fmla="*/ 1055272 w 2329894"/>
              <a:gd name="csY2" fmla="*/ 33202 h 3755694"/>
              <a:gd name="csX3" fmla="*/ 2329894 w 2329894"/>
              <a:gd name="csY3" fmla="*/ 1882783 h 3755694"/>
              <a:gd name="csX4" fmla="*/ 1055272 w 2329894"/>
              <a:gd name="csY4" fmla="*/ 3732364 h 3755694"/>
              <a:gd name="csX5" fmla="*/ 127774 w 2329894"/>
              <a:gd name="csY5" fmla="*/ 2857798 h 3755694"/>
              <a:gd name="csX6" fmla="*/ 568050 w 2329894"/>
              <a:gd name="csY6" fmla="*/ 1863733 h 3755694"/>
              <a:gd name="csX0" fmla="*/ 568050 w 2329894"/>
              <a:gd name="csY0" fmla="*/ 1863733 h 3755694"/>
              <a:gd name="csX1" fmla="*/ 38875 w 2329894"/>
              <a:gd name="csY1" fmla="*/ 781348 h 3755694"/>
              <a:gd name="csX2" fmla="*/ 1055272 w 2329894"/>
              <a:gd name="csY2" fmla="*/ 33202 h 3755694"/>
              <a:gd name="csX3" fmla="*/ 2329894 w 2329894"/>
              <a:gd name="csY3" fmla="*/ 1882783 h 3755694"/>
              <a:gd name="csX4" fmla="*/ 1055272 w 2329894"/>
              <a:gd name="csY4" fmla="*/ 3732364 h 3755694"/>
              <a:gd name="csX5" fmla="*/ 127774 w 2329894"/>
              <a:gd name="csY5" fmla="*/ 2857798 h 3755694"/>
              <a:gd name="csX6" fmla="*/ 568050 w 2329894"/>
              <a:gd name="csY6" fmla="*/ 1863733 h 3755694"/>
              <a:gd name="csX0" fmla="*/ 568050 w 2329894"/>
              <a:gd name="csY0" fmla="*/ 1863733 h 3756202"/>
              <a:gd name="csX1" fmla="*/ 38875 w 2329894"/>
              <a:gd name="csY1" fmla="*/ 781348 h 3756202"/>
              <a:gd name="csX2" fmla="*/ 1055272 w 2329894"/>
              <a:gd name="csY2" fmla="*/ 33202 h 3756202"/>
              <a:gd name="csX3" fmla="*/ 2329894 w 2329894"/>
              <a:gd name="csY3" fmla="*/ 1882783 h 3756202"/>
              <a:gd name="csX4" fmla="*/ 1055272 w 2329894"/>
              <a:gd name="csY4" fmla="*/ 3732364 h 3756202"/>
              <a:gd name="csX5" fmla="*/ 127774 w 2329894"/>
              <a:gd name="csY5" fmla="*/ 2857798 h 3756202"/>
              <a:gd name="csX6" fmla="*/ 568050 w 2329894"/>
              <a:gd name="csY6" fmla="*/ 1863733 h 3756202"/>
              <a:gd name="csX0" fmla="*/ 568050 w 2329894"/>
              <a:gd name="csY0" fmla="*/ 1863733 h 3756202"/>
              <a:gd name="csX1" fmla="*/ 38875 w 2329894"/>
              <a:gd name="csY1" fmla="*/ 781348 h 3756202"/>
              <a:gd name="csX2" fmla="*/ 1055272 w 2329894"/>
              <a:gd name="csY2" fmla="*/ 33202 h 3756202"/>
              <a:gd name="csX3" fmla="*/ 2329894 w 2329894"/>
              <a:gd name="csY3" fmla="*/ 1882783 h 3756202"/>
              <a:gd name="csX4" fmla="*/ 1055272 w 2329894"/>
              <a:gd name="csY4" fmla="*/ 3732364 h 3756202"/>
              <a:gd name="csX5" fmla="*/ 127774 w 2329894"/>
              <a:gd name="csY5" fmla="*/ 2857798 h 3756202"/>
              <a:gd name="csX6" fmla="*/ 568050 w 2329894"/>
              <a:gd name="csY6" fmla="*/ 1863733 h 3756202"/>
              <a:gd name="csX0" fmla="*/ 568050 w 2329894"/>
              <a:gd name="csY0" fmla="*/ 1863733 h 3755861"/>
              <a:gd name="csX1" fmla="*/ 38875 w 2329894"/>
              <a:gd name="csY1" fmla="*/ 781348 h 3755861"/>
              <a:gd name="csX2" fmla="*/ 1055272 w 2329894"/>
              <a:gd name="csY2" fmla="*/ 33202 h 3755861"/>
              <a:gd name="csX3" fmla="*/ 2329894 w 2329894"/>
              <a:gd name="csY3" fmla="*/ 1882783 h 3755861"/>
              <a:gd name="csX4" fmla="*/ 1055272 w 2329894"/>
              <a:gd name="csY4" fmla="*/ 3732364 h 3755861"/>
              <a:gd name="csX5" fmla="*/ 127774 w 2329894"/>
              <a:gd name="csY5" fmla="*/ 2857798 h 3755861"/>
              <a:gd name="csX6" fmla="*/ 568050 w 2329894"/>
              <a:gd name="csY6" fmla="*/ 1863733 h 3755861"/>
              <a:gd name="csX0" fmla="*/ 568050 w 2329894"/>
              <a:gd name="csY0" fmla="*/ 1863733 h 3755861"/>
              <a:gd name="csX1" fmla="*/ 38875 w 2329894"/>
              <a:gd name="csY1" fmla="*/ 781348 h 3755861"/>
              <a:gd name="csX2" fmla="*/ 1055272 w 2329894"/>
              <a:gd name="csY2" fmla="*/ 33202 h 3755861"/>
              <a:gd name="csX3" fmla="*/ 2329894 w 2329894"/>
              <a:gd name="csY3" fmla="*/ 1882783 h 3755861"/>
              <a:gd name="csX4" fmla="*/ 1055272 w 2329894"/>
              <a:gd name="csY4" fmla="*/ 3732364 h 3755861"/>
              <a:gd name="csX5" fmla="*/ 127774 w 2329894"/>
              <a:gd name="csY5" fmla="*/ 2857798 h 3755861"/>
              <a:gd name="csX6" fmla="*/ 568050 w 2329894"/>
              <a:gd name="csY6" fmla="*/ 1863733 h 3755861"/>
              <a:gd name="csX0" fmla="*/ 568050 w 2329894"/>
              <a:gd name="csY0" fmla="*/ 1863733 h 3756731"/>
              <a:gd name="csX1" fmla="*/ 38875 w 2329894"/>
              <a:gd name="csY1" fmla="*/ 781348 h 3756731"/>
              <a:gd name="csX2" fmla="*/ 1055272 w 2329894"/>
              <a:gd name="csY2" fmla="*/ 33202 h 3756731"/>
              <a:gd name="csX3" fmla="*/ 2329894 w 2329894"/>
              <a:gd name="csY3" fmla="*/ 1882783 h 3756731"/>
              <a:gd name="csX4" fmla="*/ 1055272 w 2329894"/>
              <a:gd name="csY4" fmla="*/ 3732364 h 3756731"/>
              <a:gd name="csX5" fmla="*/ 127774 w 2329894"/>
              <a:gd name="csY5" fmla="*/ 2857798 h 3756731"/>
              <a:gd name="csX6" fmla="*/ 568050 w 2329894"/>
              <a:gd name="csY6" fmla="*/ 1863733 h 3756731"/>
              <a:gd name="csX0" fmla="*/ 568050 w 2329894"/>
              <a:gd name="csY0" fmla="*/ 1863733 h 3756731"/>
              <a:gd name="csX1" fmla="*/ 38875 w 2329894"/>
              <a:gd name="csY1" fmla="*/ 781348 h 3756731"/>
              <a:gd name="csX2" fmla="*/ 1055272 w 2329894"/>
              <a:gd name="csY2" fmla="*/ 33202 h 3756731"/>
              <a:gd name="csX3" fmla="*/ 2329894 w 2329894"/>
              <a:gd name="csY3" fmla="*/ 1882783 h 3756731"/>
              <a:gd name="csX4" fmla="*/ 1055272 w 2329894"/>
              <a:gd name="csY4" fmla="*/ 3732364 h 3756731"/>
              <a:gd name="csX5" fmla="*/ 127774 w 2329894"/>
              <a:gd name="csY5" fmla="*/ 2857798 h 3756731"/>
              <a:gd name="csX6" fmla="*/ 568050 w 2329894"/>
              <a:gd name="csY6" fmla="*/ 1863733 h 3756731"/>
              <a:gd name="csX0" fmla="*/ 568050 w 2329894"/>
              <a:gd name="csY0" fmla="*/ 1863733 h 3757858"/>
              <a:gd name="csX1" fmla="*/ 38875 w 2329894"/>
              <a:gd name="csY1" fmla="*/ 781348 h 3757858"/>
              <a:gd name="csX2" fmla="*/ 1055272 w 2329894"/>
              <a:gd name="csY2" fmla="*/ 33202 h 3757858"/>
              <a:gd name="csX3" fmla="*/ 2329894 w 2329894"/>
              <a:gd name="csY3" fmla="*/ 1882783 h 3757858"/>
              <a:gd name="csX4" fmla="*/ 1055272 w 2329894"/>
              <a:gd name="csY4" fmla="*/ 3732364 h 3757858"/>
              <a:gd name="csX5" fmla="*/ 127774 w 2329894"/>
              <a:gd name="csY5" fmla="*/ 2857798 h 3757858"/>
              <a:gd name="csX6" fmla="*/ 568050 w 2329894"/>
              <a:gd name="csY6" fmla="*/ 1863733 h 3757858"/>
              <a:gd name="csX0" fmla="*/ 568050 w 2329894"/>
              <a:gd name="csY0" fmla="*/ 1863733 h 3757471"/>
              <a:gd name="csX1" fmla="*/ 38875 w 2329894"/>
              <a:gd name="csY1" fmla="*/ 781348 h 3757471"/>
              <a:gd name="csX2" fmla="*/ 1055272 w 2329894"/>
              <a:gd name="csY2" fmla="*/ 33202 h 3757471"/>
              <a:gd name="csX3" fmla="*/ 2329894 w 2329894"/>
              <a:gd name="csY3" fmla="*/ 1882783 h 3757471"/>
              <a:gd name="csX4" fmla="*/ 1055272 w 2329894"/>
              <a:gd name="csY4" fmla="*/ 3732364 h 3757471"/>
              <a:gd name="csX5" fmla="*/ 127774 w 2329894"/>
              <a:gd name="csY5" fmla="*/ 2857798 h 3757471"/>
              <a:gd name="csX6" fmla="*/ 568050 w 2329894"/>
              <a:gd name="csY6" fmla="*/ 1863733 h 3757471"/>
              <a:gd name="csX0" fmla="*/ 568050 w 2329894"/>
              <a:gd name="csY0" fmla="*/ 1863733 h 3753962"/>
              <a:gd name="csX1" fmla="*/ 38875 w 2329894"/>
              <a:gd name="csY1" fmla="*/ 781348 h 3753962"/>
              <a:gd name="csX2" fmla="*/ 1055272 w 2329894"/>
              <a:gd name="csY2" fmla="*/ 33202 h 3753962"/>
              <a:gd name="csX3" fmla="*/ 2329894 w 2329894"/>
              <a:gd name="csY3" fmla="*/ 1882783 h 3753962"/>
              <a:gd name="csX4" fmla="*/ 1055272 w 2329894"/>
              <a:gd name="csY4" fmla="*/ 3732364 h 3753962"/>
              <a:gd name="csX5" fmla="*/ 127774 w 2329894"/>
              <a:gd name="csY5" fmla="*/ 2806998 h 3753962"/>
              <a:gd name="csX6" fmla="*/ 568050 w 2329894"/>
              <a:gd name="csY6" fmla="*/ 1863733 h 3753962"/>
              <a:gd name="csX0" fmla="*/ 568050 w 2329894"/>
              <a:gd name="csY0" fmla="*/ 1863733 h 3754121"/>
              <a:gd name="csX1" fmla="*/ 38875 w 2329894"/>
              <a:gd name="csY1" fmla="*/ 781348 h 3754121"/>
              <a:gd name="csX2" fmla="*/ 1055272 w 2329894"/>
              <a:gd name="csY2" fmla="*/ 33202 h 3754121"/>
              <a:gd name="csX3" fmla="*/ 2329894 w 2329894"/>
              <a:gd name="csY3" fmla="*/ 1882783 h 3754121"/>
              <a:gd name="csX4" fmla="*/ 1055272 w 2329894"/>
              <a:gd name="csY4" fmla="*/ 3732364 h 3754121"/>
              <a:gd name="csX5" fmla="*/ 127774 w 2329894"/>
              <a:gd name="csY5" fmla="*/ 2806998 h 3754121"/>
              <a:gd name="csX6" fmla="*/ 568050 w 2329894"/>
              <a:gd name="csY6" fmla="*/ 1863733 h 3754121"/>
              <a:gd name="csX0" fmla="*/ 568050 w 2329894"/>
              <a:gd name="csY0" fmla="*/ 1863733 h 3754950"/>
              <a:gd name="csX1" fmla="*/ 38875 w 2329894"/>
              <a:gd name="csY1" fmla="*/ 781348 h 3754950"/>
              <a:gd name="csX2" fmla="*/ 1055272 w 2329894"/>
              <a:gd name="csY2" fmla="*/ 33202 h 3754950"/>
              <a:gd name="csX3" fmla="*/ 2329894 w 2329894"/>
              <a:gd name="csY3" fmla="*/ 1882783 h 3754950"/>
              <a:gd name="csX4" fmla="*/ 1055272 w 2329894"/>
              <a:gd name="csY4" fmla="*/ 3732364 h 3754950"/>
              <a:gd name="csX5" fmla="*/ 127774 w 2329894"/>
              <a:gd name="csY5" fmla="*/ 2806998 h 3754950"/>
              <a:gd name="csX6" fmla="*/ 568050 w 2329894"/>
              <a:gd name="csY6" fmla="*/ 1863733 h 3754950"/>
              <a:gd name="csX0" fmla="*/ 580279 w 2342123"/>
              <a:gd name="csY0" fmla="*/ 1850618 h 3741835"/>
              <a:gd name="csX1" fmla="*/ 38404 w 2342123"/>
              <a:gd name="csY1" fmla="*/ 946033 h 3741835"/>
              <a:gd name="csX2" fmla="*/ 1067501 w 2342123"/>
              <a:gd name="csY2" fmla="*/ 20087 h 3741835"/>
              <a:gd name="csX3" fmla="*/ 2342123 w 2342123"/>
              <a:gd name="csY3" fmla="*/ 1869668 h 3741835"/>
              <a:gd name="csX4" fmla="*/ 1067501 w 2342123"/>
              <a:gd name="csY4" fmla="*/ 3719249 h 3741835"/>
              <a:gd name="csX5" fmla="*/ 140003 w 2342123"/>
              <a:gd name="csY5" fmla="*/ 2793883 h 3741835"/>
              <a:gd name="csX6" fmla="*/ 580279 w 2342123"/>
              <a:gd name="csY6" fmla="*/ 1850618 h 3741835"/>
              <a:gd name="csX0" fmla="*/ 580279 w 2342123"/>
              <a:gd name="csY0" fmla="*/ 1852907 h 3744124"/>
              <a:gd name="csX1" fmla="*/ 38404 w 2342123"/>
              <a:gd name="csY1" fmla="*/ 948322 h 3744124"/>
              <a:gd name="csX2" fmla="*/ 1067501 w 2342123"/>
              <a:gd name="csY2" fmla="*/ 22376 h 3744124"/>
              <a:gd name="csX3" fmla="*/ 2342123 w 2342123"/>
              <a:gd name="csY3" fmla="*/ 1871957 h 3744124"/>
              <a:gd name="csX4" fmla="*/ 1067501 w 2342123"/>
              <a:gd name="csY4" fmla="*/ 3721538 h 3744124"/>
              <a:gd name="csX5" fmla="*/ 140003 w 2342123"/>
              <a:gd name="csY5" fmla="*/ 2796172 h 3744124"/>
              <a:gd name="csX6" fmla="*/ 580279 w 2342123"/>
              <a:gd name="csY6" fmla="*/ 1852907 h 3744124"/>
              <a:gd name="csX0" fmla="*/ 563353 w 2325197"/>
              <a:gd name="csY0" fmla="*/ 1852907 h 3744124"/>
              <a:gd name="csX1" fmla="*/ 21478 w 2325197"/>
              <a:gd name="csY1" fmla="*/ 948322 h 3744124"/>
              <a:gd name="csX2" fmla="*/ 1050575 w 2325197"/>
              <a:gd name="csY2" fmla="*/ 22376 h 3744124"/>
              <a:gd name="csX3" fmla="*/ 2325197 w 2325197"/>
              <a:gd name="csY3" fmla="*/ 1871957 h 3744124"/>
              <a:gd name="csX4" fmla="*/ 1050575 w 2325197"/>
              <a:gd name="csY4" fmla="*/ 3721538 h 3744124"/>
              <a:gd name="csX5" fmla="*/ 123077 w 2325197"/>
              <a:gd name="csY5" fmla="*/ 2796172 h 3744124"/>
              <a:gd name="csX6" fmla="*/ 563353 w 2325197"/>
              <a:gd name="csY6" fmla="*/ 1852907 h 3744124"/>
              <a:gd name="csX0" fmla="*/ 541887 w 2303731"/>
              <a:gd name="csY0" fmla="*/ 1851936 h 3743153"/>
              <a:gd name="csX1" fmla="*/ 12 w 2303731"/>
              <a:gd name="csY1" fmla="*/ 947351 h 3743153"/>
              <a:gd name="csX2" fmla="*/ 1029109 w 2303731"/>
              <a:gd name="csY2" fmla="*/ 21405 h 3743153"/>
              <a:gd name="csX3" fmla="*/ 2303731 w 2303731"/>
              <a:gd name="csY3" fmla="*/ 1870986 h 3743153"/>
              <a:gd name="csX4" fmla="*/ 1029109 w 2303731"/>
              <a:gd name="csY4" fmla="*/ 3720567 h 3743153"/>
              <a:gd name="csX5" fmla="*/ 101611 w 2303731"/>
              <a:gd name="csY5" fmla="*/ 2795201 h 3743153"/>
              <a:gd name="csX6" fmla="*/ 541887 w 2303731"/>
              <a:gd name="csY6" fmla="*/ 1851936 h 3743153"/>
              <a:gd name="csX0" fmla="*/ 554091 w 2315935"/>
              <a:gd name="csY0" fmla="*/ 1851629 h 3742846"/>
              <a:gd name="csX1" fmla="*/ 12216 w 2315935"/>
              <a:gd name="csY1" fmla="*/ 947044 h 3742846"/>
              <a:gd name="csX2" fmla="*/ 1041313 w 2315935"/>
              <a:gd name="csY2" fmla="*/ 21098 h 3742846"/>
              <a:gd name="csX3" fmla="*/ 2315935 w 2315935"/>
              <a:gd name="csY3" fmla="*/ 1870679 h 3742846"/>
              <a:gd name="csX4" fmla="*/ 1041313 w 2315935"/>
              <a:gd name="csY4" fmla="*/ 3720260 h 3742846"/>
              <a:gd name="csX5" fmla="*/ 113815 w 2315935"/>
              <a:gd name="csY5" fmla="*/ 2794894 h 3742846"/>
              <a:gd name="csX6" fmla="*/ 554091 w 2315935"/>
              <a:gd name="csY6" fmla="*/ 1851629 h 3742846"/>
              <a:gd name="csX0" fmla="*/ 478868 w 2240712"/>
              <a:gd name="csY0" fmla="*/ 1851629 h 3742846"/>
              <a:gd name="csX1" fmla="*/ 13193 w 2240712"/>
              <a:gd name="csY1" fmla="*/ 947044 h 3742846"/>
              <a:gd name="csX2" fmla="*/ 966090 w 2240712"/>
              <a:gd name="csY2" fmla="*/ 21098 h 3742846"/>
              <a:gd name="csX3" fmla="*/ 2240712 w 2240712"/>
              <a:gd name="csY3" fmla="*/ 1870679 h 3742846"/>
              <a:gd name="csX4" fmla="*/ 966090 w 2240712"/>
              <a:gd name="csY4" fmla="*/ 3720260 h 3742846"/>
              <a:gd name="csX5" fmla="*/ 38592 w 2240712"/>
              <a:gd name="csY5" fmla="*/ 2794894 h 3742846"/>
              <a:gd name="csX6" fmla="*/ 478868 w 2240712"/>
              <a:gd name="csY6" fmla="*/ 1851629 h 3742846"/>
              <a:gd name="csX0" fmla="*/ 453830 w 2215674"/>
              <a:gd name="csY0" fmla="*/ 1851232 h 3742449"/>
              <a:gd name="csX1" fmla="*/ 32605 w 2215674"/>
              <a:gd name="csY1" fmla="*/ 952997 h 3742449"/>
              <a:gd name="csX2" fmla="*/ 941052 w 2215674"/>
              <a:gd name="csY2" fmla="*/ 20701 h 3742449"/>
              <a:gd name="csX3" fmla="*/ 2215674 w 2215674"/>
              <a:gd name="csY3" fmla="*/ 1870282 h 3742449"/>
              <a:gd name="csX4" fmla="*/ 941052 w 2215674"/>
              <a:gd name="csY4" fmla="*/ 3719863 h 3742449"/>
              <a:gd name="csX5" fmla="*/ 13554 w 2215674"/>
              <a:gd name="csY5" fmla="*/ 2794497 h 3742449"/>
              <a:gd name="csX6" fmla="*/ 453830 w 2215674"/>
              <a:gd name="csY6" fmla="*/ 1851232 h 3742449"/>
              <a:gd name="csX0" fmla="*/ 453830 w 2215674"/>
              <a:gd name="csY0" fmla="*/ 1851232 h 3742449"/>
              <a:gd name="csX1" fmla="*/ 32605 w 2215674"/>
              <a:gd name="csY1" fmla="*/ 952997 h 3742449"/>
              <a:gd name="csX2" fmla="*/ 941052 w 2215674"/>
              <a:gd name="csY2" fmla="*/ 20701 h 3742449"/>
              <a:gd name="csX3" fmla="*/ 2215674 w 2215674"/>
              <a:gd name="csY3" fmla="*/ 1870282 h 3742449"/>
              <a:gd name="csX4" fmla="*/ 941052 w 2215674"/>
              <a:gd name="csY4" fmla="*/ 3719863 h 3742449"/>
              <a:gd name="csX5" fmla="*/ 13554 w 2215674"/>
              <a:gd name="csY5" fmla="*/ 2794497 h 3742449"/>
              <a:gd name="csX6" fmla="*/ 453830 w 2215674"/>
              <a:gd name="csY6" fmla="*/ 1851232 h 3742449"/>
              <a:gd name="csX0" fmla="*/ 453830 w 2215674"/>
              <a:gd name="csY0" fmla="*/ 1851379 h 3742596"/>
              <a:gd name="csX1" fmla="*/ 32605 w 2215674"/>
              <a:gd name="csY1" fmla="*/ 953144 h 3742596"/>
              <a:gd name="csX2" fmla="*/ 941052 w 2215674"/>
              <a:gd name="csY2" fmla="*/ 20848 h 3742596"/>
              <a:gd name="csX3" fmla="*/ 2215674 w 2215674"/>
              <a:gd name="csY3" fmla="*/ 1870429 h 3742596"/>
              <a:gd name="csX4" fmla="*/ 941052 w 2215674"/>
              <a:gd name="csY4" fmla="*/ 3720010 h 3742596"/>
              <a:gd name="csX5" fmla="*/ 13554 w 2215674"/>
              <a:gd name="csY5" fmla="*/ 2794644 h 3742596"/>
              <a:gd name="csX6" fmla="*/ 453830 w 2215674"/>
              <a:gd name="csY6" fmla="*/ 1851379 h 3742596"/>
              <a:gd name="csX0" fmla="*/ 452311 w 1610905"/>
              <a:gd name="csY0" fmla="*/ 1850655 h 3742649"/>
              <a:gd name="csX1" fmla="*/ 31086 w 1610905"/>
              <a:gd name="csY1" fmla="*/ 952420 h 3742649"/>
              <a:gd name="csX2" fmla="*/ 939533 w 1610905"/>
              <a:gd name="csY2" fmla="*/ 20124 h 3742649"/>
              <a:gd name="csX3" fmla="*/ 1610905 w 1610905"/>
              <a:gd name="csY3" fmla="*/ 1850655 h 3742649"/>
              <a:gd name="csX4" fmla="*/ 939533 w 1610905"/>
              <a:gd name="csY4" fmla="*/ 3719286 h 3742649"/>
              <a:gd name="csX5" fmla="*/ 12035 w 1610905"/>
              <a:gd name="csY5" fmla="*/ 2793920 h 3742649"/>
              <a:gd name="csX6" fmla="*/ 452311 w 1610905"/>
              <a:gd name="csY6" fmla="*/ 1850655 h 3742649"/>
              <a:gd name="csX0" fmla="*/ 451874 w 1630533"/>
              <a:gd name="csY0" fmla="*/ 1850655 h 3721846"/>
              <a:gd name="csX1" fmla="*/ 30649 w 1630533"/>
              <a:gd name="csY1" fmla="*/ 952420 h 3721846"/>
              <a:gd name="csX2" fmla="*/ 939096 w 1630533"/>
              <a:gd name="csY2" fmla="*/ 20124 h 3721846"/>
              <a:gd name="csX3" fmla="*/ 1610468 w 1630533"/>
              <a:gd name="csY3" fmla="*/ 1850655 h 3721846"/>
              <a:gd name="csX4" fmla="*/ 1408597 w 1630533"/>
              <a:gd name="csY4" fmla="*/ 3028869 h 3721846"/>
              <a:gd name="csX5" fmla="*/ 939096 w 1630533"/>
              <a:gd name="csY5" fmla="*/ 3719286 h 3721846"/>
              <a:gd name="csX6" fmla="*/ 11598 w 1630533"/>
              <a:gd name="csY6" fmla="*/ 2793920 h 3721846"/>
              <a:gd name="csX7" fmla="*/ 451874 w 1630533"/>
              <a:gd name="csY7" fmla="*/ 1850655 h 3721846"/>
              <a:gd name="csX0" fmla="*/ 452927 w 1898206"/>
              <a:gd name="csY0" fmla="*/ 1850655 h 3719298"/>
              <a:gd name="csX1" fmla="*/ 31702 w 1898206"/>
              <a:gd name="csY1" fmla="*/ 952420 h 3719298"/>
              <a:gd name="csX2" fmla="*/ 940149 w 1898206"/>
              <a:gd name="csY2" fmla="*/ 20124 h 3719298"/>
              <a:gd name="csX3" fmla="*/ 1611521 w 1898206"/>
              <a:gd name="csY3" fmla="*/ 1850655 h 3719298"/>
              <a:gd name="csX4" fmla="*/ 1873200 w 1898206"/>
              <a:gd name="csY4" fmla="*/ 2812969 h 3719298"/>
              <a:gd name="csX5" fmla="*/ 940149 w 1898206"/>
              <a:gd name="csY5" fmla="*/ 3719286 h 3719298"/>
              <a:gd name="csX6" fmla="*/ 12651 w 1898206"/>
              <a:gd name="csY6" fmla="*/ 2793920 h 3719298"/>
              <a:gd name="csX7" fmla="*/ 452927 w 1898206"/>
              <a:gd name="csY7" fmla="*/ 1850655 h 3719298"/>
              <a:gd name="csX0" fmla="*/ 452927 w 1898206"/>
              <a:gd name="csY0" fmla="*/ 1850655 h 3719298"/>
              <a:gd name="csX1" fmla="*/ 31702 w 1898206"/>
              <a:gd name="csY1" fmla="*/ 952420 h 3719298"/>
              <a:gd name="csX2" fmla="*/ 940149 w 1898206"/>
              <a:gd name="csY2" fmla="*/ 20124 h 3719298"/>
              <a:gd name="csX3" fmla="*/ 1611521 w 1898206"/>
              <a:gd name="csY3" fmla="*/ 1850655 h 3719298"/>
              <a:gd name="csX4" fmla="*/ 1873200 w 1898206"/>
              <a:gd name="csY4" fmla="*/ 2812969 h 3719298"/>
              <a:gd name="csX5" fmla="*/ 940149 w 1898206"/>
              <a:gd name="csY5" fmla="*/ 3719286 h 3719298"/>
              <a:gd name="csX6" fmla="*/ 12651 w 1898206"/>
              <a:gd name="csY6" fmla="*/ 2793920 h 3719298"/>
              <a:gd name="csX7" fmla="*/ 452927 w 1898206"/>
              <a:gd name="csY7" fmla="*/ 1850655 h 3719298"/>
              <a:gd name="csX0" fmla="*/ 452927 w 1881197"/>
              <a:gd name="csY0" fmla="*/ 1850655 h 3719300"/>
              <a:gd name="csX1" fmla="*/ 31702 w 1881197"/>
              <a:gd name="csY1" fmla="*/ 952420 h 3719300"/>
              <a:gd name="csX2" fmla="*/ 940149 w 1881197"/>
              <a:gd name="csY2" fmla="*/ 20124 h 3719300"/>
              <a:gd name="csX3" fmla="*/ 1611521 w 1881197"/>
              <a:gd name="csY3" fmla="*/ 1850655 h 3719300"/>
              <a:gd name="csX4" fmla="*/ 1873200 w 1881197"/>
              <a:gd name="csY4" fmla="*/ 2812969 h 3719300"/>
              <a:gd name="csX5" fmla="*/ 940149 w 1881197"/>
              <a:gd name="csY5" fmla="*/ 3719286 h 3719300"/>
              <a:gd name="csX6" fmla="*/ 12651 w 1881197"/>
              <a:gd name="csY6" fmla="*/ 2793920 h 3719300"/>
              <a:gd name="csX7" fmla="*/ 452927 w 1881197"/>
              <a:gd name="csY7" fmla="*/ 1850655 h 3719300"/>
              <a:gd name="csX0" fmla="*/ 452927 w 1881197"/>
              <a:gd name="csY0" fmla="*/ 1833350 h 3701995"/>
              <a:gd name="csX1" fmla="*/ 31702 w 1881197"/>
              <a:gd name="csY1" fmla="*/ 935115 h 3701995"/>
              <a:gd name="csX2" fmla="*/ 940149 w 1881197"/>
              <a:gd name="csY2" fmla="*/ 2819 h 3701995"/>
              <a:gd name="csX3" fmla="*/ 1327100 w 1881197"/>
              <a:gd name="csY3" fmla="*/ 687464 h 3701995"/>
              <a:gd name="csX4" fmla="*/ 1611521 w 1881197"/>
              <a:gd name="csY4" fmla="*/ 1833350 h 3701995"/>
              <a:gd name="csX5" fmla="*/ 1873200 w 1881197"/>
              <a:gd name="csY5" fmla="*/ 2795664 h 3701995"/>
              <a:gd name="csX6" fmla="*/ 940149 w 1881197"/>
              <a:gd name="csY6" fmla="*/ 3701981 h 3701995"/>
              <a:gd name="csX7" fmla="*/ 12651 w 1881197"/>
              <a:gd name="csY7" fmla="*/ 2776615 h 3701995"/>
              <a:gd name="csX8" fmla="*/ 452927 w 1881197"/>
              <a:gd name="csY8" fmla="*/ 1833350 h 3701995"/>
              <a:gd name="csX0" fmla="*/ 452927 w 1881197"/>
              <a:gd name="csY0" fmla="*/ 1833350 h 3701995"/>
              <a:gd name="csX1" fmla="*/ 31702 w 1881197"/>
              <a:gd name="csY1" fmla="*/ 935115 h 3701995"/>
              <a:gd name="csX2" fmla="*/ 940149 w 1881197"/>
              <a:gd name="csY2" fmla="*/ 2819 h 3701995"/>
              <a:gd name="csX3" fmla="*/ 1327100 w 1881197"/>
              <a:gd name="csY3" fmla="*/ 687464 h 3701995"/>
              <a:gd name="csX4" fmla="*/ 1611521 w 1881197"/>
              <a:gd name="csY4" fmla="*/ 1833350 h 3701995"/>
              <a:gd name="csX5" fmla="*/ 1873200 w 1881197"/>
              <a:gd name="csY5" fmla="*/ 2795664 h 3701995"/>
              <a:gd name="csX6" fmla="*/ 940149 w 1881197"/>
              <a:gd name="csY6" fmla="*/ 3701981 h 3701995"/>
              <a:gd name="csX7" fmla="*/ 12651 w 1881197"/>
              <a:gd name="csY7" fmla="*/ 2776615 h 3701995"/>
              <a:gd name="csX8" fmla="*/ 452927 w 1881197"/>
              <a:gd name="csY8" fmla="*/ 1833350 h 3701995"/>
              <a:gd name="csX0" fmla="*/ 452927 w 1890708"/>
              <a:gd name="csY0" fmla="*/ 1830531 h 3699176"/>
              <a:gd name="csX1" fmla="*/ 31702 w 1890708"/>
              <a:gd name="csY1" fmla="*/ 932296 h 3699176"/>
              <a:gd name="csX2" fmla="*/ 940149 w 1890708"/>
              <a:gd name="csY2" fmla="*/ 0 h 3699176"/>
              <a:gd name="csX3" fmla="*/ 1873200 w 1890708"/>
              <a:gd name="csY3" fmla="*/ 932295 h 3699176"/>
              <a:gd name="csX4" fmla="*/ 1611521 w 1890708"/>
              <a:gd name="csY4" fmla="*/ 1830531 h 3699176"/>
              <a:gd name="csX5" fmla="*/ 1873200 w 1890708"/>
              <a:gd name="csY5" fmla="*/ 2792845 h 3699176"/>
              <a:gd name="csX6" fmla="*/ 940149 w 1890708"/>
              <a:gd name="csY6" fmla="*/ 3699162 h 3699176"/>
              <a:gd name="csX7" fmla="*/ 12651 w 1890708"/>
              <a:gd name="csY7" fmla="*/ 2773796 h 3699176"/>
              <a:gd name="csX8" fmla="*/ 452927 w 1890708"/>
              <a:gd name="csY8" fmla="*/ 1830531 h 3699176"/>
              <a:gd name="csX0" fmla="*/ 452927 w 1881197"/>
              <a:gd name="csY0" fmla="*/ 1860606 h 3729251"/>
              <a:gd name="csX1" fmla="*/ 31702 w 1881197"/>
              <a:gd name="csY1" fmla="*/ 962371 h 3729251"/>
              <a:gd name="csX2" fmla="*/ 940149 w 1881197"/>
              <a:gd name="csY2" fmla="*/ 30075 h 3729251"/>
              <a:gd name="csX3" fmla="*/ 1409649 w 1881197"/>
              <a:gd name="csY3" fmla="*/ 295619 h 3729251"/>
              <a:gd name="csX4" fmla="*/ 1873200 w 1881197"/>
              <a:gd name="csY4" fmla="*/ 962370 h 3729251"/>
              <a:gd name="csX5" fmla="*/ 1611521 w 1881197"/>
              <a:gd name="csY5" fmla="*/ 1860606 h 3729251"/>
              <a:gd name="csX6" fmla="*/ 1873200 w 1881197"/>
              <a:gd name="csY6" fmla="*/ 2822920 h 3729251"/>
              <a:gd name="csX7" fmla="*/ 940149 w 1881197"/>
              <a:gd name="csY7" fmla="*/ 3729237 h 3729251"/>
              <a:gd name="csX8" fmla="*/ 12651 w 1881197"/>
              <a:gd name="csY8" fmla="*/ 2803871 h 3729251"/>
              <a:gd name="csX9" fmla="*/ 452927 w 1881197"/>
              <a:gd name="csY9" fmla="*/ 1860606 h 3729251"/>
              <a:gd name="csX0" fmla="*/ 452927 w 1881197"/>
              <a:gd name="csY0" fmla="*/ 1860606 h 3729251"/>
              <a:gd name="csX1" fmla="*/ 31702 w 1881197"/>
              <a:gd name="csY1" fmla="*/ 962371 h 3729251"/>
              <a:gd name="csX2" fmla="*/ 940149 w 1881197"/>
              <a:gd name="csY2" fmla="*/ 30075 h 3729251"/>
              <a:gd name="csX3" fmla="*/ 1409649 w 1881197"/>
              <a:gd name="csY3" fmla="*/ 295619 h 3729251"/>
              <a:gd name="csX4" fmla="*/ 1873200 w 1881197"/>
              <a:gd name="csY4" fmla="*/ 962370 h 3729251"/>
              <a:gd name="csX5" fmla="*/ 1611521 w 1881197"/>
              <a:gd name="csY5" fmla="*/ 1860606 h 3729251"/>
              <a:gd name="csX6" fmla="*/ 1873200 w 1881197"/>
              <a:gd name="csY6" fmla="*/ 2822920 h 3729251"/>
              <a:gd name="csX7" fmla="*/ 940149 w 1881197"/>
              <a:gd name="csY7" fmla="*/ 3729237 h 3729251"/>
              <a:gd name="csX8" fmla="*/ 12651 w 1881197"/>
              <a:gd name="csY8" fmla="*/ 2803871 h 3729251"/>
              <a:gd name="csX9" fmla="*/ 452927 w 1881197"/>
              <a:gd name="csY9" fmla="*/ 1860606 h 3729251"/>
              <a:gd name="csX0" fmla="*/ 452927 w 1881197"/>
              <a:gd name="csY0" fmla="*/ 1856904 h 3725549"/>
              <a:gd name="csX1" fmla="*/ 31702 w 1881197"/>
              <a:gd name="csY1" fmla="*/ 958669 h 3725549"/>
              <a:gd name="csX2" fmla="*/ 940149 w 1881197"/>
              <a:gd name="csY2" fmla="*/ 26373 h 3725549"/>
              <a:gd name="csX3" fmla="*/ 1612849 w 1881197"/>
              <a:gd name="csY3" fmla="*/ 317317 h 3725549"/>
              <a:gd name="csX4" fmla="*/ 1873200 w 1881197"/>
              <a:gd name="csY4" fmla="*/ 958668 h 3725549"/>
              <a:gd name="csX5" fmla="*/ 1611521 w 1881197"/>
              <a:gd name="csY5" fmla="*/ 1856904 h 3725549"/>
              <a:gd name="csX6" fmla="*/ 1873200 w 1881197"/>
              <a:gd name="csY6" fmla="*/ 2819218 h 3725549"/>
              <a:gd name="csX7" fmla="*/ 940149 w 1881197"/>
              <a:gd name="csY7" fmla="*/ 3725535 h 3725549"/>
              <a:gd name="csX8" fmla="*/ 12651 w 1881197"/>
              <a:gd name="csY8" fmla="*/ 2800169 h 3725549"/>
              <a:gd name="csX9" fmla="*/ 452927 w 1881197"/>
              <a:gd name="csY9" fmla="*/ 1856904 h 3725549"/>
              <a:gd name="csX0" fmla="*/ 452927 w 1881197"/>
              <a:gd name="csY0" fmla="*/ 1720195 h 3588840"/>
              <a:gd name="csX1" fmla="*/ 31702 w 1881197"/>
              <a:gd name="csY1" fmla="*/ 821960 h 3588840"/>
              <a:gd name="csX2" fmla="*/ 1073499 w 1881197"/>
              <a:gd name="csY2" fmla="*/ 42064 h 3588840"/>
              <a:gd name="csX3" fmla="*/ 1612849 w 1881197"/>
              <a:gd name="csY3" fmla="*/ 180608 h 3588840"/>
              <a:gd name="csX4" fmla="*/ 1873200 w 1881197"/>
              <a:gd name="csY4" fmla="*/ 821959 h 3588840"/>
              <a:gd name="csX5" fmla="*/ 1611521 w 1881197"/>
              <a:gd name="csY5" fmla="*/ 1720195 h 3588840"/>
              <a:gd name="csX6" fmla="*/ 1873200 w 1881197"/>
              <a:gd name="csY6" fmla="*/ 2682509 h 3588840"/>
              <a:gd name="csX7" fmla="*/ 940149 w 1881197"/>
              <a:gd name="csY7" fmla="*/ 3588826 h 3588840"/>
              <a:gd name="csX8" fmla="*/ 12651 w 1881197"/>
              <a:gd name="csY8" fmla="*/ 2663460 h 3588840"/>
              <a:gd name="csX9" fmla="*/ 452927 w 1881197"/>
              <a:gd name="csY9" fmla="*/ 1720195 h 3588840"/>
              <a:gd name="csX0" fmla="*/ 452927 w 1881197"/>
              <a:gd name="csY0" fmla="*/ 1862841 h 3731486"/>
              <a:gd name="csX1" fmla="*/ 31702 w 1881197"/>
              <a:gd name="csY1" fmla="*/ 964606 h 3731486"/>
              <a:gd name="csX2" fmla="*/ 889349 w 1881197"/>
              <a:gd name="csY2" fmla="*/ 25960 h 3731486"/>
              <a:gd name="csX3" fmla="*/ 1612849 w 1881197"/>
              <a:gd name="csY3" fmla="*/ 323254 h 3731486"/>
              <a:gd name="csX4" fmla="*/ 1873200 w 1881197"/>
              <a:gd name="csY4" fmla="*/ 964605 h 3731486"/>
              <a:gd name="csX5" fmla="*/ 1611521 w 1881197"/>
              <a:gd name="csY5" fmla="*/ 1862841 h 3731486"/>
              <a:gd name="csX6" fmla="*/ 1873200 w 1881197"/>
              <a:gd name="csY6" fmla="*/ 2825155 h 3731486"/>
              <a:gd name="csX7" fmla="*/ 940149 w 1881197"/>
              <a:gd name="csY7" fmla="*/ 3731472 h 3731486"/>
              <a:gd name="csX8" fmla="*/ 12651 w 1881197"/>
              <a:gd name="csY8" fmla="*/ 2806106 h 3731486"/>
              <a:gd name="csX9" fmla="*/ 452927 w 1881197"/>
              <a:gd name="csY9" fmla="*/ 1862841 h 3731486"/>
              <a:gd name="csX0" fmla="*/ 452927 w 1881197"/>
              <a:gd name="csY0" fmla="*/ 1839282 h 3707927"/>
              <a:gd name="csX1" fmla="*/ 31702 w 1881197"/>
              <a:gd name="csY1" fmla="*/ 941047 h 3707927"/>
              <a:gd name="csX2" fmla="*/ 889349 w 1881197"/>
              <a:gd name="csY2" fmla="*/ 2401 h 3707927"/>
              <a:gd name="csX3" fmla="*/ 1612849 w 1881197"/>
              <a:gd name="csY3" fmla="*/ 299695 h 3707927"/>
              <a:gd name="csX4" fmla="*/ 1873200 w 1881197"/>
              <a:gd name="csY4" fmla="*/ 941046 h 3707927"/>
              <a:gd name="csX5" fmla="*/ 1611521 w 1881197"/>
              <a:gd name="csY5" fmla="*/ 1839282 h 3707927"/>
              <a:gd name="csX6" fmla="*/ 1873200 w 1881197"/>
              <a:gd name="csY6" fmla="*/ 2801596 h 3707927"/>
              <a:gd name="csX7" fmla="*/ 940149 w 1881197"/>
              <a:gd name="csY7" fmla="*/ 3707913 h 3707927"/>
              <a:gd name="csX8" fmla="*/ 12651 w 1881197"/>
              <a:gd name="csY8" fmla="*/ 2782547 h 3707927"/>
              <a:gd name="csX9" fmla="*/ 452927 w 1881197"/>
              <a:gd name="csY9" fmla="*/ 1839282 h 3707927"/>
              <a:gd name="csX0" fmla="*/ 452927 w 1881197"/>
              <a:gd name="csY0" fmla="*/ 1837406 h 3706051"/>
              <a:gd name="csX1" fmla="*/ 31702 w 1881197"/>
              <a:gd name="csY1" fmla="*/ 939171 h 3706051"/>
              <a:gd name="csX2" fmla="*/ 368250 w 1881197"/>
              <a:gd name="csY2" fmla="*/ 361319 h 3706051"/>
              <a:gd name="csX3" fmla="*/ 889349 w 1881197"/>
              <a:gd name="csY3" fmla="*/ 525 h 3706051"/>
              <a:gd name="csX4" fmla="*/ 1612849 w 1881197"/>
              <a:gd name="csY4" fmla="*/ 297819 h 3706051"/>
              <a:gd name="csX5" fmla="*/ 1873200 w 1881197"/>
              <a:gd name="csY5" fmla="*/ 939170 h 3706051"/>
              <a:gd name="csX6" fmla="*/ 1611521 w 1881197"/>
              <a:gd name="csY6" fmla="*/ 1837406 h 3706051"/>
              <a:gd name="csX7" fmla="*/ 1873200 w 1881197"/>
              <a:gd name="csY7" fmla="*/ 2799720 h 3706051"/>
              <a:gd name="csX8" fmla="*/ 940149 w 1881197"/>
              <a:gd name="csY8" fmla="*/ 3706037 h 3706051"/>
              <a:gd name="csX9" fmla="*/ 12651 w 1881197"/>
              <a:gd name="csY9" fmla="*/ 2780671 h 3706051"/>
              <a:gd name="csX10" fmla="*/ 452927 w 1881197"/>
              <a:gd name="csY10" fmla="*/ 1837406 h 3706051"/>
              <a:gd name="csX0" fmla="*/ 452927 w 1881197"/>
              <a:gd name="csY0" fmla="*/ 1836972 h 3705617"/>
              <a:gd name="csX1" fmla="*/ 31702 w 1881197"/>
              <a:gd name="csY1" fmla="*/ 938737 h 3705617"/>
              <a:gd name="csX2" fmla="*/ 266650 w 1881197"/>
              <a:gd name="csY2" fmla="*/ 322785 h 3705617"/>
              <a:gd name="csX3" fmla="*/ 889349 w 1881197"/>
              <a:gd name="csY3" fmla="*/ 91 h 3705617"/>
              <a:gd name="csX4" fmla="*/ 1612849 w 1881197"/>
              <a:gd name="csY4" fmla="*/ 297385 h 3705617"/>
              <a:gd name="csX5" fmla="*/ 1873200 w 1881197"/>
              <a:gd name="csY5" fmla="*/ 938736 h 3705617"/>
              <a:gd name="csX6" fmla="*/ 1611521 w 1881197"/>
              <a:gd name="csY6" fmla="*/ 1836972 h 3705617"/>
              <a:gd name="csX7" fmla="*/ 1873200 w 1881197"/>
              <a:gd name="csY7" fmla="*/ 2799286 h 3705617"/>
              <a:gd name="csX8" fmla="*/ 940149 w 1881197"/>
              <a:gd name="csY8" fmla="*/ 3705603 h 3705617"/>
              <a:gd name="csX9" fmla="*/ 12651 w 1881197"/>
              <a:gd name="csY9" fmla="*/ 2780237 h 3705617"/>
              <a:gd name="csX10" fmla="*/ 452927 w 1881197"/>
              <a:gd name="csY10" fmla="*/ 1836972 h 3705617"/>
              <a:gd name="csX0" fmla="*/ 452927 w 1895290"/>
              <a:gd name="csY0" fmla="*/ 1836972 h 3705615"/>
              <a:gd name="csX1" fmla="*/ 31702 w 1895290"/>
              <a:gd name="csY1" fmla="*/ 938737 h 3705615"/>
              <a:gd name="csX2" fmla="*/ 266650 w 1895290"/>
              <a:gd name="csY2" fmla="*/ 322785 h 3705615"/>
              <a:gd name="csX3" fmla="*/ 889349 w 1895290"/>
              <a:gd name="csY3" fmla="*/ 91 h 3705615"/>
              <a:gd name="csX4" fmla="*/ 1612849 w 1895290"/>
              <a:gd name="csY4" fmla="*/ 297385 h 3705615"/>
              <a:gd name="csX5" fmla="*/ 1873200 w 1895290"/>
              <a:gd name="csY5" fmla="*/ 938736 h 3705615"/>
              <a:gd name="csX6" fmla="*/ 1579771 w 1895290"/>
              <a:gd name="csY6" fmla="*/ 1849672 h 3705615"/>
              <a:gd name="csX7" fmla="*/ 1873200 w 1895290"/>
              <a:gd name="csY7" fmla="*/ 2799286 h 3705615"/>
              <a:gd name="csX8" fmla="*/ 940149 w 1895290"/>
              <a:gd name="csY8" fmla="*/ 3705603 h 3705615"/>
              <a:gd name="csX9" fmla="*/ 12651 w 1895290"/>
              <a:gd name="csY9" fmla="*/ 2780237 h 3705615"/>
              <a:gd name="csX10" fmla="*/ 452927 w 1895290"/>
              <a:gd name="csY10" fmla="*/ 1836972 h 3705615"/>
              <a:gd name="csX0" fmla="*/ 452927 w 1895290"/>
              <a:gd name="csY0" fmla="*/ 1836972 h 3705615"/>
              <a:gd name="csX1" fmla="*/ 31702 w 1895290"/>
              <a:gd name="csY1" fmla="*/ 938737 h 3705615"/>
              <a:gd name="csX2" fmla="*/ 266650 w 1895290"/>
              <a:gd name="csY2" fmla="*/ 322785 h 3705615"/>
              <a:gd name="csX3" fmla="*/ 889349 w 1895290"/>
              <a:gd name="csY3" fmla="*/ 91 h 3705615"/>
              <a:gd name="csX4" fmla="*/ 1612849 w 1895290"/>
              <a:gd name="csY4" fmla="*/ 297385 h 3705615"/>
              <a:gd name="csX5" fmla="*/ 1873200 w 1895290"/>
              <a:gd name="csY5" fmla="*/ 938736 h 3705615"/>
              <a:gd name="csX6" fmla="*/ 1579771 w 1895290"/>
              <a:gd name="csY6" fmla="*/ 1849672 h 3705615"/>
              <a:gd name="csX7" fmla="*/ 1873200 w 1895290"/>
              <a:gd name="csY7" fmla="*/ 2799286 h 3705615"/>
              <a:gd name="csX8" fmla="*/ 940149 w 1895290"/>
              <a:gd name="csY8" fmla="*/ 3705603 h 3705615"/>
              <a:gd name="csX9" fmla="*/ 12651 w 1895290"/>
              <a:gd name="csY9" fmla="*/ 2780237 h 3705615"/>
              <a:gd name="csX10" fmla="*/ 452927 w 1895290"/>
              <a:gd name="csY10" fmla="*/ 1836972 h 3705615"/>
              <a:gd name="csX0" fmla="*/ 452927 w 1895290"/>
              <a:gd name="csY0" fmla="*/ 1836972 h 3705615"/>
              <a:gd name="csX1" fmla="*/ 31702 w 1895290"/>
              <a:gd name="csY1" fmla="*/ 938737 h 3705615"/>
              <a:gd name="csX2" fmla="*/ 266650 w 1895290"/>
              <a:gd name="csY2" fmla="*/ 322785 h 3705615"/>
              <a:gd name="csX3" fmla="*/ 889349 w 1895290"/>
              <a:gd name="csY3" fmla="*/ 91 h 3705615"/>
              <a:gd name="csX4" fmla="*/ 1612849 w 1895290"/>
              <a:gd name="csY4" fmla="*/ 297385 h 3705615"/>
              <a:gd name="csX5" fmla="*/ 1873200 w 1895290"/>
              <a:gd name="csY5" fmla="*/ 938736 h 3705615"/>
              <a:gd name="csX6" fmla="*/ 1579771 w 1895290"/>
              <a:gd name="csY6" fmla="*/ 1849672 h 3705615"/>
              <a:gd name="csX7" fmla="*/ 1873200 w 1895290"/>
              <a:gd name="csY7" fmla="*/ 2799286 h 3705615"/>
              <a:gd name="csX8" fmla="*/ 940149 w 1895290"/>
              <a:gd name="csY8" fmla="*/ 3705603 h 3705615"/>
              <a:gd name="csX9" fmla="*/ 12651 w 1895290"/>
              <a:gd name="csY9" fmla="*/ 2780237 h 3705615"/>
              <a:gd name="csX10" fmla="*/ 452927 w 1895290"/>
              <a:gd name="csY10" fmla="*/ 1836972 h 3705615"/>
              <a:gd name="csX0" fmla="*/ 452927 w 1891822"/>
              <a:gd name="csY0" fmla="*/ 1836972 h 3705615"/>
              <a:gd name="csX1" fmla="*/ 31702 w 1891822"/>
              <a:gd name="csY1" fmla="*/ 938737 h 3705615"/>
              <a:gd name="csX2" fmla="*/ 266650 w 1891822"/>
              <a:gd name="csY2" fmla="*/ 322785 h 3705615"/>
              <a:gd name="csX3" fmla="*/ 889349 w 1891822"/>
              <a:gd name="csY3" fmla="*/ 91 h 3705615"/>
              <a:gd name="csX4" fmla="*/ 1612849 w 1891822"/>
              <a:gd name="csY4" fmla="*/ 297385 h 3705615"/>
              <a:gd name="csX5" fmla="*/ 1873200 w 1891822"/>
              <a:gd name="csY5" fmla="*/ 938736 h 3705615"/>
              <a:gd name="csX6" fmla="*/ 1579771 w 1891822"/>
              <a:gd name="csY6" fmla="*/ 1849672 h 3705615"/>
              <a:gd name="csX7" fmla="*/ 1873200 w 1891822"/>
              <a:gd name="csY7" fmla="*/ 2799286 h 3705615"/>
              <a:gd name="csX8" fmla="*/ 940149 w 1891822"/>
              <a:gd name="csY8" fmla="*/ 3705603 h 3705615"/>
              <a:gd name="csX9" fmla="*/ 12651 w 1891822"/>
              <a:gd name="csY9" fmla="*/ 2780237 h 3705615"/>
              <a:gd name="csX10" fmla="*/ 452927 w 1891822"/>
              <a:gd name="csY10" fmla="*/ 1836972 h 3705615"/>
              <a:gd name="csX0" fmla="*/ 452159 w 1872645"/>
              <a:gd name="csY0" fmla="*/ 1836972 h 3720055"/>
              <a:gd name="csX1" fmla="*/ 30934 w 1872645"/>
              <a:gd name="csY1" fmla="*/ 938737 h 3720055"/>
              <a:gd name="csX2" fmla="*/ 265882 w 1872645"/>
              <a:gd name="csY2" fmla="*/ 322785 h 3720055"/>
              <a:gd name="csX3" fmla="*/ 888581 w 1872645"/>
              <a:gd name="csY3" fmla="*/ 91 h 3720055"/>
              <a:gd name="csX4" fmla="*/ 1612081 w 1872645"/>
              <a:gd name="csY4" fmla="*/ 297385 h 3720055"/>
              <a:gd name="csX5" fmla="*/ 1872432 w 1872645"/>
              <a:gd name="csY5" fmla="*/ 938736 h 3720055"/>
              <a:gd name="csX6" fmla="*/ 1579003 w 1872645"/>
              <a:gd name="csY6" fmla="*/ 1849672 h 3720055"/>
              <a:gd name="csX7" fmla="*/ 1872432 w 1872645"/>
              <a:gd name="csY7" fmla="*/ 2799286 h 3720055"/>
              <a:gd name="csX8" fmla="*/ 1542231 w 1872645"/>
              <a:gd name="csY8" fmla="*/ 3307285 h 3720055"/>
              <a:gd name="csX9" fmla="*/ 939381 w 1872645"/>
              <a:gd name="csY9" fmla="*/ 3705603 h 3720055"/>
              <a:gd name="csX10" fmla="*/ 11883 w 1872645"/>
              <a:gd name="csY10" fmla="*/ 2780237 h 3720055"/>
              <a:gd name="csX11" fmla="*/ 452159 w 1872645"/>
              <a:gd name="csY11" fmla="*/ 1836972 h 3720055"/>
              <a:gd name="csX0" fmla="*/ 452159 w 1872645"/>
              <a:gd name="csY0" fmla="*/ 1836972 h 3720055"/>
              <a:gd name="csX1" fmla="*/ 30934 w 1872645"/>
              <a:gd name="csY1" fmla="*/ 938737 h 3720055"/>
              <a:gd name="csX2" fmla="*/ 265882 w 1872645"/>
              <a:gd name="csY2" fmla="*/ 322785 h 3720055"/>
              <a:gd name="csX3" fmla="*/ 888581 w 1872645"/>
              <a:gd name="csY3" fmla="*/ 91 h 3720055"/>
              <a:gd name="csX4" fmla="*/ 1612081 w 1872645"/>
              <a:gd name="csY4" fmla="*/ 297385 h 3720055"/>
              <a:gd name="csX5" fmla="*/ 1872432 w 1872645"/>
              <a:gd name="csY5" fmla="*/ 938736 h 3720055"/>
              <a:gd name="csX6" fmla="*/ 1579003 w 1872645"/>
              <a:gd name="csY6" fmla="*/ 1849672 h 3720055"/>
              <a:gd name="csX7" fmla="*/ 1872432 w 1872645"/>
              <a:gd name="csY7" fmla="*/ 2799286 h 3720055"/>
              <a:gd name="csX8" fmla="*/ 1542231 w 1872645"/>
              <a:gd name="csY8" fmla="*/ 3307285 h 3720055"/>
              <a:gd name="csX9" fmla="*/ 939381 w 1872645"/>
              <a:gd name="csY9" fmla="*/ 3705603 h 3720055"/>
              <a:gd name="csX10" fmla="*/ 11883 w 1872645"/>
              <a:gd name="csY10" fmla="*/ 2780237 h 3720055"/>
              <a:gd name="csX11" fmla="*/ 452159 w 1872645"/>
              <a:gd name="csY11" fmla="*/ 1836972 h 3720055"/>
              <a:gd name="csX0" fmla="*/ 452328 w 1872892"/>
              <a:gd name="csY0" fmla="*/ 1836972 h 3730496"/>
              <a:gd name="csX1" fmla="*/ 31103 w 1872892"/>
              <a:gd name="csY1" fmla="*/ 938737 h 3730496"/>
              <a:gd name="csX2" fmla="*/ 266051 w 1872892"/>
              <a:gd name="csY2" fmla="*/ 322785 h 3730496"/>
              <a:gd name="csX3" fmla="*/ 888750 w 1872892"/>
              <a:gd name="csY3" fmla="*/ 91 h 3730496"/>
              <a:gd name="csX4" fmla="*/ 1612250 w 1872892"/>
              <a:gd name="csY4" fmla="*/ 297385 h 3730496"/>
              <a:gd name="csX5" fmla="*/ 1872601 w 1872892"/>
              <a:gd name="csY5" fmla="*/ 938736 h 3730496"/>
              <a:gd name="csX6" fmla="*/ 1579172 w 1872892"/>
              <a:gd name="csY6" fmla="*/ 1849672 h 3730496"/>
              <a:gd name="csX7" fmla="*/ 1872601 w 1872892"/>
              <a:gd name="csY7" fmla="*/ 2799286 h 3730496"/>
              <a:gd name="csX8" fmla="*/ 1618600 w 1872892"/>
              <a:gd name="csY8" fmla="*/ 3408885 h 3730496"/>
              <a:gd name="csX9" fmla="*/ 939550 w 1872892"/>
              <a:gd name="csY9" fmla="*/ 3705603 h 3730496"/>
              <a:gd name="csX10" fmla="*/ 12052 w 1872892"/>
              <a:gd name="csY10" fmla="*/ 2780237 h 3730496"/>
              <a:gd name="csX11" fmla="*/ 452328 w 1872892"/>
              <a:gd name="csY11" fmla="*/ 1836972 h 3730496"/>
              <a:gd name="csX0" fmla="*/ 440336 w 1860900"/>
              <a:gd name="csY0" fmla="*/ 1836972 h 3705628"/>
              <a:gd name="csX1" fmla="*/ 19111 w 1860900"/>
              <a:gd name="csY1" fmla="*/ 938737 h 3705628"/>
              <a:gd name="csX2" fmla="*/ 254059 w 1860900"/>
              <a:gd name="csY2" fmla="*/ 322785 h 3705628"/>
              <a:gd name="csX3" fmla="*/ 876758 w 1860900"/>
              <a:gd name="csY3" fmla="*/ 91 h 3705628"/>
              <a:gd name="csX4" fmla="*/ 1600258 w 1860900"/>
              <a:gd name="csY4" fmla="*/ 297385 h 3705628"/>
              <a:gd name="csX5" fmla="*/ 1860609 w 1860900"/>
              <a:gd name="csY5" fmla="*/ 938736 h 3705628"/>
              <a:gd name="csX6" fmla="*/ 1567180 w 1860900"/>
              <a:gd name="csY6" fmla="*/ 1849672 h 3705628"/>
              <a:gd name="csX7" fmla="*/ 1860609 w 1860900"/>
              <a:gd name="csY7" fmla="*/ 2799286 h 3705628"/>
              <a:gd name="csX8" fmla="*/ 1606608 w 1860900"/>
              <a:gd name="csY8" fmla="*/ 3408885 h 3705628"/>
              <a:gd name="csX9" fmla="*/ 927558 w 1860900"/>
              <a:gd name="csY9" fmla="*/ 3705603 h 3705628"/>
              <a:gd name="csX10" fmla="*/ 412809 w 1860900"/>
              <a:gd name="csY10" fmla="*/ 3421584 h 3705628"/>
              <a:gd name="csX11" fmla="*/ 60 w 1860900"/>
              <a:gd name="csY11" fmla="*/ 2780237 h 3705628"/>
              <a:gd name="csX12" fmla="*/ 440336 w 1860900"/>
              <a:gd name="csY12" fmla="*/ 1836972 h 3705628"/>
              <a:gd name="csX0" fmla="*/ 440336 w 1860900"/>
              <a:gd name="csY0" fmla="*/ 1836972 h 3705628"/>
              <a:gd name="csX1" fmla="*/ 19111 w 1860900"/>
              <a:gd name="csY1" fmla="*/ 938737 h 3705628"/>
              <a:gd name="csX2" fmla="*/ 254059 w 1860900"/>
              <a:gd name="csY2" fmla="*/ 322785 h 3705628"/>
              <a:gd name="csX3" fmla="*/ 876758 w 1860900"/>
              <a:gd name="csY3" fmla="*/ 91 h 3705628"/>
              <a:gd name="csX4" fmla="*/ 1600258 w 1860900"/>
              <a:gd name="csY4" fmla="*/ 297385 h 3705628"/>
              <a:gd name="csX5" fmla="*/ 1860609 w 1860900"/>
              <a:gd name="csY5" fmla="*/ 938736 h 3705628"/>
              <a:gd name="csX6" fmla="*/ 1567180 w 1860900"/>
              <a:gd name="csY6" fmla="*/ 1849672 h 3705628"/>
              <a:gd name="csX7" fmla="*/ 1860609 w 1860900"/>
              <a:gd name="csY7" fmla="*/ 2799286 h 3705628"/>
              <a:gd name="csX8" fmla="*/ 1606608 w 1860900"/>
              <a:gd name="csY8" fmla="*/ 3408885 h 3705628"/>
              <a:gd name="csX9" fmla="*/ 927558 w 1860900"/>
              <a:gd name="csY9" fmla="*/ 3705603 h 3705628"/>
              <a:gd name="csX10" fmla="*/ 412809 w 1860900"/>
              <a:gd name="csY10" fmla="*/ 3421584 h 3705628"/>
              <a:gd name="csX11" fmla="*/ 60 w 1860900"/>
              <a:gd name="csY11" fmla="*/ 2780237 h 3705628"/>
              <a:gd name="csX12" fmla="*/ 440336 w 1860900"/>
              <a:gd name="csY12" fmla="*/ 1836972 h 3705628"/>
              <a:gd name="csX0" fmla="*/ 440735 w 1861299"/>
              <a:gd name="csY0" fmla="*/ 1836972 h 3708983"/>
              <a:gd name="csX1" fmla="*/ 19510 w 1861299"/>
              <a:gd name="csY1" fmla="*/ 938737 h 3708983"/>
              <a:gd name="csX2" fmla="*/ 254458 w 1861299"/>
              <a:gd name="csY2" fmla="*/ 322785 h 3708983"/>
              <a:gd name="csX3" fmla="*/ 877157 w 1861299"/>
              <a:gd name="csY3" fmla="*/ 91 h 3708983"/>
              <a:gd name="csX4" fmla="*/ 1600657 w 1861299"/>
              <a:gd name="csY4" fmla="*/ 297385 h 3708983"/>
              <a:gd name="csX5" fmla="*/ 1861008 w 1861299"/>
              <a:gd name="csY5" fmla="*/ 938736 h 3708983"/>
              <a:gd name="csX6" fmla="*/ 1567579 w 1861299"/>
              <a:gd name="csY6" fmla="*/ 1849672 h 3708983"/>
              <a:gd name="csX7" fmla="*/ 1861008 w 1861299"/>
              <a:gd name="csY7" fmla="*/ 2799286 h 3708983"/>
              <a:gd name="csX8" fmla="*/ 1607007 w 1861299"/>
              <a:gd name="csY8" fmla="*/ 3408885 h 3708983"/>
              <a:gd name="csX9" fmla="*/ 927957 w 1861299"/>
              <a:gd name="csY9" fmla="*/ 3705603 h 3708983"/>
              <a:gd name="csX10" fmla="*/ 368758 w 1861299"/>
              <a:gd name="csY10" fmla="*/ 3516834 h 3708983"/>
              <a:gd name="csX11" fmla="*/ 459 w 1861299"/>
              <a:gd name="csY11" fmla="*/ 2780237 h 3708983"/>
              <a:gd name="csX12" fmla="*/ 440735 w 1861299"/>
              <a:gd name="csY12" fmla="*/ 1836972 h 3708983"/>
              <a:gd name="csX0" fmla="*/ 440774 w 1861338"/>
              <a:gd name="csY0" fmla="*/ 1836972 h 3708340"/>
              <a:gd name="csX1" fmla="*/ 19549 w 1861338"/>
              <a:gd name="csY1" fmla="*/ 938737 h 3708340"/>
              <a:gd name="csX2" fmla="*/ 254497 w 1861338"/>
              <a:gd name="csY2" fmla="*/ 322785 h 3708340"/>
              <a:gd name="csX3" fmla="*/ 877196 w 1861338"/>
              <a:gd name="csY3" fmla="*/ 91 h 3708340"/>
              <a:gd name="csX4" fmla="*/ 1600696 w 1861338"/>
              <a:gd name="csY4" fmla="*/ 297385 h 3708340"/>
              <a:gd name="csX5" fmla="*/ 1861047 w 1861338"/>
              <a:gd name="csY5" fmla="*/ 938736 h 3708340"/>
              <a:gd name="csX6" fmla="*/ 1567618 w 1861338"/>
              <a:gd name="csY6" fmla="*/ 1849672 h 3708340"/>
              <a:gd name="csX7" fmla="*/ 1861047 w 1861338"/>
              <a:gd name="csY7" fmla="*/ 2799286 h 3708340"/>
              <a:gd name="csX8" fmla="*/ 1607046 w 1861338"/>
              <a:gd name="csY8" fmla="*/ 3408885 h 3708340"/>
              <a:gd name="csX9" fmla="*/ 927996 w 1861338"/>
              <a:gd name="csY9" fmla="*/ 3705603 h 3708340"/>
              <a:gd name="csX10" fmla="*/ 368797 w 1861338"/>
              <a:gd name="csY10" fmla="*/ 3516834 h 3708340"/>
              <a:gd name="csX11" fmla="*/ 498 w 1861338"/>
              <a:gd name="csY11" fmla="*/ 2780237 h 3708340"/>
              <a:gd name="csX12" fmla="*/ 440774 w 1861338"/>
              <a:gd name="csY12" fmla="*/ 1836972 h 3708340"/>
              <a:gd name="csX0" fmla="*/ 440774 w 1861338"/>
              <a:gd name="csY0" fmla="*/ 1836972 h 3706434"/>
              <a:gd name="csX1" fmla="*/ 19549 w 1861338"/>
              <a:gd name="csY1" fmla="*/ 938737 h 3706434"/>
              <a:gd name="csX2" fmla="*/ 254497 w 1861338"/>
              <a:gd name="csY2" fmla="*/ 322785 h 3706434"/>
              <a:gd name="csX3" fmla="*/ 877196 w 1861338"/>
              <a:gd name="csY3" fmla="*/ 91 h 3706434"/>
              <a:gd name="csX4" fmla="*/ 1600696 w 1861338"/>
              <a:gd name="csY4" fmla="*/ 297385 h 3706434"/>
              <a:gd name="csX5" fmla="*/ 1861047 w 1861338"/>
              <a:gd name="csY5" fmla="*/ 938736 h 3706434"/>
              <a:gd name="csX6" fmla="*/ 1567618 w 1861338"/>
              <a:gd name="csY6" fmla="*/ 1849672 h 3706434"/>
              <a:gd name="csX7" fmla="*/ 1861047 w 1861338"/>
              <a:gd name="csY7" fmla="*/ 2799286 h 3706434"/>
              <a:gd name="csX8" fmla="*/ 1607046 w 1861338"/>
              <a:gd name="csY8" fmla="*/ 3408885 h 3706434"/>
              <a:gd name="csX9" fmla="*/ 927996 w 1861338"/>
              <a:gd name="csY9" fmla="*/ 3705603 h 3706434"/>
              <a:gd name="csX10" fmla="*/ 368797 w 1861338"/>
              <a:gd name="csY10" fmla="*/ 3516834 h 3706434"/>
              <a:gd name="csX11" fmla="*/ 498 w 1861338"/>
              <a:gd name="csY11" fmla="*/ 2780237 h 3706434"/>
              <a:gd name="csX12" fmla="*/ 440774 w 1861338"/>
              <a:gd name="csY12" fmla="*/ 1836972 h 3706434"/>
              <a:gd name="csX0" fmla="*/ 440744 w 1861298"/>
              <a:gd name="csY0" fmla="*/ 1836972 h 3706434"/>
              <a:gd name="csX1" fmla="*/ 19519 w 1861298"/>
              <a:gd name="csY1" fmla="*/ 938737 h 3706434"/>
              <a:gd name="csX2" fmla="*/ 254467 w 1861298"/>
              <a:gd name="csY2" fmla="*/ 322785 h 3706434"/>
              <a:gd name="csX3" fmla="*/ 877166 w 1861298"/>
              <a:gd name="csY3" fmla="*/ 91 h 3706434"/>
              <a:gd name="csX4" fmla="*/ 1600666 w 1861298"/>
              <a:gd name="csY4" fmla="*/ 297385 h 3706434"/>
              <a:gd name="csX5" fmla="*/ 1861017 w 1861298"/>
              <a:gd name="csY5" fmla="*/ 938736 h 3706434"/>
              <a:gd name="csX6" fmla="*/ 1567588 w 1861298"/>
              <a:gd name="csY6" fmla="*/ 1849672 h 3706434"/>
              <a:gd name="csX7" fmla="*/ 1861017 w 1861298"/>
              <a:gd name="csY7" fmla="*/ 2799286 h 3706434"/>
              <a:gd name="csX8" fmla="*/ 1607016 w 1861298"/>
              <a:gd name="csY8" fmla="*/ 3408885 h 3706434"/>
              <a:gd name="csX9" fmla="*/ 953366 w 1861298"/>
              <a:gd name="csY9" fmla="*/ 3705603 h 3706434"/>
              <a:gd name="csX10" fmla="*/ 368767 w 1861298"/>
              <a:gd name="csY10" fmla="*/ 3516834 h 3706434"/>
              <a:gd name="csX11" fmla="*/ 468 w 1861298"/>
              <a:gd name="csY11" fmla="*/ 2780237 h 3706434"/>
              <a:gd name="csX12" fmla="*/ 440744 w 1861298"/>
              <a:gd name="csY12" fmla="*/ 1836972 h 3706434"/>
              <a:gd name="csX0" fmla="*/ 440744 w 1861298"/>
              <a:gd name="csY0" fmla="*/ 1836972 h 3706055"/>
              <a:gd name="csX1" fmla="*/ 19519 w 1861298"/>
              <a:gd name="csY1" fmla="*/ 938737 h 3706055"/>
              <a:gd name="csX2" fmla="*/ 254467 w 1861298"/>
              <a:gd name="csY2" fmla="*/ 322785 h 3706055"/>
              <a:gd name="csX3" fmla="*/ 877166 w 1861298"/>
              <a:gd name="csY3" fmla="*/ 91 h 3706055"/>
              <a:gd name="csX4" fmla="*/ 1600666 w 1861298"/>
              <a:gd name="csY4" fmla="*/ 297385 h 3706055"/>
              <a:gd name="csX5" fmla="*/ 1861017 w 1861298"/>
              <a:gd name="csY5" fmla="*/ 938736 h 3706055"/>
              <a:gd name="csX6" fmla="*/ 1567588 w 1861298"/>
              <a:gd name="csY6" fmla="*/ 1849672 h 3706055"/>
              <a:gd name="csX7" fmla="*/ 1861017 w 1861298"/>
              <a:gd name="csY7" fmla="*/ 2799286 h 3706055"/>
              <a:gd name="csX8" fmla="*/ 1607016 w 1861298"/>
              <a:gd name="csY8" fmla="*/ 3408885 h 3706055"/>
              <a:gd name="csX9" fmla="*/ 953366 w 1861298"/>
              <a:gd name="csY9" fmla="*/ 3705603 h 3706055"/>
              <a:gd name="csX10" fmla="*/ 368767 w 1861298"/>
              <a:gd name="csY10" fmla="*/ 3516834 h 3706055"/>
              <a:gd name="csX11" fmla="*/ 468 w 1861298"/>
              <a:gd name="csY11" fmla="*/ 2780237 h 3706055"/>
              <a:gd name="csX12" fmla="*/ 440744 w 1861298"/>
              <a:gd name="csY12" fmla="*/ 1836972 h 3706055"/>
              <a:gd name="csX0" fmla="*/ 440744 w 1864294"/>
              <a:gd name="csY0" fmla="*/ 1836972 h 3706055"/>
              <a:gd name="csX1" fmla="*/ 19519 w 1864294"/>
              <a:gd name="csY1" fmla="*/ 938737 h 3706055"/>
              <a:gd name="csX2" fmla="*/ 254467 w 1864294"/>
              <a:gd name="csY2" fmla="*/ 322785 h 3706055"/>
              <a:gd name="csX3" fmla="*/ 877166 w 1864294"/>
              <a:gd name="csY3" fmla="*/ 91 h 3706055"/>
              <a:gd name="csX4" fmla="*/ 1600666 w 1864294"/>
              <a:gd name="csY4" fmla="*/ 297385 h 3706055"/>
              <a:gd name="csX5" fmla="*/ 1861017 w 1864294"/>
              <a:gd name="csY5" fmla="*/ 938736 h 3706055"/>
              <a:gd name="csX6" fmla="*/ 1453288 w 1864294"/>
              <a:gd name="csY6" fmla="*/ 1862372 h 3706055"/>
              <a:gd name="csX7" fmla="*/ 1861017 w 1864294"/>
              <a:gd name="csY7" fmla="*/ 2799286 h 3706055"/>
              <a:gd name="csX8" fmla="*/ 1607016 w 1864294"/>
              <a:gd name="csY8" fmla="*/ 3408885 h 3706055"/>
              <a:gd name="csX9" fmla="*/ 953366 w 1864294"/>
              <a:gd name="csY9" fmla="*/ 3705603 h 3706055"/>
              <a:gd name="csX10" fmla="*/ 368767 w 1864294"/>
              <a:gd name="csY10" fmla="*/ 3516834 h 3706055"/>
              <a:gd name="csX11" fmla="*/ 468 w 1864294"/>
              <a:gd name="csY11" fmla="*/ 2780237 h 3706055"/>
              <a:gd name="csX12" fmla="*/ 440744 w 1864294"/>
              <a:gd name="csY12" fmla="*/ 1836972 h 3706055"/>
              <a:gd name="csX0" fmla="*/ 442354 w 1865904"/>
              <a:gd name="csY0" fmla="*/ 1836972 h 3706055"/>
              <a:gd name="csX1" fmla="*/ 21129 w 1865904"/>
              <a:gd name="csY1" fmla="*/ 938737 h 3706055"/>
              <a:gd name="csX2" fmla="*/ 256077 w 1865904"/>
              <a:gd name="csY2" fmla="*/ 322785 h 3706055"/>
              <a:gd name="csX3" fmla="*/ 878776 w 1865904"/>
              <a:gd name="csY3" fmla="*/ 91 h 3706055"/>
              <a:gd name="csX4" fmla="*/ 1602276 w 1865904"/>
              <a:gd name="csY4" fmla="*/ 297385 h 3706055"/>
              <a:gd name="csX5" fmla="*/ 1862627 w 1865904"/>
              <a:gd name="csY5" fmla="*/ 938736 h 3706055"/>
              <a:gd name="csX6" fmla="*/ 1454898 w 1865904"/>
              <a:gd name="csY6" fmla="*/ 1862372 h 3706055"/>
              <a:gd name="csX7" fmla="*/ 1862627 w 1865904"/>
              <a:gd name="csY7" fmla="*/ 2799286 h 3706055"/>
              <a:gd name="csX8" fmla="*/ 1608626 w 1865904"/>
              <a:gd name="csY8" fmla="*/ 3408885 h 3706055"/>
              <a:gd name="csX9" fmla="*/ 954976 w 1865904"/>
              <a:gd name="csY9" fmla="*/ 3705603 h 3706055"/>
              <a:gd name="csX10" fmla="*/ 370377 w 1865904"/>
              <a:gd name="csY10" fmla="*/ 3516834 h 3706055"/>
              <a:gd name="csX11" fmla="*/ 2078 w 1865904"/>
              <a:gd name="csY11" fmla="*/ 2780237 h 3706055"/>
              <a:gd name="csX12" fmla="*/ 230678 w 1865904"/>
              <a:gd name="csY12" fmla="*/ 2291285 h 3706055"/>
              <a:gd name="csX13" fmla="*/ 442354 w 1865904"/>
              <a:gd name="csY13" fmla="*/ 1836972 h 3706055"/>
              <a:gd name="csX0" fmla="*/ 444995 w 1868545"/>
              <a:gd name="csY0" fmla="*/ 1836972 h 3706055"/>
              <a:gd name="csX1" fmla="*/ 23770 w 1868545"/>
              <a:gd name="csY1" fmla="*/ 938737 h 3706055"/>
              <a:gd name="csX2" fmla="*/ 258718 w 1868545"/>
              <a:gd name="csY2" fmla="*/ 322785 h 3706055"/>
              <a:gd name="csX3" fmla="*/ 881417 w 1868545"/>
              <a:gd name="csY3" fmla="*/ 91 h 3706055"/>
              <a:gd name="csX4" fmla="*/ 1604917 w 1868545"/>
              <a:gd name="csY4" fmla="*/ 297385 h 3706055"/>
              <a:gd name="csX5" fmla="*/ 1865268 w 1868545"/>
              <a:gd name="csY5" fmla="*/ 938736 h 3706055"/>
              <a:gd name="csX6" fmla="*/ 1457539 w 1868545"/>
              <a:gd name="csY6" fmla="*/ 1862372 h 3706055"/>
              <a:gd name="csX7" fmla="*/ 1865268 w 1868545"/>
              <a:gd name="csY7" fmla="*/ 2799286 h 3706055"/>
              <a:gd name="csX8" fmla="*/ 1611267 w 1868545"/>
              <a:gd name="csY8" fmla="*/ 3408885 h 3706055"/>
              <a:gd name="csX9" fmla="*/ 957617 w 1868545"/>
              <a:gd name="csY9" fmla="*/ 3705603 h 3706055"/>
              <a:gd name="csX10" fmla="*/ 373018 w 1868545"/>
              <a:gd name="csY10" fmla="*/ 3516834 h 3706055"/>
              <a:gd name="csX11" fmla="*/ 4719 w 1868545"/>
              <a:gd name="csY11" fmla="*/ 2780237 h 3706055"/>
              <a:gd name="csX12" fmla="*/ 182519 w 1868545"/>
              <a:gd name="csY12" fmla="*/ 2265885 h 3706055"/>
              <a:gd name="csX13" fmla="*/ 444995 w 1868545"/>
              <a:gd name="csY13" fmla="*/ 1836972 h 3706055"/>
              <a:gd name="csX0" fmla="*/ 444995 w 1868545"/>
              <a:gd name="csY0" fmla="*/ 1836972 h 3706055"/>
              <a:gd name="csX1" fmla="*/ 23770 w 1868545"/>
              <a:gd name="csY1" fmla="*/ 938737 h 3706055"/>
              <a:gd name="csX2" fmla="*/ 258718 w 1868545"/>
              <a:gd name="csY2" fmla="*/ 322785 h 3706055"/>
              <a:gd name="csX3" fmla="*/ 881417 w 1868545"/>
              <a:gd name="csY3" fmla="*/ 91 h 3706055"/>
              <a:gd name="csX4" fmla="*/ 1604917 w 1868545"/>
              <a:gd name="csY4" fmla="*/ 297385 h 3706055"/>
              <a:gd name="csX5" fmla="*/ 1865268 w 1868545"/>
              <a:gd name="csY5" fmla="*/ 938736 h 3706055"/>
              <a:gd name="csX6" fmla="*/ 1457539 w 1868545"/>
              <a:gd name="csY6" fmla="*/ 1862372 h 3706055"/>
              <a:gd name="csX7" fmla="*/ 1865268 w 1868545"/>
              <a:gd name="csY7" fmla="*/ 2799286 h 3706055"/>
              <a:gd name="csX8" fmla="*/ 1611267 w 1868545"/>
              <a:gd name="csY8" fmla="*/ 3408885 h 3706055"/>
              <a:gd name="csX9" fmla="*/ 957617 w 1868545"/>
              <a:gd name="csY9" fmla="*/ 3705603 h 3706055"/>
              <a:gd name="csX10" fmla="*/ 373018 w 1868545"/>
              <a:gd name="csY10" fmla="*/ 3516834 h 3706055"/>
              <a:gd name="csX11" fmla="*/ 4719 w 1868545"/>
              <a:gd name="csY11" fmla="*/ 2780237 h 3706055"/>
              <a:gd name="csX12" fmla="*/ 182519 w 1868545"/>
              <a:gd name="csY12" fmla="*/ 2265885 h 3706055"/>
              <a:gd name="csX13" fmla="*/ 444995 w 1868545"/>
              <a:gd name="csY13" fmla="*/ 1836972 h 3706055"/>
              <a:gd name="csX0" fmla="*/ 445375 w 1868925"/>
              <a:gd name="csY0" fmla="*/ 1836972 h 3706055"/>
              <a:gd name="csX1" fmla="*/ 24150 w 1868925"/>
              <a:gd name="csY1" fmla="*/ 938737 h 3706055"/>
              <a:gd name="csX2" fmla="*/ 259098 w 1868925"/>
              <a:gd name="csY2" fmla="*/ 322785 h 3706055"/>
              <a:gd name="csX3" fmla="*/ 881797 w 1868925"/>
              <a:gd name="csY3" fmla="*/ 91 h 3706055"/>
              <a:gd name="csX4" fmla="*/ 1605297 w 1868925"/>
              <a:gd name="csY4" fmla="*/ 297385 h 3706055"/>
              <a:gd name="csX5" fmla="*/ 1865648 w 1868925"/>
              <a:gd name="csY5" fmla="*/ 938736 h 3706055"/>
              <a:gd name="csX6" fmla="*/ 1457919 w 1868925"/>
              <a:gd name="csY6" fmla="*/ 1862372 h 3706055"/>
              <a:gd name="csX7" fmla="*/ 1865648 w 1868925"/>
              <a:gd name="csY7" fmla="*/ 2799286 h 3706055"/>
              <a:gd name="csX8" fmla="*/ 1611647 w 1868925"/>
              <a:gd name="csY8" fmla="*/ 3408885 h 3706055"/>
              <a:gd name="csX9" fmla="*/ 957997 w 1868925"/>
              <a:gd name="csY9" fmla="*/ 3705603 h 3706055"/>
              <a:gd name="csX10" fmla="*/ 373398 w 1868925"/>
              <a:gd name="csY10" fmla="*/ 3516834 h 3706055"/>
              <a:gd name="csX11" fmla="*/ 5099 w 1868925"/>
              <a:gd name="csY11" fmla="*/ 2780237 h 3706055"/>
              <a:gd name="csX12" fmla="*/ 182899 w 1868925"/>
              <a:gd name="csY12" fmla="*/ 2265885 h 3706055"/>
              <a:gd name="csX13" fmla="*/ 445375 w 1868925"/>
              <a:gd name="csY13" fmla="*/ 1836972 h 3706055"/>
              <a:gd name="csX0" fmla="*/ 440276 w 1863826"/>
              <a:gd name="csY0" fmla="*/ 1836972 h 3706055"/>
              <a:gd name="csX1" fmla="*/ 19051 w 1863826"/>
              <a:gd name="csY1" fmla="*/ 938737 h 3706055"/>
              <a:gd name="csX2" fmla="*/ 253999 w 1863826"/>
              <a:gd name="csY2" fmla="*/ 322785 h 3706055"/>
              <a:gd name="csX3" fmla="*/ 876698 w 1863826"/>
              <a:gd name="csY3" fmla="*/ 91 h 3706055"/>
              <a:gd name="csX4" fmla="*/ 1600198 w 1863826"/>
              <a:gd name="csY4" fmla="*/ 297385 h 3706055"/>
              <a:gd name="csX5" fmla="*/ 1860549 w 1863826"/>
              <a:gd name="csY5" fmla="*/ 938736 h 3706055"/>
              <a:gd name="csX6" fmla="*/ 1452820 w 1863826"/>
              <a:gd name="csY6" fmla="*/ 1862372 h 3706055"/>
              <a:gd name="csX7" fmla="*/ 1860549 w 1863826"/>
              <a:gd name="csY7" fmla="*/ 2799286 h 3706055"/>
              <a:gd name="csX8" fmla="*/ 1606548 w 1863826"/>
              <a:gd name="csY8" fmla="*/ 3408885 h 3706055"/>
              <a:gd name="csX9" fmla="*/ 952898 w 1863826"/>
              <a:gd name="csY9" fmla="*/ 3705603 h 3706055"/>
              <a:gd name="csX10" fmla="*/ 368299 w 1863826"/>
              <a:gd name="csY10" fmla="*/ 3516834 h 3706055"/>
              <a:gd name="csX11" fmla="*/ 0 w 1863826"/>
              <a:gd name="csY11" fmla="*/ 2780237 h 3706055"/>
              <a:gd name="csX12" fmla="*/ 177800 w 1863826"/>
              <a:gd name="csY12" fmla="*/ 2265885 h 3706055"/>
              <a:gd name="csX13" fmla="*/ 440276 w 1863826"/>
              <a:gd name="csY13" fmla="*/ 1836972 h 3706055"/>
              <a:gd name="csX0" fmla="*/ 440276 w 1863723"/>
              <a:gd name="csY0" fmla="*/ 1836972 h 3706055"/>
              <a:gd name="csX1" fmla="*/ 19051 w 1863723"/>
              <a:gd name="csY1" fmla="*/ 938737 h 3706055"/>
              <a:gd name="csX2" fmla="*/ 253999 w 1863723"/>
              <a:gd name="csY2" fmla="*/ 322785 h 3706055"/>
              <a:gd name="csX3" fmla="*/ 876698 w 1863723"/>
              <a:gd name="csY3" fmla="*/ 91 h 3706055"/>
              <a:gd name="csX4" fmla="*/ 1600198 w 1863723"/>
              <a:gd name="csY4" fmla="*/ 297385 h 3706055"/>
              <a:gd name="csX5" fmla="*/ 1860549 w 1863723"/>
              <a:gd name="csY5" fmla="*/ 938736 h 3706055"/>
              <a:gd name="csX6" fmla="*/ 1452820 w 1863723"/>
              <a:gd name="csY6" fmla="*/ 1862372 h 3706055"/>
              <a:gd name="csX7" fmla="*/ 1638300 w 1863723"/>
              <a:gd name="csY7" fmla="*/ 2361135 h 3706055"/>
              <a:gd name="csX8" fmla="*/ 1860549 w 1863723"/>
              <a:gd name="csY8" fmla="*/ 2799286 h 3706055"/>
              <a:gd name="csX9" fmla="*/ 1606548 w 1863723"/>
              <a:gd name="csY9" fmla="*/ 3408885 h 3706055"/>
              <a:gd name="csX10" fmla="*/ 952898 w 1863723"/>
              <a:gd name="csY10" fmla="*/ 3705603 h 3706055"/>
              <a:gd name="csX11" fmla="*/ 368299 w 1863723"/>
              <a:gd name="csY11" fmla="*/ 3516834 h 3706055"/>
              <a:gd name="csX12" fmla="*/ 0 w 1863723"/>
              <a:gd name="csY12" fmla="*/ 2780237 h 3706055"/>
              <a:gd name="csX13" fmla="*/ 177800 w 1863723"/>
              <a:gd name="csY13" fmla="*/ 2265885 h 3706055"/>
              <a:gd name="csX14" fmla="*/ 440276 w 1863723"/>
              <a:gd name="csY14" fmla="*/ 1836972 h 3706055"/>
              <a:gd name="csX0" fmla="*/ 440276 w 1863723"/>
              <a:gd name="csY0" fmla="*/ 1836972 h 3706055"/>
              <a:gd name="csX1" fmla="*/ 19051 w 1863723"/>
              <a:gd name="csY1" fmla="*/ 938737 h 3706055"/>
              <a:gd name="csX2" fmla="*/ 253999 w 1863723"/>
              <a:gd name="csY2" fmla="*/ 322785 h 3706055"/>
              <a:gd name="csX3" fmla="*/ 876698 w 1863723"/>
              <a:gd name="csY3" fmla="*/ 91 h 3706055"/>
              <a:gd name="csX4" fmla="*/ 1600198 w 1863723"/>
              <a:gd name="csY4" fmla="*/ 297385 h 3706055"/>
              <a:gd name="csX5" fmla="*/ 1860549 w 1863723"/>
              <a:gd name="csY5" fmla="*/ 938736 h 3706055"/>
              <a:gd name="csX6" fmla="*/ 1452820 w 1863723"/>
              <a:gd name="csY6" fmla="*/ 1862372 h 3706055"/>
              <a:gd name="csX7" fmla="*/ 1638300 w 1863723"/>
              <a:gd name="csY7" fmla="*/ 2361135 h 3706055"/>
              <a:gd name="csX8" fmla="*/ 1860549 w 1863723"/>
              <a:gd name="csY8" fmla="*/ 2799286 h 3706055"/>
              <a:gd name="csX9" fmla="*/ 1606548 w 1863723"/>
              <a:gd name="csY9" fmla="*/ 3408885 h 3706055"/>
              <a:gd name="csX10" fmla="*/ 952898 w 1863723"/>
              <a:gd name="csY10" fmla="*/ 3705603 h 3706055"/>
              <a:gd name="csX11" fmla="*/ 368299 w 1863723"/>
              <a:gd name="csY11" fmla="*/ 3516834 h 3706055"/>
              <a:gd name="csX12" fmla="*/ 0 w 1863723"/>
              <a:gd name="csY12" fmla="*/ 2780237 h 3706055"/>
              <a:gd name="csX13" fmla="*/ 177800 w 1863723"/>
              <a:gd name="csY13" fmla="*/ 2265885 h 3706055"/>
              <a:gd name="csX14" fmla="*/ 440276 w 1863723"/>
              <a:gd name="csY14" fmla="*/ 1836972 h 3706055"/>
              <a:gd name="csX0" fmla="*/ 440276 w 1863723"/>
              <a:gd name="csY0" fmla="*/ 1836972 h 3706055"/>
              <a:gd name="csX1" fmla="*/ 19051 w 1863723"/>
              <a:gd name="csY1" fmla="*/ 938737 h 3706055"/>
              <a:gd name="csX2" fmla="*/ 253999 w 1863723"/>
              <a:gd name="csY2" fmla="*/ 322785 h 3706055"/>
              <a:gd name="csX3" fmla="*/ 876698 w 1863723"/>
              <a:gd name="csY3" fmla="*/ 91 h 3706055"/>
              <a:gd name="csX4" fmla="*/ 1600198 w 1863723"/>
              <a:gd name="csY4" fmla="*/ 297385 h 3706055"/>
              <a:gd name="csX5" fmla="*/ 1860549 w 1863723"/>
              <a:gd name="csY5" fmla="*/ 938736 h 3706055"/>
              <a:gd name="csX6" fmla="*/ 1452820 w 1863723"/>
              <a:gd name="csY6" fmla="*/ 1862372 h 3706055"/>
              <a:gd name="csX7" fmla="*/ 1727200 w 1863723"/>
              <a:gd name="csY7" fmla="*/ 2342085 h 3706055"/>
              <a:gd name="csX8" fmla="*/ 1860549 w 1863723"/>
              <a:gd name="csY8" fmla="*/ 2799286 h 3706055"/>
              <a:gd name="csX9" fmla="*/ 1606548 w 1863723"/>
              <a:gd name="csY9" fmla="*/ 3408885 h 3706055"/>
              <a:gd name="csX10" fmla="*/ 952898 w 1863723"/>
              <a:gd name="csY10" fmla="*/ 3705603 h 3706055"/>
              <a:gd name="csX11" fmla="*/ 368299 w 1863723"/>
              <a:gd name="csY11" fmla="*/ 3516834 h 3706055"/>
              <a:gd name="csX12" fmla="*/ 0 w 1863723"/>
              <a:gd name="csY12" fmla="*/ 2780237 h 3706055"/>
              <a:gd name="csX13" fmla="*/ 177800 w 1863723"/>
              <a:gd name="csY13" fmla="*/ 2265885 h 3706055"/>
              <a:gd name="csX14" fmla="*/ 440276 w 1863723"/>
              <a:gd name="csY14" fmla="*/ 1836972 h 3706055"/>
              <a:gd name="csX0" fmla="*/ 440276 w 1864163"/>
              <a:gd name="csY0" fmla="*/ 1836972 h 3706055"/>
              <a:gd name="csX1" fmla="*/ 19051 w 1864163"/>
              <a:gd name="csY1" fmla="*/ 938737 h 3706055"/>
              <a:gd name="csX2" fmla="*/ 253999 w 1864163"/>
              <a:gd name="csY2" fmla="*/ 322785 h 3706055"/>
              <a:gd name="csX3" fmla="*/ 876698 w 1864163"/>
              <a:gd name="csY3" fmla="*/ 91 h 3706055"/>
              <a:gd name="csX4" fmla="*/ 1600198 w 1864163"/>
              <a:gd name="csY4" fmla="*/ 297385 h 3706055"/>
              <a:gd name="csX5" fmla="*/ 1860549 w 1864163"/>
              <a:gd name="csY5" fmla="*/ 938736 h 3706055"/>
              <a:gd name="csX6" fmla="*/ 1452820 w 1864163"/>
              <a:gd name="csY6" fmla="*/ 1862372 h 3706055"/>
              <a:gd name="csX7" fmla="*/ 1727200 w 1864163"/>
              <a:gd name="csY7" fmla="*/ 2342085 h 3706055"/>
              <a:gd name="csX8" fmla="*/ 1860549 w 1864163"/>
              <a:gd name="csY8" fmla="*/ 2799286 h 3706055"/>
              <a:gd name="csX9" fmla="*/ 1606548 w 1864163"/>
              <a:gd name="csY9" fmla="*/ 3408885 h 3706055"/>
              <a:gd name="csX10" fmla="*/ 952898 w 1864163"/>
              <a:gd name="csY10" fmla="*/ 3705603 h 3706055"/>
              <a:gd name="csX11" fmla="*/ 368299 w 1864163"/>
              <a:gd name="csY11" fmla="*/ 3516834 h 3706055"/>
              <a:gd name="csX12" fmla="*/ 0 w 1864163"/>
              <a:gd name="csY12" fmla="*/ 2780237 h 3706055"/>
              <a:gd name="csX13" fmla="*/ 177800 w 1864163"/>
              <a:gd name="csY13" fmla="*/ 2265885 h 3706055"/>
              <a:gd name="csX14" fmla="*/ 440276 w 1864163"/>
              <a:gd name="csY14" fmla="*/ 1836972 h 3706055"/>
              <a:gd name="csX0" fmla="*/ 440276 w 1863723"/>
              <a:gd name="csY0" fmla="*/ 1836972 h 3706055"/>
              <a:gd name="csX1" fmla="*/ 19051 w 1863723"/>
              <a:gd name="csY1" fmla="*/ 938737 h 3706055"/>
              <a:gd name="csX2" fmla="*/ 253999 w 1863723"/>
              <a:gd name="csY2" fmla="*/ 322785 h 3706055"/>
              <a:gd name="csX3" fmla="*/ 876698 w 1863723"/>
              <a:gd name="csY3" fmla="*/ 91 h 3706055"/>
              <a:gd name="csX4" fmla="*/ 1600198 w 1863723"/>
              <a:gd name="csY4" fmla="*/ 297385 h 3706055"/>
              <a:gd name="csX5" fmla="*/ 1860549 w 1863723"/>
              <a:gd name="csY5" fmla="*/ 938736 h 3706055"/>
              <a:gd name="csX6" fmla="*/ 1452820 w 1863723"/>
              <a:gd name="csY6" fmla="*/ 1862372 h 3706055"/>
              <a:gd name="csX7" fmla="*/ 1727200 w 1863723"/>
              <a:gd name="csY7" fmla="*/ 2342085 h 3706055"/>
              <a:gd name="csX8" fmla="*/ 1860549 w 1863723"/>
              <a:gd name="csY8" fmla="*/ 2799286 h 3706055"/>
              <a:gd name="csX9" fmla="*/ 1606548 w 1863723"/>
              <a:gd name="csY9" fmla="*/ 3408885 h 3706055"/>
              <a:gd name="csX10" fmla="*/ 952898 w 1863723"/>
              <a:gd name="csY10" fmla="*/ 3705603 h 3706055"/>
              <a:gd name="csX11" fmla="*/ 368299 w 1863723"/>
              <a:gd name="csY11" fmla="*/ 3516834 h 3706055"/>
              <a:gd name="csX12" fmla="*/ 0 w 1863723"/>
              <a:gd name="csY12" fmla="*/ 2780237 h 3706055"/>
              <a:gd name="csX13" fmla="*/ 177800 w 1863723"/>
              <a:gd name="csY13" fmla="*/ 2265885 h 3706055"/>
              <a:gd name="csX14" fmla="*/ 440276 w 1863723"/>
              <a:gd name="csY14" fmla="*/ 1836972 h 3706055"/>
              <a:gd name="csX0" fmla="*/ 440276 w 1863723"/>
              <a:gd name="csY0" fmla="*/ 1836972 h 3705608"/>
              <a:gd name="csX1" fmla="*/ 19051 w 1863723"/>
              <a:gd name="csY1" fmla="*/ 938737 h 3705608"/>
              <a:gd name="csX2" fmla="*/ 253999 w 1863723"/>
              <a:gd name="csY2" fmla="*/ 322785 h 3705608"/>
              <a:gd name="csX3" fmla="*/ 876698 w 1863723"/>
              <a:gd name="csY3" fmla="*/ 91 h 3705608"/>
              <a:gd name="csX4" fmla="*/ 1600198 w 1863723"/>
              <a:gd name="csY4" fmla="*/ 297385 h 3705608"/>
              <a:gd name="csX5" fmla="*/ 1860549 w 1863723"/>
              <a:gd name="csY5" fmla="*/ 938736 h 3705608"/>
              <a:gd name="csX6" fmla="*/ 1452820 w 1863723"/>
              <a:gd name="csY6" fmla="*/ 1862372 h 3705608"/>
              <a:gd name="csX7" fmla="*/ 1727200 w 1863723"/>
              <a:gd name="csY7" fmla="*/ 2342085 h 3705608"/>
              <a:gd name="csX8" fmla="*/ 1860549 w 1863723"/>
              <a:gd name="csY8" fmla="*/ 2799286 h 3705608"/>
              <a:gd name="csX9" fmla="*/ 1606548 w 1863723"/>
              <a:gd name="csY9" fmla="*/ 3408885 h 3705608"/>
              <a:gd name="csX10" fmla="*/ 952898 w 1863723"/>
              <a:gd name="csY10" fmla="*/ 3705603 h 3705608"/>
              <a:gd name="csX11" fmla="*/ 368299 w 1863723"/>
              <a:gd name="csY11" fmla="*/ 3516834 h 3705608"/>
              <a:gd name="csX12" fmla="*/ 0 w 1863723"/>
              <a:gd name="csY12" fmla="*/ 2780237 h 3705608"/>
              <a:gd name="csX13" fmla="*/ 177800 w 1863723"/>
              <a:gd name="csY13" fmla="*/ 2265885 h 3705608"/>
              <a:gd name="csX14" fmla="*/ 440276 w 1863723"/>
              <a:gd name="csY14" fmla="*/ 1836972 h 3705608"/>
              <a:gd name="csX0" fmla="*/ 440276 w 1863723"/>
              <a:gd name="csY0" fmla="*/ 1836972 h 3705861"/>
              <a:gd name="csX1" fmla="*/ 19051 w 1863723"/>
              <a:gd name="csY1" fmla="*/ 938737 h 3705861"/>
              <a:gd name="csX2" fmla="*/ 253999 w 1863723"/>
              <a:gd name="csY2" fmla="*/ 322785 h 3705861"/>
              <a:gd name="csX3" fmla="*/ 876698 w 1863723"/>
              <a:gd name="csY3" fmla="*/ 91 h 3705861"/>
              <a:gd name="csX4" fmla="*/ 1600198 w 1863723"/>
              <a:gd name="csY4" fmla="*/ 297385 h 3705861"/>
              <a:gd name="csX5" fmla="*/ 1860549 w 1863723"/>
              <a:gd name="csY5" fmla="*/ 938736 h 3705861"/>
              <a:gd name="csX6" fmla="*/ 1452820 w 1863723"/>
              <a:gd name="csY6" fmla="*/ 1862372 h 3705861"/>
              <a:gd name="csX7" fmla="*/ 1727200 w 1863723"/>
              <a:gd name="csY7" fmla="*/ 2342085 h 3705861"/>
              <a:gd name="csX8" fmla="*/ 1860549 w 1863723"/>
              <a:gd name="csY8" fmla="*/ 2799286 h 3705861"/>
              <a:gd name="csX9" fmla="*/ 1606548 w 1863723"/>
              <a:gd name="csY9" fmla="*/ 3408885 h 3705861"/>
              <a:gd name="csX10" fmla="*/ 952898 w 1863723"/>
              <a:gd name="csY10" fmla="*/ 3705603 h 3705861"/>
              <a:gd name="csX11" fmla="*/ 368299 w 1863723"/>
              <a:gd name="csY11" fmla="*/ 3516834 h 3705861"/>
              <a:gd name="csX12" fmla="*/ 0 w 1863723"/>
              <a:gd name="csY12" fmla="*/ 2780237 h 3705861"/>
              <a:gd name="csX13" fmla="*/ 177800 w 1863723"/>
              <a:gd name="csY13" fmla="*/ 2265885 h 3705861"/>
              <a:gd name="csX14" fmla="*/ 440276 w 1863723"/>
              <a:gd name="csY14" fmla="*/ 1836972 h 3705861"/>
              <a:gd name="csX0" fmla="*/ 440276 w 1863723"/>
              <a:gd name="csY0" fmla="*/ 1836972 h 3705861"/>
              <a:gd name="csX1" fmla="*/ 177801 w 1863723"/>
              <a:gd name="csY1" fmla="*/ 1319735 h 3705861"/>
              <a:gd name="csX2" fmla="*/ 19051 w 1863723"/>
              <a:gd name="csY2" fmla="*/ 938737 h 3705861"/>
              <a:gd name="csX3" fmla="*/ 253999 w 1863723"/>
              <a:gd name="csY3" fmla="*/ 322785 h 3705861"/>
              <a:gd name="csX4" fmla="*/ 876698 w 1863723"/>
              <a:gd name="csY4" fmla="*/ 91 h 3705861"/>
              <a:gd name="csX5" fmla="*/ 1600198 w 1863723"/>
              <a:gd name="csY5" fmla="*/ 297385 h 3705861"/>
              <a:gd name="csX6" fmla="*/ 1860549 w 1863723"/>
              <a:gd name="csY6" fmla="*/ 938736 h 3705861"/>
              <a:gd name="csX7" fmla="*/ 1452820 w 1863723"/>
              <a:gd name="csY7" fmla="*/ 1862372 h 3705861"/>
              <a:gd name="csX8" fmla="*/ 1727200 w 1863723"/>
              <a:gd name="csY8" fmla="*/ 2342085 h 3705861"/>
              <a:gd name="csX9" fmla="*/ 1860549 w 1863723"/>
              <a:gd name="csY9" fmla="*/ 2799286 h 3705861"/>
              <a:gd name="csX10" fmla="*/ 1606548 w 1863723"/>
              <a:gd name="csY10" fmla="*/ 3408885 h 3705861"/>
              <a:gd name="csX11" fmla="*/ 952898 w 1863723"/>
              <a:gd name="csY11" fmla="*/ 3705603 h 3705861"/>
              <a:gd name="csX12" fmla="*/ 368299 w 1863723"/>
              <a:gd name="csY12" fmla="*/ 3516834 h 3705861"/>
              <a:gd name="csX13" fmla="*/ 0 w 1863723"/>
              <a:gd name="csY13" fmla="*/ 2780237 h 3705861"/>
              <a:gd name="csX14" fmla="*/ 177800 w 1863723"/>
              <a:gd name="csY14" fmla="*/ 2265885 h 3705861"/>
              <a:gd name="csX15" fmla="*/ 440276 w 1863723"/>
              <a:gd name="csY15" fmla="*/ 1836972 h 3705861"/>
              <a:gd name="csX0" fmla="*/ 440276 w 1863723"/>
              <a:gd name="csY0" fmla="*/ 1836972 h 3705861"/>
              <a:gd name="csX1" fmla="*/ 133351 w 1863723"/>
              <a:gd name="csY1" fmla="*/ 1351485 h 3705861"/>
              <a:gd name="csX2" fmla="*/ 19051 w 1863723"/>
              <a:gd name="csY2" fmla="*/ 938737 h 3705861"/>
              <a:gd name="csX3" fmla="*/ 253999 w 1863723"/>
              <a:gd name="csY3" fmla="*/ 322785 h 3705861"/>
              <a:gd name="csX4" fmla="*/ 876698 w 1863723"/>
              <a:gd name="csY4" fmla="*/ 91 h 3705861"/>
              <a:gd name="csX5" fmla="*/ 1600198 w 1863723"/>
              <a:gd name="csY5" fmla="*/ 297385 h 3705861"/>
              <a:gd name="csX6" fmla="*/ 1860549 w 1863723"/>
              <a:gd name="csY6" fmla="*/ 938736 h 3705861"/>
              <a:gd name="csX7" fmla="*/ 1452820 w 1863723"/>
              <a:gd name="csY7" fmla="*/ 1862372 h 3705861"/>
              <a:gd name="csX8" fmla="*/ 1727200 w 1863723"/>
              <a:gd name="csY8" fmla="*/ 2342085 h 3705861"/>
              <a:gd name="csX9" fmla="*/ 1860549 w 1863723"/>
              <a:gd name="csY9" fmla="*/ 2799286 h 3705861"/>
              <a:gd name="csX10" fmla="*/ 1606548 w 1863723"/>
              <a:gd name="csY10" fmla="*/ 3408885 h 3705861"/>
              <a:gd name="csX11" fmla="*/ 952898 w 1863723"/>
              <a:gd name="csY11" fmla="*/ 3705603 h 3705861"/>
              <a:gd name="csX12" fmla="*/ 368299 w 1863723"/>
              <a:gd name="csY12" fmla="*/ 3516834 h 3705861"/>
              <a:gd name="csX13" fmla="*/ 0 w 1863723"/>
              <a:gd name="csY13" fmla="*/ 2780237 h 3705861"/>
              <a:gd name="csX14" fmla="*/ 177800 w 1863723"/>
              <a:gd name="csY14" fmla="*/ 2265885 h 3705861"/>
              <a:gd name="csX15" fmla="*/ 440276 w 1863723"/>
              <a:gd name="csY15" fmla="*/ 1836972 h 3705861"/>
              <a:gd name="csX0" fmla="*/ 440276 w 1862978"/>
              <a:gd name="csY0" fmla="*/ 1836972 h 3705861"/>
              <a:gd name="csX1" fmla="*/ 133351 w 1862978"/>
              <a:gd name="csY1" fmla="*/ 1351485 h 3705861"/>
              <a:gd name="csX2" fmla="*/ 19051 w 1862978"/>
              <a:gd name="csY2" fmla="*/ 938737 h 3705861"/>
              <a:gd name="csX3" fmla="*/ 253999 w 1862978"/>
              <a:gd name="csY3" fmla="*/ 322785 h 3705861"/>
              <a:gd name="csX4" fmla="*/ 876698 w 1862978"/>
              <a:gd name="csY4" fmla="*/ 91 h 3705861"/>
              <a:gd name="csX5" fmla="*/ 1600198 w 1862978"/>
              <a:gd name="csY5" fmla="*/ 297385 h 3705861"/>
              <a:gd name="csX6" fmla="*/ 1860549 w 1862978"/>
              <a:gd name="csY6" fmla="*/ 938736 h 3705861"/>
              <a:gd name="csX7" fmla="*/ 1714501 w 1862978"/>
              <a:gd name="csY7" fmla="*/ 1275285 h 3705861"/>
              <a:gd name="csX8" fmla="*/ 1452820 w 1862978"/>
              <a:gd name="csY8" fmla="*/ 1862372 h 3705861"/>
              <a:gd name="csX9" fmla="*/ 1727200 w 1862978"/>
              <a:gd name="csY9" fmla="*/ 2342085 h 3705861"/>
              <a:gd name="csX10" fmla="*/ 1860549 w 1862978"/>
              <a:gd name="csY10" fmla="*/ 2799286 h 3705861"/>
              <a:gd name="csX11" fmla="*/ 1606548 w 1862978"/>
              <a:gd name="csY11" fmla="*/ 3408885 h 3705861"/>
              <a:gd name="csX12" fmla="*/ 952898 w 1862978"/>
              <a:gd name="csY12" fmla="*/ 3705603 h 3705861"/>
              <a:gd name="csX13" fmla="*/ 368299 w 1862978"/>
              <a:gd name="csY13" fmla="*/ 3516834 h 3705861"/>
              <a:gd name="csX14" fmla="*/ 0 w 1862978"/>
              <a:gd name="csY14" fmla="*/ 2780237 h 3705861"/>
              <a:gd name="csX15" fmla="*/ 177800 w 1862978"/>
              <a:gd name="csY15" fmla="*/ 2265885 h 3705861"/>
              <a:gd name="csX16" fmla="*/ 440276 w 1862978"/>
              <a:gd name="csY16" fmla="*/ 1836972 h 3705861"/>
              <a:gd name="csX0" fmla="*/ 440276 w 1871178"/>
              <a:gd name="csY0" fmla="*/ 1836972 h 3705861"/>
              <a:gd name="csX1" fmla="*/ 133351 w 1871178"/>
              <a:gd name="csY1" fmla="*/ 1351485 h 3705861"/>
              <a:gd name="csX2" fmla="*/ 19051 w 1871178"/>
              <a:gd name="csY2" fmla="*/ 938737 h 3705861"/>
              <a:gd name="csX3" fmla="*/ 253999 w 1871178"/>
              <a:gd name="csY3" fmla="*/ 322785 h 3705861"/>
              <a:gd name="csX4" fmla="*/ 876698 w 1871178"/>
              <a:gd name="csY4" fmla="*/ 91 h 3705861"/>
              <a:gd name="csX5" fmla="*/ 1600198 w 1871178"/>
              <a:gd name="csY5" fmla="*/ 297385 h 3705861"/>
              <a:gd name="csX6" fmla="*/ 1860549 w 1871178"/>
              <a:gd name="csY6" fmla="*/ 938736 h 3705861"/>
              <a:gd name="csX7" fmla="*/ 1784351 w 1871178"/>
              <a:gd name="csY7" fmla="*/ 1300685 h 3705861"/>
              <a:gd name="csX8" fmla="*/ 1452820 w 1871178"/>
              <a:gd name="csY8" fmla="*/ 1862372 h 3705861"/>
              <a:gd name="csX9" fmla="*/ 1727200 w 1871178"/>
              <a:gd name="csY9" fmla="*/ 2342085 h 3705861"/>
              <a:gd name="csX10" fmla="*/ 1860549 w 1871178"/>
              <a:gd name="csY10" fmla="*/ 2799286 h 3705861"/>
              <a:gd name="csX11" fmla="*/ 1606548 w 1871178"/>
              <a:gd name="csY11" fmla="*/ 3408885 h 3705861"/>
              <a:gd name="csX12" fmla="*/ 952898 w 1871178"/>
              <a:gd name="csY12" fmla="*/ 3705603 h 3705861"/>
              <a:gd name="csX13" fmla="*/ 368299 w 1871178"/>
              <a:gd name="csY13" fmla="*/ 3516834 h 3705861"/>
              <a:gd name="csX14" fmla="*/ 0 w 1871178"/>
              <a:gd name="csY14" fmla="*/ 2780237 h 3705861"/>
              <a:gd name="csX15" fmla="*/ 177800 w 1871178"/>
              <a:gd name="csY15" fmla="*/ 2265885 h 3705861"/>
              <a:gd name="csX16" fmla="*/ 440276 w 1871178"/>
              <a:gd name="csY16" fmla="*/ 1836972 h 3705861"/>
              <a:gd name="csX0" fmla="*/ 440276 w 1871178"/>
              <a:gd name="csY0" fmla="*/ 1836972 h 3705861"/>
              <a:gd name="csX1" fmla="*/ 133351 w 1871178"/>
              <a:gd name="csY1" fmla="*/ 1351485 h 3705861"/>
              <a:gd name="csX2" fmla="*/ 19051 w 1871178"/>
              <a:gd name="csY2" fmla="*/ 938737 h 3705861"/>
              <a:gd name="csX3" fmla="*/ 253999 w 1871178"/>
              <a:gd name="csY3" fmla="*/ 322785 h 3705861"/>
              <a:gd name="csX4" fmla="*/ 876698 w 1871178"/>
              <a:gd name="csY4" fmla="*/ 91 h 3705861"/>
              <a:gd name="csX5" fmla="*/ 1600198 w 1871178"/>
              <a:gd name="csY5" fmla="*/ 297385 h 3705861"/>
              <a:gd name="csX6" fmla="*/ 1860549 w 1871178"/>
              <a:gd name="csY6" fmla="*/ 938736 h 3705861"/>
              <a:gd name="csX7" fmla="*/ 1784351 w 1871178"/>
              <a:gd name="csY7" fmla="*/ 1300685 h 3705861"/>
              <a:gd name="csX8" fmla="*/ 1452820 w 1871178"/>
              <a:gd name="csY8" fmla="*/ 1862372 h 3705861"/>
              <a:gd name="csX9" fmla="*/ 1727200 w 1871178"/>
              <a:gd name="csY9" fmla="*/ 2342085 h 3705861"/>
              <a:gd name="csX10" fmla="*/ 1860549 w 1871178"/>
              <a:gd name="csY10" fmla="*/ 2799286 h 3705861"/>
              <a:gd name="csX11" fmla="*/ 1606548 w 1871178"/>
              <a:gd name="csY11" fmla="*/ 3408885 h 3705861"/>
              <a:gd name="csX12" fmla="*/ 952898 w 1871178"/>
              <a:gd name="csY12" fmla="*/ 3705603 h 3705861"/>
              <a:gd name="csX13" fmla="*/ 368299 w 1871178"/>
              <a:gd name="csY13" fmla="*/ 3516834 h 3705861"/>
              <a:gd name="csX14" fmla="*/ 0 w 1871178"/>
              <a:gd name="csY14" fmla="*/ 2780237 h 3705861"/>
              <a:gd name="csX15" fmla="*/ 177800 w 1871178"/>
              <a:gd name="csY15" fmla="*/ 2265885 h 3705861"/>
              <a:gd name="csX16" fmla="*/ 440276 w 1871178"/>
              <a:gd name="csY16" fmla="*/ 1836972 h 3705861"/>
              <a:gd name="csX0" fmla="*/ 440276 w 1863676"/>
              <a:gd name="csY0" fmla="*/ 1836972 h 3705861"/>
              <a:gd name="csX1" fmla="*/ 133351 w 1863676"/>
              <a:gd name="csY1" fmla="*/ 1351485 h 3705861"/>
              <a:gd name="csX2" fmla="*/ 19051 w 1863676"/>
              <a:gd name="csY2" fmla="*/ 938737 h 3705861"/>
              <a:gd name="csX3" fmla="*/ 253999 w 1863676"/>
              <a:gd name="csY3" fmla="*/ 322785 h 3705861"/>
              <a:gd name="csX4" fmla="*/ 876698 w 1863676"/>
              <a:gd name="csY4" fmla="*/ 91 h 3705861"/>
              <a:gd name="csX5" fmla="*/ 1600198 w 1863676"/>
              <a:gd name="csY5" fmla="*/ 297385 h 3705861"/>
              <a:gd name="csX6" fmla="*/ 1860549 w 1863676"/>
              <a:gd name="csY6" fmla="*/ 938736 h 3705861"/>
              <a:gd name="csX7" fmla="*/ 1784351 w 1863676"/>
              <a:gd name="csY7" fmla="*/ 1300685 h 3705861"/>
              <a:gd name="csX8" fmla="*/ 1452820 w 1863676"/>
              <a:gd name="csY8" fmla="*/ 1862372 h 3705861"/>
              <a:gd name="csX9" fmla="*/ 1727200 w 1863676"/>
              <a:gd name="csY9" fmla="*/ 2342085 h 3705861"/>
              <a:gd name="csX10" fmla="*/ 1860549 w 1863676"/>
              <a:gd name="csY10" fmla="*/ 2799286 h 3705861"/>
              <a:gd name="csX11" fmla="*/ 1606548 w 1863676"/>
              <a:gd name="csY11" fmla="*/ 3408885 h 3705861"/>
              <a:gd name="csX12" fmla="*/ 952898 w 1863676"/>
              <a:gd name="csY12" fmla="*/ 3705603 h 3705861"/>
              <a:gd name="csX13" fmla="*/ 368299 w 1863676"/>
              <a:gd name="csY13" fmla="*/ 3516834 h 3705861"/>
              <a:gd name="csX14" fmla="*/ 0 w 1863676"/>
              <a:gd name="csY14" fmla="*/ 2780237 h 3705861"/>
              <a:gd name="csX15" fmla="*/ 177800 w 1863676"/>
              <a:gd name="csY15" fmla="*/ 2265885 h 3705861"/>
              <a:gd name="csX16" fmla="*/ 440276 w 1863676"/>
              <a:gd name="csY16" fmla="*/ 1836972 h 3705861"/>
              <a:gd name="csX0" fmla="*/ 440276 w 1863676"/>
              <a:gd name="csY0" fmla="*/ 1836972 h 3705861"/>
              <a:gd name="csX1" fmla="*/ 133351 w 1863676"/>
              <a:gd name="csY1" fmla="*/ 1351485 h 3705861"/>
              <a:gd name="csX2" fmla="*/ 19051 w 1863676"/>
              <a:gd name="csY2" fmla="*/ 938737 h 3705861"/>
              <a:gd name="csX3" fmla="*/ 253999 w 1863676"/>
              <a:gd name="csY3" fmla="*/ 322785 h 3705861"/>
              <a:gd name="csX4" fmla="*/ 876698 w 1863676"/>
              <a:gd name="csY4" fmla="*/ 91 h 3705861"/>
              <a:gd name="csX5" fmla="*/ 1600198 w 1863676"/>
              <a:gd name="csY5" fmla="*/ 297385 h 3705861"/>
              <a:gd name="csX6" fmla="*/ 1860549 w 1863676"/>
              <a:gd name="csY6" fmla="*/ 938736 h 3705861"/>
              <a:gd name="csX7" fmla="*/ 1784351 w 1863676"/>
              <a:gd name="csY7" fmla="*/ 1300685 h 3705861"/>
              <a:gd name="csX8" fmla="*/ 1452820 w 1863676"/>
              <a:gd name="csY8" fmla="*/ 1862372 h 3705861"/>
              <a:gd name="csX9" fmla="*/ 1727200 w 1863676"/>
              <a:gd name="csY9" fmla="*/ 2342085 h 3705861"/>
              <a:gd name="csX10" fmla="*/ 1860549 w 1863676"/>
              <a:gd name="csY10" fmla="*/ 2799286 h 3705861"/>
              <a:gd name="csX11" fmla="*/ 1606548 w 1863676"/>
              <a:gd name="csY11" fmla="*/ 3408885 h 3705861"/>
              <a:gd name="csX12" fmla="*/ 952898 w 1863676"/>
              <a:gd name="csY12" fmla="*/ 3705603 h 3705861"/>
              <a:gd name="csX13" fmla="*/ 368299 w 1863676"/>
              <a:gd name="csY13" fmla="*/ 3516834 h 3705861"/>
              <a:gd name="csX14" fmla="*/ 0 w 1863676"/>
              <a:gd name="csY14" fmla="*/ 2780237 h 3705861"/>
              <a:gd name="csX15" fmla="*/ 177800 w 1863676"/>
              <a:gd name="csY15" fmla="*/ 2265885 h 3705861"/>
              <a:gd name="csX16" fmla="*/ 440276 w 1863676"/>
              <a:gd name="csY16" fmla="*/ 1836972 h 3705861"/>
              <a:gd name="csX0" fmla="*/ 440276 w 1863676"/>
              <a:gd name="csY0" fmla="*/ 1836972 h 3705861"/>
              <a:gd name="csX1" fmla="*/ 133351 w 1863676"/>
              <a:gd name="csY1" fmla="*/ 1351485 h 3705861"/>
              <a:gd name="csX2" fmla="*/ 19051 w 1863676"/>
              <a:gd name="csY2" fmla="*/ 938737 h 3705861"/>
              <a:gd name="csX3" fmla="*/ 253999 w 1863676"/>
              <a:gd name="csY3" fmla="*/ 322785 h 3705861"/>
              <a:gd name="csX4" fmla="*/ 876698 w 1863676"/>
              <a:gd name="csY4" fmla="*/ 91 h 3705861"/>
              <a:gd name="csX5" fmla="*/ 1600198 w 1863676"/>
              <a:gd name="csY5" fmla="*/ 297385 h 3705861"/>
              <a:gd name="csX6" fmla="*/ 1860549 w 1863676"/>
              <a:gd name="csY6" fmla="*/ 938736 h 3705861"/>
              <a:gd name="csX7" fmla="*/ 1784351 w 1863676"/>
              <a:gd name="csY7" fmla="*/ 1300685 h 3705861"/>
              <a:gd name="csX8" fmla="*/ 1452820 w 1863676"/>
              <a:gd name="csY8" fmla="*/ 1862372 h 3705861"/>
              <a:gd name="csX9" fmla="*/ 1727200 w 1863676"/>
              <a:gd name="csY9" fmla="*/ 2342085 h 3705861"/>
              <a:gd name="csX10" fmla="*/ 1860549 w 1863676"/>
              <a:gd name="csY10" fmla="*/ 2799286 h 3705861"/>
              <a:gd name="csX11" fmla="*/ 1606548 w 1863676"/>
              <a:gd name="csY11" fmla="*/ 3408885 h 3705861"/>
              <a:gd name="csX12" fmla="*/ 952898 w 1863676"/>
              <a:gd name="csY12" fmla="*/ 3705603 h 3705861"/>
              <a:gd name="csX13" fmla="*/ 368299 w 1863676"/>
              <a:gd name="csY13" fmla="*/ 3516834 h 3705861"/>
              <a:gd name="csX14" fmla="*/ 0 w 1863676"/>
              <a:gd name="csY14" fmla="*/ 2780237 h 3705861"/>
              <a:gd name="csX15" fmla="*/ 177800 w 1863676"/>
              <a:gd name="csY15" fmla="*/ 2265885 h 3705861"/>
              <a:gd name="csX16" fmla="*/ 440276 w 1863676"/>
              <a:gd name="csY16" fmla="*/ 1836972 h 3705861"/>
              <a:gd name="csX0" fmla="*/ 662526 w 1863676"/>
              <a:gd name="csY0" fmla="*/ 1843322 h 3705861"/>
              <a:gd name="csX1" fmla="*/ 133351 w 1863676"/>
              <a:gd name="csY1" fmla="*/ 1351485 h 3705861"/>
              <a:gd name="csX2" fmla="*/ 19051 w 1863676"/>
              <a:gd name="csY2" fmla="*/ 938737 h 3705861"/>
              <a:gd name="csX3" fmla="*/ 253999 w 1863676"/>
              <a:gd name="csY3" fmla="*/ 322785 h 3705861"/>
              <a:gd name="csX4" fmla="*/ 876698 w 1863676"/>
              <a:gd name="csY4" fmla="*/ 91 h 3705861"/>
              <a:gd name="csX5" fmla="*/ 1600198 w 1863676"/>
              <a:gd name="csY5" fmla="*/ 297385 h 3705861"/>
              <a:gd name="csX6" fmla="*/ 1860549 w 1863676"/>
              <a:gd name="csY6" fmla="*/ 938736 h 3705861"/>
              <a:gd name="csX7" fmla="*/ 1784351 w 1863676"/>
              <a:gd name="csY7" fmla="*/ 1300685 h 3705861"/>
              <a:gd name="csX8" fmla="*/ 1452820 w 1863676"/>
              <a:gd name="csY8" fmla="*/ 1862372 h 3705861"/>
              <a:gd name="csX9" fmla="*/ 1727200 w 1863676"/>
              <a:gd name="csY9" fmla="*/ 2342085 h 3705861"/>
              <a:gd name="csX10" fmla="*/ 1860549 w 1863676"/>
              <a:gd name="csY10" fmla="*/ 2799286 h 3705861"/>
              <a:gd name="csX11" fmla="*/ 1606548 w 1863676"/>
              <a:gd name="csY11" fmla="*/ 3408885 h 3705861"/>
              <a:gd name="csX12" fmla="*/ 952898 w 1863676"/>
              <a:gd name="csY12" fmla="*/ 3705603 h 3705861"/>
              <a:gd name="csX13" fmla="*/ 368299 w 1863676"/>
              <a:gd name="csY13" fmla="*/ 3516834 h 3705861"/>
              <a:gd name="csX14" fmla="*/ 0 w 1863676"/>
              <a:gd name="csY14" fmla="*/ 2780237 h 3705861"/>
              <a:gd name="csX15" fmla="*/ 177800 w 1863676"/>
              <a:gd name="csY15" fmla="*/ 2265885 h 3705861"/>
              <a:gd name="csX16" fmla="*/ 662526 w 1863676"/>
              <a:gd name="csY16" fmla="*/ 1843322 h 3705861"/>
              <a:gd name="csX0" fmla="*/ 662526 w 1875837"/>
              <a:gd name="csY0" fmla="*/ 1843322 h 3705861"/>
              <a:gd name="csX1" fmla="*/ 133351 w 1875837"/>
              <a:gd name="csY1" fmla="*/ 1351485 h 3705861"/>
              <a:gd name="csX2" fmla="*/ 19051 w 1875837"/>
              <a:gd name="csY2" fmla="*/ 938737 h 3705861"/>
              <a:gd name="csX3" fmla="*/ 253999 w 1875837"/>
              <a:gd name="csY3" fmla="*/ 322785 h 3705861"/>
              <a:gd name="csX4" fmla="*/ 876698 w 1875837"/>
              <a:gd name="csY4" fmla="*/ 91 h 3705861"/>
              <a:gd name="csX5" fmla="*/ 1600198 w 1875837"/>
              <a:gd name="csY5" fmla="*/ 297385 h 3705861"/>
              <a:gd name="csX6" fmla="*/ 1860549 w 1875837"/>
              <a:gd name="csY6" fmla="*/ 938736 h 3705861"/>
              <a:gd name="csX7" fmla="*/ 1784351 w 1875837"/>
              <a:gd name="csY7" fmla="*/ 1300685 h 3705861"/>
              <a:gd name="csX8" fmla="*/ 1090870 w 1875837"/>
              <a:gd name="csY8" fmla="*/ 1875072 h 3705861"/>
              <a:gd name="csX9" fmla="*/ 1727200 w 1875837"/>
              <a:gd name="csY9" fmla="*/ 2342085 h 3705861"/>
              <a:gd name="csX10" fmla="*/ 1860549 w 1875837"/>
              <a:gd name="csY10" fmla="*/ 2799286 h 3705861"/>
              <a:gd name="csX11" fmla="*/ 1606548 w 1875837"/>
              <a:gd name="csY11" fmla="*/ 3408885 h 3705861"/>
              <a:gd name="csX12" fmla="*/ 952898 w 1875837"/>
              <a:gd name="csY12" fmla="*/ 3705603 h 3705861"/>
              <a:gd name="csX13" fmla="*/ 368299 w 1875837"/>
              <a:gd name="csY13" fmla="*/ 3516834 h 3705861"/>
              <a:gd name="csX14" fmla="*/ 0 w 1875837"/>
              <a:gd name="csY14" fmla="*/ 2780237 h 3705861"/>
              <a:gd name="csX15" fmla="*/ 177800 w 1875837"/>
              <a:gd name="csY15" fmla="*/ 2265885 h 3705861"/>
              <a:gd name="csX16" fmla="*/ 662526 w 1875837"/>
              <a:gd name="csY16" fmla="*/ 1843322 h 3705861"/>
              <a:gd name="csX0" fmla="*/ 738726 w 1875837"/>
              <a:gd name="csY0" fmla="*/ 1843322 h 3705861"/>
              <a:gd name="csX1" fmla="*/ 133351 w 1875837"/>
              <a:gd name="csY1" fmla="*/ 1351485 h 3705861"/>
              <a:gd name="csX2" fmla="*/ 19051 w 1875837"/>
              <a:gd name="csY2" fmla="*/ 938737 h 3705861"/>
              <a:gd name="csX3" fmla="*/ 253999 w 1875837"/>
              <a:gd name="csY3" fmla="*/ 322785 h 3705861"/>
              <a:gd name="csX4" fmla="*/ 876698 w 1875837"/>
              <a:gd name="csY4" fmla="*/ 91 h 3705861"/>
              <a:gd name="csX5" fmla="*/ 1600198 w 1875837"/>
              <a:gd name="csY5" fmla="*/ 297385 h 3705861"/>
              <a:gd name="csX6" fmla="*/ 1860549 w 1875837"/>
              <a:gd name="csY6" fmla="*/ 938736 h 3705861"/>
              <a:gd name="csX7" fmla="*/ 1784351 w 1875837"/>
              <a:gd name="csY7" fmla="*/ 1300685 h 3705861"/>
              <a:gd name="csX8" fmla="*/ 1090870 w 1875837"/>
              <a:gd name="csY8" fmla="*/ 1875072 h 3705861"/>
              <a:gd name="csX9" fmla="*/ 1727200 w 1875837"/>
              <a:gd name="csY9" fmla="*/ 2342085 h 3705861"/>
              <a:gd name="csX10" fmla="*/ 1860549 w 1875837"/>
              <a:gd name="csY10" fmla="*/ 2799286 h 3705861"/>
              <a:gd name="csX11" fmla="*/ 1606548 w 1875837"/>
              <a:gd name="csY11" fmla="*/ 3408885 h 3705861"/>
              <a:gd name="csX12" fmla="*/ 952898 w 1875837"/>
              <a:gd name="csY12" fmla="*/ 3705603 h 3705861"/>
              <a:gd name="csX13" fmla="*/ 368299 w 1875837"/>
              <a:gd name="csY13" fmla="*/ 3516834 h 3705861"/>
              <a:gd name="csX14" fmla="*/ 0 w 1875837"/>
              <a:gd name="csY14" fmla="*/ 2780237 h 3705861"/>
              <a:gd name="csX15" fmla="*/ 177800 w 1875837"/>
              <a:gd name="csY15" fmla="*/ 2265885 h 3705861"/>
              <a:gd name="csX16" fmla="*/ 738726 w 1875837"/>
              <a:gd name="csY16" fmla="*/ 1843322 h 37058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1875837" h="3705861">
                <a:moveTo>
                  <a:pt x="738726" y="1843322"/>
                </a:moveTo>
                <a:cubicBezTo>
                  <a:pt x="731318" y="1690922"/>
                  <a:pt x="203555" y="1501191"/>
                  <a:pt x="133351" y="1351485"/>
                </a:cubicBezTo>
                <a:cubicBezTo>
                  <a:pt x="63147" y="1201779"/>
                  <a:pt x="17993" y="1167337"/>
                  <a:pt x="19051" y="938737"/>
                </a:cubicBezTo>
                <a:cubicBezTo>
                  <a:pt x="20109" y="710137"/>
                  <a:pt x="111058" y="479226"/>
                  <a:pt x="253999" y="322785"/>
                </a:cubicBezTo>
                <a:cubicBezTo>
                  <a:pt x="396940" y="166344"/>
                  <a:pt x="652332" y="4324"/>
                  <a:pt x="876698" y="91"/>
                </a:cubicBezTo>
                <a:cubicBezTo>
                  <a:pt x="1101064" y="-4142"/>
                  <a:pt x="1436223" y="140944"/>
                  <a:pt x="1600198" y="297385"/>
                </a:cubicBezTo>
                <a:cubicBezTo>
                  <a:pt x="1764173" y="453826"/>
                  <a:pt x="1848907" y="752469"/>
                  <a:pt x="1860549" y="938736"/>
                </a:cubicBezTo>
                <a:cubicBezTo>
                  <a:pt x="1872191" y="1125003"/>
                  <a:pt x="1912631" y="1144629"/>
                  <a:pt x="1784351" y="1300685"/>
                </a:cubicBezTo>
                <a:cubicBezTo>
                  <a:pt x="1656071" y="1456741"/>
                  <a:pt x="1100395" y="1701505"/>
                  <a:pt x="1090870" y="1875072"/>
                </a:cubicBezTo>
                <a:cubicBezTo>
                  <a:pt x="1081345" y="2048639"/>
                  <a:pt x="1598920" y="2188049"/>
                  <a:pt x="1727200" y="2342085"/>
                </a:cubicBezTo>
                <a:cubicBezTo>
                  <a:pt x="1855480" y="2496121"/>
                  <a:pt x="1861608" y="2545286"/>
                  <a:pt x="1860549" y="2799286"/>
                </a:cubicBezTo>
                <a:cubicBezTo>
                  <a:pt x="1859490" y="3053286"/>
                  <a:pt x="1757823" y="3257832"/>
                  <a:pt x="1606548" y="3408885"/>
                </a:cubicBezTo>
                <a:cubicBezTo>
                  <a:pt x="1455273" y="3559938"/>
                  <a:pt x="1210073" y="3713012"/>
                  <a:pt x="952898" y="3705603"/>
                </a:cubicBezTo>
                <a:cubicBezTo>
                  <a:pt x="695723" y="3698194"/>
                  <a:pt x="527115" y="3671062"/>
                  <a:pt x="368299" y="3516834"/>
                </a:cubicBezTo>
                <a:cubicBezTo>
                  <a:pt x="209483" y="3362606"/>
                  <a:pt x="0" y="3014128"/>
                  <a:pt x="0" y="2780237"/>
                </a:cubicBezTo>
                <a:cubicBezTo>
                  <a:pt x="0" y="2546346"/>
                  <a:pt x="54679" y="2422037"/>
                  <a:pt x="177800" y="2265885"/>
                </a:cubicBezTo>
                <a:cubicBezTo>
                  <a:pt x="300921" y="2109733"/>
                  <a:pt x="746134" y="1995722"/>
                  <a:pt x="738726" y="1843322"/>
                </a:cubicBezTo>
                <a:close/>
              </a:path>
            </a:pathLst>
          </a:custGeom>
          <a:solidFill>
            <a:schemeClr val="accent1">
              <a:alpha val="5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6">
            <a:extLst>
              <a:ext uri="{FF2B5EF4-FFF2-40B4-BE49-F238E27FC236}">
                <a16:creationId xmlns:a16="http://schemas.microsoft.com/office/drawing/2014/main" id="{A7EC1DF5-31B5-2D91-6FEE-0DA302E936DC}"/>
              </a:ext>
            </a:extLst>
          </p:cNvPr>
          <p:cNvSpPr>
            <a:spLocks noChangeAspect="1"/>
          </p:cNvSpPr>
          <p:nvPr/>
        </p:nvSpPr>
        <p:spPr>
          <a:xfrm>
            <a:off x="4629376" y="836908"/>
            <a:ext cx="2349722" cy="4672584"/>
          </a:xfrm>
          <a:custGeom>
            <a:avLst/>
            <a:gdLst>
              <a:gd name="csX0" fmla="*/ 0 w 2549243"/>
              <a:gd name="csY0" fmla="*/ 1849581 h 3699162"/>
              <a:gd name="csX1" fmla="*/ 1274622 w 2549243"/>
              <a:gd name="csY1" fmla="*/ 0 h 3699162"/>
              <a:gd name="csX2" fmla="*/ 2549244 w 2549243"/>
              <a:gd name="csY2" fmla="*/ 1849581 h 3699162"/>
              <a:gd name="csX3" fmla="*/ 1274622 w 2549243"/>
              <a:gd name="csY3" fmla="*/ 3699162 h 3699162"/>
              <a:gd name="csX4" fmla="*/ 0 w 2549243"/>
              <a:gd name="csY4" fmla="*/ 1849581 h 3699162"/>
              <a:gd name="csX0" fmla="*/ 60996 w 2610240"/>
              <a:gd name="csY0" fmla="*/ 1882783 h 3732364"/>
              <a:gd name="csX1" fmla="*/ 319221 w 2610240"/>
              <a:gd name="csY1" fmla="*/ 781348 h 3732364"/>
              <a:gd name="csX2" fmla="*/ 1335618 w 2610240"/>
              <a:gd name="csY2" fmla="*/ 33202 h 3732364"/>
              <a:gd name="csX3" fmla="*/ 2610240 w 2610240"/>
              <a:gd name="csY3" fmla="*/ 1882783 h 3732364"/>
              <a:gd name="csX4" fmla="*/ 1335618 w 2610240"/>
              <a:gd name="csY4" fmla="*/ 3732364 h 3732364"/>
              <a:gd name="csX5" fmla="*/ 60996 w 2610240"/>
              <a:gd name="csY5" fmla="*/ 1882783 h 3732364"/>
              <a:gd name="csX0" fmla="*/ 60996 w 2610240"/>
              <a:gd name="csY0" fmla="*/ 1882783 h 3773183"/>
              <a:gd name="csX1" fmla="*/ 319221 w 2610240"/>
              <a:gd name="csY1" fmla="*/ 781348 h 3773183"/>
              <a:gd name="csX2" fmla="*/ 1335618 w 2610240"/>
              <a:gd name="csY2" fmla="*/ 33202 h 3773183"/>
              <a:gd name="csX3" fmla="*/ 2610240 w 2610240"/>
              <a:gd name="csY3" fmla="*/ 1882783 h 3773183"/>
              <a:gd name="csX4" fmla="*/ 1335618 w 2610240"/>
              <a:gd name="csY4" fmla="*/ 3732364 h 3773183"/>
              <a:gd name="csX5" fmla="*/ 350970 w 2610240"/>
              <a:gd name="csY5" fmla="*/ 3060998 h 3773183"/>
              <a:gd name="csX6" fmla="*/ 60996 w 2610240"/>
              <a:gd name="csY6" fmla="*/ 1882783 h 3773183"/>
              <a:gd name="csX0" fmla="*/ 587745 w 2336889"/>
              <a:gd name="csY0" fmla="*/ 2016133 h 3773183"/>
              <a:gd name="csX1" fmla="*/ 45870 w 2336889"/>
              <a:gd name="csY1" fmla="*/ 781348 h 3773183"/>
              <a:gd name="csX2" fmla="*/ 1062267 w 2336889"/>
              <a:gd name="csY2" fmla="*/ 33202 h 3773183"/>
              <a:gd name="csX3" fmla="*/ 2336889 w 2336889"/>
              <a:gd name="csY3" fmla="*/ 1882783 h 3773183"/>
              <a:gd name="csX4" fmla="*/ 1062267 w 2336889"/>
              <a:gd name="csY4" fmla="*/ 3732364 h 3773183"/>
              <a:gd name="csX5" fmla="*/ 77619 w 2336889"/>
              <a:gd name="csY5" fmla="*/ 3060998 h 3773183"/>
              <a:gd name="csX6" fmla="*/ 587745 w 2336889"/>
              <a:gd name="csY6" fmla="*/ 2016133 h 3773183"/>
              <a:gd name="csX0" fmla="*/ 599682 w 2336126"/>
              <a:gd name="csY0" fmla="*/ 1863733 h 3773183"/>
              <a:gd name="csX1" fmla="*/ 45107 w 2336126"/>
              <a:gd name="csY1" fmla="*/ 781348 h 3773183"/>
              <a:gd name="csX2" fmla="*/ 1061504 w 2336126"/>
              <a:gd name="csY2" fmla="*/ 33202 h 3773183"/>
              <a:gd name="csX3" fmla="*/ 2336126 w 2336126"/>
              <a:gd name="csY3" fmla="*/ 1882783 h 3773183"/>
              <a:gd name="csX4" fmla="*/ 1061504 w 2336126"/>
              <a:gd name="csY4" fmla="*/ 3732364 h 3773183"/>
              <a:gd name="csX5" fmla="*/ 76856 w 2336126"/>
              <a:gd name="csY5" fmla="*/ 3060998 h 3773183"/>
              <a:gd name="csX6" fmla="*/ 599682 w 2336126"/>
              <a:gd name="csY6" fmla="*/ 1863733 h 3773183"/>
              <a:gd name="csX0" fmla="*/ 659713 w 2332657"/>
              <a:gd name="csY0" fmla="*/ 1863733 h 3773183"/>
              <a:gd name="csX1" fmla="*/ 41638 w 2332657"/>
              <a:gd name="csY1" fmla="*/ 781348 h 3773183"/>
              <a:gd name="csX2" fmla="*/ 1058035 w 2332657"/>
              <a:gd name="csY2" fmla="*/ 33202 h 3773183"/>
              <a:gd name="csX3" fmla="*/ 2332657 w 2332657"/>
              <a:gd name="csY3" fmla="*/ 1882783 h 3773183"/>
              <a:gd name="csX4" fmla="*/ 1058035 w 2332657"/>
              <a:gd name="csY4" fmla="*/ 3732364 h 3773183"/>
              <a:gd name="csX5" fmla="*/ 73387 w 2332657"/>
              <a:gd name="csY5" fmla="*/ 3060998 h 3773183"/>
              <a:gd name="csX6" fmla="*/ 659713 w 2332657"/>
              <a:gd name="csY6" fmla="*/ 1863733 h 3773183"/>
              <a:gd name="csX0" fmla="*/ 575832 w 2337676"/>
              <a:gd name="csY0" fmla="*/ 1863733 h 3773183"/>
              <a:gd name="csX1" fmla="*/ 46657 w 2337676"/>
              <a:gd name="csY1" fmla="*/ 781348 h 3773183"/>
              <a:gd name="csX2" fmla="*/ 1063054 w 2337676"/>
              <a:gd name="csY2" fmla="*/ 33202 h 3773183"/>
              <a:gd name="csX3" fmla="*/ 2337676 w 2337676"/>
              <a:gd name="csY3" fmla="*/ 1882783 h 3773183"/>
              <a:gd name="csX4" fmla="*/ 1063054 w 2337676"/>
              <a:gd name="csY4" fmla="*/ 3732364 h 3773183"/>
              <a:gd name="csX5" fmla="*/ 78406 w 2337676"/>
              <a:gd name="csY5" fmla="*/ 3060998 h 3773183"/>
              <a:gd name="csX6" fmla="*/ 575832 w 2337676"/>
              <a:gd name="csY6" fmla="*/ 1863733 h 3773183"/>
              <a:gd name="csX0" fmla="*/ 575832 w 2337676"/>
              <a:gd name="csY0" fmla="*/ 1863733 h 3773183"/>
              <a:gd name="csX1" fmla="*/ 46657 w 2337676"/>
              <a:gd name="csY1" fmla="*/ 781348 h 3773183"/>
              <a:gd name="csX2" fmla="*/ 1063054 w 2337676"/>
              <a:gd name="csY2" fmla="*/ 33202 h 3773183"/>
              <a:gd name="csX3" fmla="*/ 2337676 w 2337676"/>
              <a:gd name="csY3" fmla="*/ 1882783 h 3773183"/>
              <a:gd name="csX4" fmla="*/ 1063054 w 2337676"/>
              <a:gd name="csY4" fmla="*/ 3732364 h 3773183"/>
              <a:gd name="csX5" fmla="*/ 78406 w 2337676"/>
              <a:gd name="csY5" fmla="*/ 3060998 h 3773183"/>
              <a:gd name="csX6" fmla="*/ 575832 w 2337676"/>
              <a:gd name="csY6" fmla="*/ 1863733 h 3773183"/>
              <a:gd name="csX0" fmla="*/ 575832 w 2337676"/>
              <a:gd name="csY0" fmla="*/ 1863733 h 3773522"/>
              <a:gd name="csX1" fmla="*/ 46657 w 2337676"/>
              <a:gd name="csY1" fmla="*/ 781348 h 3773522"/>
              <a:gd name="csX2" fmla="*/ 1063054 w 2337676"/>
              <a:gd name="csY2" fmla="*/ 33202 h 3773522"/>
              <a:gd name="csX3" fmla="*/ 2337676 w 2337676"/>
              <a:gd name="csY3" fmla="*/ 1882783 h 3773522"/>
              <a:gd name="csX4" fmla="*/ 1063054 w 2337676"/>
              <a:gd name="csY4" fmla="*/ 3732364 h 3773522"/>
              <a:gd name="csX5" fmla="*/ 78406 w 2337676"/>
              <a:gd name="csY5" fmla="*/ 3060998 h 3773522"/>
              <a:gd name="csX6" fmla="*/ 575832 w 2337676"/>
              <a:gd name="csY6" fmla="*/ 1863733 h 3773522"/>
              <a:gd name="csX0" fmla="*/ 568050 w 2329894"/>
              <a:gd name="csY0" fmla="*/ 1863733 h 3755861"/>
              <a:gd name="csX1" fmla="*/ 38875 w 2329894"/>
              <a:gd name="csY1" fmla="*/ 781348 h 3755861"/>
              <a:gd name="csX2" fmla="*/ 1055272 w 2329894"/>
              <a:gd name="csY2" fmla="*/ 33202 h 3755861"/>
              <a:gd name="csX3" fmla="*/ 2329894 w 2329894"/>
              <a:gd name="csY3" fmla="*/ 1882783 h 3755861"/>
              <a:gd name="csX4" fmla="*/ 1055272 w 2329894"/>
              <a:gd name="csY4" fmla="*/ 3732364 h 3755861"/>
              <a:gd name="csX5" fmla="*/ 127774 w 2329894"/>
              <a:gd name="csY5" fmla="*/ 2857798 h 3755861"/>
              <a:gd name="csX6" fmla="*/ 568050 w 2329894"/>
              <a:gd name="csY6" fmla="*/ 1863733 h 3755861"/>
              <a:gd name="csX0" fmla="*/ 568050 w 2329894"/>
              <a:gd name="csY0" fmla="*/ 1863733 h 3755694"/>
              <a:gd name="csX1" fmla="*/ 38875 w 2329894"/>
              <a:gd name="csY1" fmla="*/ 781348 h 3755694"/>
              <a:gd name="csX2" fmla="*/ 1055272 w 2329894"/>
              <a:gd name="csY2" fmla="*/ 33202 h 3755694"/>
              <a:gd name="csX3" fmla="*/ 2329894 w 2329894"/>
              <a:gd name="csY3" fmla="*/ 1882783 h 3755694"/>
              <a:gd name="csX4" fmla="*/ 1055272 w 2329894"/>
              <a:gd name="csY4" fmla="*/ 3732364 h 3755694"/>
              <a:gd name="csX5" fmla="*/ 127774 w 2329894"/>
              <a:gd name="csY5" fmla="*/ 2857798 h 3755694"/>
              <a:gd name="csX6" fmla="*/ 568050 w 2329894"/>
              <a:gd name="csY6" fmla="*/ 1863733 h 3755694"/>
              <a:gd name="csX0" fmla="*/ 568050 w 2329894"/>
              <a:gd name="csY0" fmla="*/ 1863733 h 3755694"/>
              <a:gd name="csX1" fmla="*/ 38875 w 2329894"/>
              <a:gd name="csY1" fmla="*/ 781348 h 3755694"/>
              <a:gd name="csX2" fmla="*/ 1055272 w 2329894"/>
              <a:gd name="csY2" fmla="*/ 33202 h 3755694"/>
              <a:gd name="csX3" fmla="*/ 2329894 w 2329894"/>
              <a:gd name="csY3" fmla="*/ 1882783 h 3755694"/>
              <a:gd name="csX4" fmla="*/ 1055272 w 2329894"/>
              <a:gd name="csY4" fmla="*/ 3732364 h 3755694"/>
              <a:gd name="csX5" fmla="*/ 127774 w 2329894"/>
              <a:gd name="csY5" fmla="*/ 2857798 h 3755694"/>
              <a:gd name="csX6" fmla="*/ 568050 w 2329894"/>
              <a:gd name="csY6" fmla="*/ 1863733 h 3755694"/>
              <a:gd name="csX0" fmla="*/ 568050 w 2329894"/>
              <a:gd name="csY0" fmla="*/ 1863733 h 3756202"/>
              <a:gd name="csX1" fmla="*/ 38875 w 2329894"/>
              <a:gd name="csY1" fmla="*/ 781348 h 3756202"/>
              <a:gd name="csX2" fmla="*/ 1055272 w 2329894"/>
              <a:gd name="csY2" fmla="*/ 33202 h 3756202"/>
              <a:gd name="csX3" fmla="*/ 2329894 w 2329894"/>
              <a:gd name="csY3" fmla="*/ 1882783 h 3756202"/>
              <a:gd name="csX4" fmla="*/ 1055272 w 2329894"/>
              <a:gd name="csY4" fmla="*/ 3732364 h 3756202"/>
              <a:gd name="csX5" fmla="*/ 127774 w 2329894"/>
              <a:gd name="csY5" fmla="*/ 2857798 h 3756202"/>
              <a:gd name="csX6" fmla="*/ 568050 w 2329894"/>
              <a:gd name="csY6" fmla="*/ 1863733 h 3756202"/>
              <a:gd name="csX0" fmla="*/ 568050 w 2329894"/>
              <a:gd name="csY0" fmla="*/ 1863733 h 3756202"/>
              <a:gd name="csX1" fmla="*/ 38875 w 2329894"/>
              <a:gd name="csY1" fmla="*/ 781348 h 3756202"/>
              <a:gd name="csX2" fmla="*/ 1055272 w 2329894"/>
              <a:gd name="csY2" fmla="*/ 33202 h 3756202"/>
              <a:gd name="csX3" fmla="*/ 2329894 w 2329894"/>
              <a:gd name="csY3" fmla="*/ 1882783 h 3756202"/>
              <a:gd name="csX4" fmla="*/ 1055272 w 2329894"/>
              <a:gd name="csY4" fmla="*/ 3732364 h 3756202"/>
              <a:gd name="csX5" fmla="*/ 127774 w 2329894"/>
              <a:gd name="csY5" fmla="*/ 2857798 h 3756202"/>
              <a:gd name="csX6" fmla="*/ 568050 w 2329894"/>
              <a:gd name="csY6" fmla="*/ 1863733 h 3756202"/>
              <a:gd name="csX0" fmla="*/ 568050 w 2329894"/>
              <a:gd name="csY0" fmla="*/ 1863733 h 3755861"/>
              <a:gd name="csX1" fmla="*/ 38875 w 2329894"/>
              <a:gd name="csY1" fmla="*/ 781348 h 3755861"/>
              <a:gd name="csX2" fmla="*/ 1055272 w 2329894"/>
              <a:gd name="csY2" fmla="*/ 33202 h 3755861"/>
              <a:gd name="csX3" fmla="*/ 2329894 w 2329894"/>
              <a:gd name="csY3" fmla="*/ 1882783 h 3755861"/>
              <a:gd name="csX4" fmla="*/ 1055272 w 2329894"/>
              <a:gd name="csY4" fmla="*/ 3732364 h 3755861"/>
              <a:gd name="csX5" fmla="*/ 127774 w 2329894"/>
              <a:gd name="csY5" fmla="*/ 2857798 h 3755861"/>
              <a:gd name="csX6" fmla="*/ 568050 w 2329894"/>
              <a:gd name="csY6" fmla="*/ 1863733 h 3755861"/>
              <a:gd name="csX0" fmla="*/ 568050 w 2329894"/>
              <a:gd name="csY0" fmla="*/ 1863733 h 3755861"/>
              <a:gd name="csX1" fmla="*/ 38875 w 2329894"/>
              <a:gd name="csY1" fmla="*/ 781348 h 3755861"/>
              <a:gd name="csX2" fmla="*/ 1055272 w 2329894"/>
              <a:gd name="csY2" fmla="*/ 33202 h 3755861"/>
              <a:gd name="csX3" fmla="*/ 2329894 w 2329894"/>
              <a:gd name="csY3" fmla="*/ 1882783 h 3755861"/>
              <a:gd name="csX4" fmla="*/ 1055272 w 2329894"/>
              <a:gd name="csY4" fmla="*/ 3732364 h 3755861"/>
              <a:gd name="csX5" fmla="*/ 127774 w 2329894"/>
              <a:gd name="csY5" fmla="*/ 2857798 h 3755861"/>
              <a:gd name="csX6" fmla="*/ 568050 w 2329894"/>
              <a:gd name="csY6" fmla="*/ 1863733 h 3755861"/>
              <a:gd name="csX0" fmla="*/ 568050 w 2329894"/>
              <a:gd name="csY0" fmla="*/ 1863733 h 3756731"/>
              <a:gd name="csX1" fmla="*/ 38875 w 2329894"/>
              <a:gd name="csY1" fmla="*/ 781348 h 3756731"/>
              <a:gd name="csX2" fmla="*/ 1055272 w 2329894"/>
              <a:gd name="csY2" fmla="*/ 33202 h 3756731"/>
              <a:gd name="csX3" fmla="*/ 2329894 w 2329894"/>
              <a:gd name="csY3" fmla="*/ 1882783 h 3756731"/>
              <a:gd name="csX4" fmla="*/ 1055272 w 2329894"/>
              <a:gd name="csY4" fmla="*/ 3732364 h 3756731"/>
              <a:gd name="csX5" fmla="*/ 127774 w 2329894"/>
              <a:gd name="csY5" fmla="*/ 2857798 h 3756731"/>
              <a:gd name="csX6" fmla="*/ 568050 w 2329894"/>
              <a:gd name="csY6" fmla="*/ 1863733 h 3756731"/>
              <a:gd name="csX0" fmla="*/ 568050 w 2329894"/>
              <a:gd name="csY0" fmla="*/ 1863733 h 3756731"/>
              <a:gd name="csX1" fmla="*/ 38875 w 2329894"/>
              <a:gd name="csY1" fmla="*/ 781348 h 3756731"/>
              <a:gd name="csX2" fmla="*/ 1055272 w 2329894"/>
              <a:gd name="csY2" fmla="*/ 33202 h 3756731"/>
              <a:gd name="csX3" fmla="*/ 2329894 w 2329894"/>
              <a:gd name="csY3" fmla="*/ 1882783 h 3756731"/>
              <a:gd name="csX4" fmla="*/ 1055272 w 2329894"/>
              <a:gd name="csY4" fmla="*/ 3732364 h 3756731"/>
              <a:gd name="csX5" fmla="*/ 127774 w 2329894"/>
              <a:gd name="csY5" fmla="*/ 2857798 h 3756731"/>
              <a:gd name="csX6" fmla="*/ 568050 w 2329894"/>
              <a:gd name="csY6" fmla="*/ 1863733 h 3756731"/>
              <a:gd name="csX0" fmla="*/ 568050 w 2329894"/>
              <a:gd name="csY0" fmla="*/ 1863733 h 3757858"/>
              <a:gd name="csX1" fmla="*/ 38875 w 2329894"/>
              <a:gd name="csY1" fmla="*/ 781348 h 3757858"/>
              <a:gd name="csX2" fmla="*/ 1055272 w 2329894"/>
              <a:gd name="csY2" fmla="*/ 33202 h 3757858"/>
              <a:gd name="csX3" fmla="*/ 2329894 w 2329894"/>
              <a:gd name="csY3" fmla="*/ 1882783 h 3757858"/>
              <a:gd name="csX4" fmla="*/ 1055272 w 2329894"/>
              <a:gd name="csY4" fmla="*/ 3732364 h 3757858"/>
              <a:gd name="csX5" fmla="*/ 127774 w 2329894"/>
              <a:gd name="csY5" fmla="*/ 2857798 h 3757858"/>
              <a:gd name="csX6" fmla="*/ 568050 w 2329894"/>
              <a:gd name="csY6" fmla="*/ 1863733 h 3757858"/>
              <a:gd name="csX0" fmla="*/ 568050 w 2329894"/>
              <a:gd name="csY0" fmla="*/ 1863733 h 3757471"/>
              <a:gd name="csX1" fmla="*/ 38875 w 2329894"/>
              <a:gd name="csY1" fmla="*/ 781348 h 3757471"/>
              <a:gd name="csX2" fmla="*/ 1055272 w 2329894"/>
              <a:gd name="csY2" fmla="*/ 33202 h 3757471"/>
              <a:gd name="csX3" fmla="*/ 2329894 w 2329894"/>
              <a:gd name="csY3" fmla="*/ 1882783 h 3757471"/>
              <a:gd name="csX4" fmla="*/ 1055272 w 2329894"/>
              <a:gd name="csY4" fmla="*/ 3732364 h 3757471"/>
              <a:gd name="csX5" fmla="*/ 127774 w 2329894"/>
              <a:gd name="csY5" fmla="*/ 2857798 h 3757471"/>
              <a:gd name="csX6" fmla="*/ 568050 w 2329894"/>
              <a:gd name="csY6" fmla="*/ 1863733 h 3757471"/>
              <a:gd name="csX0" fmla="*/ 568050 w 2329894"/>
              <a:gd name="csY0" fmla="*/ 1863733 h 3753962"/>
              <a:gd name="csX1" fmla="*/ 38875 w 2329894"/>
              <a:gd name="csY1" fmla="*/ 781348 h 3753962"/>
              <a:gd name="csX2" fmla="*/ 1055272 w 2329894"/>
              <a:gd name="csY2" fmla="*/ 33202 h 3753962"/>
              <a:gd name="csX3" fmla="*/ 2329894 w 2329894"/>
              <a:gd name="csY3" fmla="*/ 1882783 h 3753962"/>
              <a:gd name="csX4" fmla="*/ 1055272 w 2329894"/>
              <a:gd name="csY4" fmla="*/ 3732364 h 3753962"/>
              <a:gd name="csX5" fmla="*/ 127774 w 2329894"/>
              <a:gd name="csY5" fmla="*/ 2806998 h 3753962"/>
              <a:gd name="csX6" fmla="*/ 568050 w 2329894"/>
              <a:gd name="csY6" fmla="*/ 1863733 h 3753962"/>
              <a:gd name="csX0" fmla="*/ 568050 w 2329894"/>
              <a:gd name="csY0" fmla="*/ 1863733 h 3754121"/>
              <a:gd name="csX1" fmla="*/ 38875 w 2329894"/>
              <a:gd name="csY1" fmla="*/ 781348 h 3754121"/>
              <a:gd name="csX2" fmla="*/ 1055272 w 2329894"/>
              <a:gd name="csY2" fmla="*/ 33202 h 3754121"/>
              <a:gd name="csX3" fmla="*/ 2329894 w 2329894"/>
              <a:gd name="csY3" fmla="*/ 1882783 h 3754121"/>
              <a:gd name="csX4" fmla="*/ 1055272 w 2329894"/>
              <a:gd name="csY4" fmla="*/ 3732364 h 3754121"/>
              <a:gd name="csX5" fmla="*/ 127774 w 2329894"/>
              <a:gd name="csY5" fmla="*/ 2806998 h 3754121"/>
              <a:gd name="csX6" fmla="*/ 568050 w 2329894"/>
              <a:gd name="csY6" fmla="*/ 1863733 h 3754121"/>
              <a:gd name="csX0" fmla="*/ 568050 w 2329894"/>
              <a:gd name="csY0" fmla="*/ 1863733 h 3754950"/>
              <a:gd name="csX1" fmla="*/ 38875 w 2329894"/>
              <a:gd name="csY1" fmla="*/ 781348 h 3754950"/>
              <a:gd name="csX2" fmla="*/ 1055272 w 2329894"/>
              <a:gd name="csY2" fmla="*/ 33202 h 3754950"/>
              <a:gd name="csX3" fmla="*/ 2329894 w 2329894"/>
              <a:gd name="csY3" fmla="*/ 1882783 h 3754950"/>
              <a:gd name="csX4" fmla="*/ 1055272 w 2329894"/>
              <a:gd name="csY4" fmla="*/ 3732364 h 3754950"/>
              <a:gd name="csX5" fmla="*/ 127774 w 2329894"/>
              <a:gd name="csY5" fmla="*/ 2806998 h 3754950"/>
              <a:gd name="csX6" fmla="*/ 568050 w 2329894"/>
              <a:gd name="csY6" fmla="*/ 1863733 h 3754950"/>
              <a:gd name="csX0" fmla="*/ 580279 w 2342123"/>
              <a:gd name="csY0" fmla="*/ 1850618 h 3741835"/>
              <a:gd name="csX1" fmla="*/ 38404 w 2342123"/>
              <a:gd name="csY1" fmla="*/ 946033 h 3741835"/>
              <a:gd name="csX2" fmla="*/ 1067501 w 2342123"/>
              <a:gd name="csY2" fmla="*/ 20087 h 3741835"/>
              <a:gd name="csX3" fmla="*/ 2342123 w 2342123"/>
              <a:gd name="csY3" fmla="*/ 1869668 h 3741835"/>
              <a:gd name="csX4" fmla="*/ 1067501 w 2342123"/>
              <a:gd name="csY4" fmla="*/ 3719249 h 3741835"/>
              <a:gd name="csX5" fmla="*/ 140003 w 2342123"/>
              <a:gd name="csY5" fmla="*/ 2793883 h 3741835"/>
              <a:gd name="csX6" fmla="*/ 580279 w 2342123"/>
              <a:gd name="csY6" fmla="*/ 1850618 h 3741835"/>
              <a:gd name="csX0" fmla="*/ 580279 w 2342123"/>
              <a:gd name="csY0" fmla="*/ 1852907 h 3744124"/>
              <a:gd name="csX1" fmla="*/ 38404 w 2342123"/>
              <a:gd name="csY1" fmla="*/ 948322 h 3744124"/>
              <a:gd name="csX2" fmla="*/ 1067501 w 2342123"/>
              <a:gd name="csY2" fmla="*/ 22376 h 3744124"/>
              <a:gd name="csX3" fmla="*/ 2342123 w 2342123"/>
              <a:gd name="csY3" fmla="*/ 1871957 h 3744124"/>
              <a:gd name="csX4" fmla="*/ 1067501 w 2342123"/>
              <a:gd name="csY4" fmla="*/ 3721538 h 3744124"/>
              <a:gd name="csX5" fmla="*/ 140003 w 2342123"/>
              <a:gd name="csY5" fmla="*/ 2796172 h 3744124"/>
              <a:gd name="csX6" fmla="*/ 580279 w 2342123"/>
              <a:gd name="csY6" fmla="*/ 1852907 h 3744124"/>
              <a:gd name="csX0" fmla="*/ 563353 w 2325197"/>
              <a:gd name="csY0" fmla="*/ 1852907 h 3744124"/>
              <a:gd name="csX1" fmla="*/ 21478 w 2325197"/>
              <a:gd name="csY1" fmla="*/ 948322 h 3744124"/>
              <a:gd name="csX2" fmla="*/ 1050575 w 2325197"/>
              <a:gd name="csY2" fmla="*/ 22376 h 3744124"/>
              <a:gd name="csX3" fmla="*/ 2325197 w 2325197"/>
              <a:gd name="csY3" fmla="*/ 1871957 h 3744124"/>
              <a:gd name="csX4" fmla="*/ 1050575 w 2325197"/>
              <a:gd name="csY4" fmla="*/ 3721538 h 3744124"/>
              <a:gd name="csX5" fmla="*/ 123077 w 2325197"/>
              <a:gd name="csY5" fmla="*/ 2796172 h 3744124"/>
              <a:gd name="csX6" fmla="*/ 563353 w 2325197"/>
              <a:gd name="csY6" fmla="*/ 1852907 h 3744124"/>
              <a:gd name="csX0" fmla="*/ 541887 w 2303731"/>
              <a:gd name="csY0" fmla="*/ 1851936 h 3743153"/>
              <a:gd name="csX1" fmla="*/ 12 w 2303731"/>
              <a:gd name="csY1" fmla="*/ 947351 h 3743153"/>
              <a:gd name="csX2" fmla="*/ 1029109 w 2303731"/>
              <a:gd name="csY2" fmla="*/ 21405 h 3743153"/>
              <a:gd name="csX3" fmla="*/ 2303731 w 2303731"/>
              <a:gd name="csY3" fmla="*/ 1870986 h 3743153"/>
              <a:gd name="csX4" fmla="*/ 1029109 w 2303731"/>
              <a:gd name="csY4" fmla="*/ 3720567 h 3743153"/>
              <a:gd name="csX5" fmla="*/ 101611 w 2303731"/>
              <a:gd name="csY5" fmla="*/ 2795201 h 3743153"/>
              <a:gd name="csX6" fmla="*/ 541887 w 2303731"/>
              <a:gd name="csY6" fmla="*/ 1851936 h 3743153"/>
              <a:gd name="csX0" fmla="*/ 554091 w 2315935"/>
              <a:gd name="csY0" fmla="*/ 1851629 h 3742846"/>
              <a:gd name="csX1" fmla="*/ 12216 w 2315935"/>
              <a:gd name="csY1" fmla="*/ 947044 h 3742846"/>
              <a:gd name="csX2" fmla="*/ 1041313 w 2315935"/>
              <a:gd name="csY2" fmla="*/ 21098 h 3742846"/>
              <a:gd name="csX3" fmla="*/ 2315935 w 2315935"/>
              <a:gd name="csY3" fmla="*/ 1870679 h 3742846"/>
              <a:gd name="csX4" fmla="*/ 1041313 w 2315935"/>
              <a:gd name="csY4" fmla="*/ 3720260 h 3742846"/>
              <a:gd name="csX5" fmla="*/ 113815 w 2315935"/>
              <a:gd name="csY5" fmla="*/ 2794894 h 3742846"/>
              <a:gd name="csX6" fmla="*/ 554091 w 2315935"/>
              <a:gd name="csY6" fmla="*/ 1851629 h 3742846"/>
              <a:gd name="csX0" fmla="*/ 478868 w 2240712"/>
              <a:gd name="csY0" fmla="*/ 1851629 h 3742846"/>
              <a:gd name="csX1" fmla="*/ 13193 w 2240712"/>
              <a:gd name="csY1" fmla="*/ 947044 h 3742846"/>
              <a:gd name="csX2" fmla="*/ 966090 w 2240712"/>
              <a:gd name="csY2" fmla="*/ 21098 h 3742846"/>
              <a:gd name="csX3" fmla="*/ 2240712 w 2240712"/>
              <a:gd name="csY3" fmla="*/ 1870679 h 3742846"/>
              <a:gd name="csX4" fmla="*/ 966090 w 2240712"/>
              <a:gd name="csY4" fmla="*/ 3720260 h 3742846"/>
              <a:gd name="csX5" fmla="*/ 38592 w 2240712"/>
              <a:gd name="csY5" fmla="*/ 2794894 h 3742846"/>
              <a:gd name="csX6" fmla="*/ 478868 w 2240712"/>
              <a:gd name="csY6" fmla="*/ 1851629 h 3742846"/>
              <a:gd name="csX0" fmla="*/ 453830 w 2215674"/>
              <a:gd name="csY0" fmla="*/ 1851232 h 3742449"/>
              <a:gd name="csX1" fmla="*/ 32605 w 2215674"/>
              <a:gd name="csY1" fmla="*/ 952997 h 3742449"/>
              <a:gd name="csX2" fmla="*/ 941052 w 2215674"/>
              <a:gd name="csY2" fmla="*/ 20701 h 3742449"/>
              <a:gd name="csX3" fmla="*/ 2215674 w 2215674"/>
              <a:gd name="csY3" fmla="*/ 1870282 h 3742449"/>
              <a:gd name="csX4" fmla="*/ 941052 w 2215674"/>
              <a:gd name="csY4" fmla="*/ 3719863 h 3742449"/>
              <a:gd name="csX5" fmla="*/ 13554 w 2215674"/>
              <a:gd name="csY5" fmla="*/ 2794497 h 3742449"/>
              <a:gd name="csX6" fmla="*/ 453830 w 2215674"/>
              <a:gd name="csY6" fmla="*/ 1851232 h 3742449"/>
              <a:gd name="csX0" fmla="*/ 453830 w 2215674"/>
              <a:gd name="csY0" fmla="*/ 1851232 h 3742449"/>
              <a:gd name="csX1" fmla="*/ 32605 w 2215674"/>
              <a:gd name="csY1" fmla="*/ 952997 h 3742449"/>
              <a:gd name="csX2" fmla="*/ 941052 w 2215674"/>
              <a:gd name="csY2" fmla="*/ 20701 h 3742449"/>
              <a:gd name="csX3" fmla="*/ 2215674 w 2215674"/>
              <a:gd name="csY3" fmla="*/ 1870282 h 3742449"/>
              <a:gd name="csX4" fmla="*/ 941052 w 2215674"/>
              <a:gd name="csY4" fmla="*/ 3719863 h 3742449"/>
              <a:gd name="csX5" fmla="*/ 13554 w 2215674"/>
              <a:gd name="csY5" fmla="*/ 2794497 h 3742449"/>
              <a:gd name="csX6" fmla="*/ 453830 w 2215674"/>
              <a:gd name="csY6" fmla="*/ 1851232 h 3742449"/>
              <a:gd name="csX0" fmla="*/ 453830 w 2215674"/>
              <a:gd name="csY0" fmla="*/ 1851379 h 3742596"/>
              <a:gd name="csX1" fmla="*/ 32605 w 2215674"/>
              <a:gd name="csY1" fmla="*/ 953144 h 3742596"/>
              <a:gd name="csX2" fmla="*/ 941052 w 2215674"/>
              <a:gd name="csY2" fmla="*/ 20848 h 3742596"/>
              <a:gd name="csX3" fmla="*/ 2215674 w 2215674"/>
              <a:gd name="csY3" fmla="*/ 1870429 h 3742596"/>
              <a:gd name="csX4" fmla="*/ 941052 w 2215674"/>
              <a:gd name="csY4" fmla="*/ 3720010 h 3742596"/>
              <a:gd name="csX5" fmla="*/ 13554 w 2215674"/>
              <a:gd name="csY5" fmla="*/ 2794644 h 3742596"/>
              <a:gd name="csX6" fmla="*/ 453830 w 2215674"/>
              <a:gd name="csY6" fmla="*/ 1851379 h 3742596"/>
              <a:gd name="csX0" fmla="*/ 452311 w 1610905"/>
              <a:gd name="csY0" fmla="*/ 1850655 h 3742649"/>
              <a:gd name="csX1" fmla="*/ 31086 w 1610905"/>
              <a:gd name="csY1" fmla="*/ 952420 h 3742649"/>
              <a:gd name="csX2" fmla="*/ 939533 w 1610905"/>
              <a:gd name="csY2" fmla="*/ 20124 h 3742649"/>
              <a:gd name="csX3" fmla="*/ 1610905 w 1610905"/>
              <a:gd name="csY3" fmla="*/ 1850655 h 3742649"/>
              <a:gd name="csX4" fmla="*/ 939533 w 1610905"/>
              <a:gd name="csY4" fmla="*/ 3719286 h 3742649"/>
              <a:gd name="csX5" fmla="*/ 12035 w 1610905"/>
              <a:gd name="csY5" fmla="*/ 2793920 h 3742649"/>
              <a:gd name="csX6" fmla="*/ 452311 w 1610905"/>
              <a:gd name="csY6" fmla="*/ 1850655 h 3742649"/>
              <a:gd name="csX0" fmla="*/ 451874 w 1630533"/>
              <a:gd name="csY0" fmla="*/ 1850655 h 3721846"/>
              <a:gd name="csX1" fmla="*/ 30649 w 1630533"/>
              <a:gd name="csY1" fmla="*/ 952420 h 3721846"/>
              <a:gd name="csX2" fmla="*/ 939096 w 1630533"/>
              <a:gd name="csY2" fmla="*/ 20124 h 3721846"/>
              <a:gd name="csX3" fmla="*/ 1610468 w 1630533"/>
              <a:gd name="csY3" fmla="*/ 1850655 h 3721846"/>
              <a:gd name="csX4" fmla="*/ 1408597 w 1630533"/>
              <a:gd name="csY4" fmla="*/ 3028869 h 3721846"/>
              <a:gd name="csX5" fmla="*/ 939096 w 1630533"/>
              <a:gd name="csY5" fmla="*/ 3719286 h 3721846"/>
              <a:gd name="csX6" fmla="*/ 11598 w 1630533"/>
              <a:gd name="csY6" fmla="*/ 2793920 h 3721846"/>
              <a:gd name="csX7" fmla="*/ 451874 w 1630533"/>
              <a:gd name="csY7" fmla="*/ 1850655 h 3721846"/>
              <a:gd name="csX0" fmla="*/ 452927 w 1898206"/>
              <a:gd name="csY0" fmla="*/ 1850655 h 3719298"/>
              <a:gd name="csX1" fmla="*/ 31702 w 1898206"/>
              <a:gd name="csY1" fmla="*/ 952420 h 3719298"/>
              <a:gd name="csX2" fmla="*/ 940149 w 1898206"/>
              <a:gd name="csY2" fmla="*/ 20124 h 3719298"/>
              <a:gd name="csX3" fmla="*/ 1611521 w 1898206"/>
              <a:gd name="csY3" fmla="*/ 1850655 h 3719298"/>
              <a:gd name="csX4" fmla="*/ 1873200 w 1898206"/>
              <a:gd name="csY4" fmla="*/ 2812969 h 3719298"/>
              <a:gd name="csX5" fmla="*/ 940149 w 1898206"/>
              <a:gd name="csY5" fmla="*/ 3719286 h 3719298"/>
              <a:gd name="csX6" fmla="*/ 12651 w 1898206"/>
              <a:gd name="csY6" fmla="*/ 2793920 h 3719298"/>
              <a:gd name="csX7" fmla="*/ 452927 w 1898206"/>
              <a:gd name="csY7" fmla="*/ 1850655 h 3719298"/>
              <a:gd name="csX0" fmla="*/ 452927 w 1898206"/>
              <a:gd name="csY0" fmla="*/ 1850655 h 3719298"/>
              <a:gd name="csX1" fmla="*/ 31702 w 1898206"/>
              <a:gd name="csY1" fmla="*/ 952420 h 3719298"/>
              <a:gd name="csX2" fmla="*/ 940149 w 1898206"/>
              <a:gd name="csY2" fmla="*/ 20124 h 3719298"/>
              <a:gd name="csX3" fmla="*/ 1611521 w 1898206"/>
              <a:gd name="csY3" fmla="*/ 1850655 h 3719298"/>
              <a:gd name="csX4" fmla="*/ 1873200 w 1898206"/>
              <a:gd name="csY4" fmla="*/ 2812969 h 3719298"/>
              <a:gd name="csX5" fmla="*/ 940149 w 1898206"/>
              <a:gd name="csY5" fmla="*/ 3719286 h 3719298"/>
              <a:gd name="csX6" fmla="*/ 12651 w 1898206"/>
              <a:gd name="csY6" fmla="*/ 2793920 h 3719298"/>
              <a:gd name="csX7" fmla="*/ 452927 w 1898206"/>
              <a:gd name="csY7" fmla="*/ 1850655 h 3719298"/>
              <a:gd name="csX0" fmla="*/ 452927 w 1881197"/>
              <a:gd name="csY0" fmla="*/ 1850655 h 3719300"/>
              <a:gd name="csX1" fmla="*/ 31702 w 1881197"/>
              <a:gd name="csY1" fmla="*/ 952420 h 3719300"/>
              <a:gd name="csX2" fmla="*/ 940149 w 1881197"/>
              <a:gd name="csY2" fmla="*/ 20124 h 3719300"/>
              <a:gd name="csX3" fmla="*/ 1611521 w 1881197"/>
              <a:gd name="csY3" fmla="*/ 1850655 h 3719300"/>
              <a:gd name="csX4" fmla="*/ 1873200 w 1881197"/>
              <a:gd name="csY4" fmla="*/ 2812969 h 3719300"/>
              <a:gd name="csX5" fmla="*/ 940149 w 1881197"/>
              <a:gd name="csY5" fmla="*/ 3719286 h 3719300"/>
              <a:gd name="csX6" fmla="*/ 12651 w 1881197"/>
              <a:gd name="csY6" fmla="*/ 2793920 h 3719300"/>
              <a:gd name="csX7" fmla="*/ 452927 w 1881197"/>
              <a:gd name="csY7" fmla="*/ 1850655 h 3719300"/>
              <a:gd name="csX0" fmla="*/ 452927 w 1881197"/>
              <a:gd name="csY0" fmla="*/ 1833350 h 3701995"/>
              <a:gd name="csX1" fmla="*/ 31702 w 1881197"/>
              <a:gd name="csY1" fmla="*/ 935115 h 3701995"/>
              <a:gd name="csX2" fmla="*/ 940149 w 1881197"/>
              <a:gd name="csY2" fmla="*/ 2819 h 3701995"/>
              <a:gd name="csX3" fmla="*/ 1327100 w 1881197"/>
              <a:gd name="csY3" fmla="*/ 687464 h 3701995"/>
              <a:gd name="csX4" fmla="*/ 1611521 w 1881197"/>
              <a:gd name="csY4" fmla="*/ 1833350 h 3701995"/>
              <a:gd name="csX5" fmla="*/ 1873200 w 1881197"/>
              <a:gd name="csY5" fmla="*/ 2795664 h 3701995"/>
              <a:gd name="csX6" fmla="*/ 940149 w 1881197"/>
              <a:gd name="csY6" fmla="*/ 3701981 h 3701995"/>
              <a:gd name="csX7" fmla="*/ 12651 w 1881197"/>
              <a:gd name="csY7" fmla="*/ 2776615 h 3701995"/>
              <a:gd name="csX8" fmla="*/ 452927 w 1881197"/>
              <a:gd name="csY8" fmla="*/ 1833350 h 3701995"/>
              <a:gd name="csX0" fmla="*/ 452927 w 1881197"/>
              <a:gd name="csY0" fmla="*/ 1833350 h 3701995"/>
              <a:gd name="csX1" fmla="*/ 31702 w 1881197"/>
              <a:gd name="csY1" fmla="*/ 935115 h 3701995"/>
              <a:gd name="csX2" fmla="*/ 940149 w 1881197"/>
              <a:gd name="csY2" fmla="*/ 2819 h 3701995"/>
              <a:gd name="csX3" fmla="*/ 1327100 w 1881197"/>
              <a:gd name="csY3" fmla="*/ 687464 h 3701995"/>
              <a:gd name="csX4" fmla="*/ 1611521 w 1881197"/>
              <a:gd name="csY4" fmla="*/ 1833350 h 3701995"/>
              <a:gd name="csX5" fmla="*/ 1873200 w 1881197"/>
              <a:gd name="csY5" fmla="*/ 2795664 h 3701995"/>
              <a:gd name="csX6" fmla="*/ 940149 w 1881197"/>
              <a:gd name="csY6" fmla="*/ 3701981 h 3701995"/>
              <a:gd name="csX7" fmla="*/ 12651 w 1881197"/>
              <a:gd name="csY7" fmla="*/ 2776615 h 3701995"/>
              <a:gd name="csX8" fmla="*/ 452927 w 1881197"/>
              <a:gd name="csY8" fmla="*/ 1833350 h 3701995"/>
              <a:gd name="csX0" fmla="*/ 452927 w 1890708"/>
              <a:gd name="csY0" fmla="*/ 1830531 h 3699176"/>
              <a:gd name="csX1" fmla="*/ 31702 w 1890708"/>
              <a:gd name="csY1" fmla="*/ 932296 h 3699176"/>
              <a:gd name="csX2" fmla="*/ 940149 w 1890708"/>
              <a:gd name="csY2" fmla="*/ 0 h 3699176"/>
              <a:gd name="csX3" fmla="*/ 1873200 w 1890708"/>
              <a:gd name="csY3" fmla="*/ 932295 h 3699176"/>
              <a:gd name="csX4" fmla="*/ 1611521 w 1890708"/>
              <a:gd name="csY4" fmla="*/ 1830531 h 3699176"/>
              <a:gd name="csX5" fmla="*/ 1873200 w 1890708"/>
              <a:gd name="csY5" fmla="*/ 2792845 h 3699176"/>
              <a:gd name="csX6" fmla="*/ 940149 w 1890708"/>
              <a:gd name="csY6" fmla="*/ 3699162 h 3699176"/>
              <a:gd name="csX7" fmla="*/ 12651 w 1890708"/>
              <a:gd name="csY7" fmla="*/ 2773796 h 3699176"/>
              <a:gd name="csX8" fmla="*/ 452927 w 1890708"/>
              <a:gd name="csY8" fmla="*/ 1830531 h 3699176"/>
              <a:gd name="csX0" fmla="*/ 452927 w 1881197"/>
              <a:gd name="csY0" fmla="*/ 1860606 h 3729251"/>
              <a:gd name="csX1" fmla="*/ 31702 w 1881197"/>
              <a:gd name="csY1" fmla="*/ 962371 h 3729251"/>
              <a:gd name="csX2" fmla="*/ 940149 w 1881197"/>
              <a:gd name="csY2" fmla="*/ 30075 h 3729251"/>
              <a:gd name="csX3" fmla="*/ 1409649 w 1881197"/>
              <a:gd name="csY3" fmla="*/ 295619 h 3729251"/>
              <a:gd name="csX4" fmla="*/ 1873200 w 1881197"/>
              <a:gd name="csY4" fmla="*/ 962370 h 3729251"/>
              <a:gd name="csX5" fmla="*/ 1611521 w 1881197"/>
              <a:gd name="csY5" fmla="*/ 1860606 h 3729251"/>
              <a:gd name="csX6" fmla="*/ 1873200 w 1881197"/>
              <a:gd name="csY6" fmla="*/ 2822920 h 3729251"/>
              <a:gd name="csX7" fmla="*/ 940149 w 1881197"/>
              <a:gd name="csY7" fmla="*/ 3729237 h 3729251"/>
              <a:gd name="csX8" fmla="*/ 12651 w 1881197"/>
              <a:gd name="csY8" fmla="*/ 2803871 h 3729251"/>
              <a:gd name="csX9" fmla="*/ 452927 w 1881197"/>
              <a:gd name="csY9" fmla="*/ 1860606 h 3729251"/>
              <a:gd name="csX0" fmla="*/ 452927 w 1881197"/>
              <a:gd name="csY0" fmla="*/ 1860606 h 3729251"/>
              <a:gd name="csX1" fmla="*/ 31702 w 1881197"/>
              <a:gd name="csY1" fmla="*/ 962371 h 3729251"/>
              <a:gd name="csX2" fmla="*/ 940149 w 1881197"/>
              <a:gd name="csY2" fmla="*/ 30075 h 3729251"/>
              <a:gd name="csX3" fmla="*/ 1409649 w 1881197"/>
              <a:gd name="csY3" fmla="*/ 295619 h 3729251"/>
              <a:gd name="csX4" fmla="*/ 1873200 w 1881197"/>
              <a:gd name="csY4" fmla="*/ 962370 h 3729251"/>
              <a:gd name="csX5" fmla="*/ 1611521 w 1881197"/>
              <a:gd name="csY5" fmla="*/ 1860606 h 3729251"/>
              <a:gd name="csX6" fmla="*/ 1873200 w 1881197"/>
              <a:gd name="csY6" fmla="*/ 2822920 h 3729251"/>
              <a:gd name="csX7" fmla="*/ 940149 w 1881197"/>
              <a:gd name="csY7" fmla="*/ 3729237 h 3729251"/>
              <a:gd name="csX8" fmla="*/ 12651 w 1881197"/>
              <a:gd name="csY8" fmla="*/ 2803871 h 3729251"/>
              <a:gd name="csX9" fmla="*/ 452927 w 1881197"/>
              <a:gd name="csY9" fmla="*/ 1860606 h 3729251"/>
              <a:gd name="csX0" fmla="*/ 452927 w 1881197"/>
              <a:gd name="csY0" fmla="*/ 1856904 h 3725549"/>
              <a:gd name="csX1" fmla="*/ 31702 w 1881197"/>
              <a:gd name="csY1" fmla="*/ 958669 h 3725549"/>
              <a:gd name="csX2" fmla="*/ 940149 w 1881197"/>
              <a:gd name="csY2" fmla="*/ 26373 h 3725549"/>
              <a:gd name="csX3" fmla="*/ 1612849 w 1881197"/>
              <a:gd name="csY3" fmla="*/ 317317 h 3725549"/>
              <a:gd name="csX4" fmla="*/ 1873200 w 1881197"/>
              <a:gd name="csY4" fmla="*/ 958668 h 3725549"/>
              <a:gd name="csX5" fmla="*/ 1611521 w 1881197"/>
              <a:gd name="csY5" fmla="*/ 1856904 h 3725549"/>
              <a:gd name="csX6" fmla="*/ 1873200 w 1881197"/>
              <a:gd name="csY6" fmla="*/ 2819218 h 3725549"/>
              <a:gd name="csX7" fmla="*/ 940149 w 1881197"/>
              <a:gd name="csY7" fmla="*/ 3725535 h 3725549"/>
              <a:gd name="csX8" fmla="*/ 12651 w 1881197"/>
              <a:gd name="csY8" fmla="*/ 2800169 h 3725549"/>
              <a:gd name="csX9" fmla="*/ 452927 w 1881197"/>
              <a:gd name="csY9" fmla="*/ 1856904 h 3725549"/>
              <a:gd name="csX0" fmla="*/ 452927 w 1881197"/>
              <a:gd name="csY0" fmla="*/ 1720195 h 3588840"/>
              <a:gd name="csX1" fmla="*/ 31702 w 1881197"/>
              <a:gd name="csY1" fmla="*/ 821960 h 3588840"/>
              <a:gd name="csX2" fmla="*/ 1073499 w 1881197"/>
              <a:gd name="csY2" fmla="*/ 42064 h 3588840"/>
              <a:gd name="csX3" fmla="*/ 1612849 w 1881197"/>
              <a:gd name="csY3" fmla="*/ 180608 h 3588840"/>
              <a:gd name="csX4" fmla="*/ 1873200 w 1881197"/>
              <a:gd name="csY4" fmla="*/ 821959 h 3588840"/>
              <a:gd name="csX5" fmla="*/ 1611521 w 1881197"/>
              <a:gd name="csY5" fmla="*/ 1720195 h 3588840"/>
              <a:gd name="csX6" fmla="*/ 1873200 w 1881197"/>
              <a:gd name="csY6" fmla="*/ 2682509 h 3588840"/>
              <a:gd name="csX7" fmla="*/ 940149 w 1881197"/>
              <a:gd name="csY7" fmla="*/ 3588826 h 3588840"/>
              <a:gd name="csX8" fmla="*/ 12651 w 1881197"/>
              <a:gd name="csY8" fmla="*/ 2663460 h 3588840"/>
              <a:gd name="csX9" fmla="*/ 452927 w 1881197"/>
              <a:gd name="csY9" fmla="*/ 1720195 h 3588840"/>
              <a:gd name="csX0" fmla="*/ 452927 w 1881197"/>
              <a:gd name="csY0" fmla="*/ 1862841 h 3731486"/>
              <a:gd name="csX1" fmla="*/ 31702 w 1881197"/>
              <a:gd name="csY1" fmla="*/ 964606 h 3731486"/>
              <a:gd name="csX2" fmla="*/ 889349 w 1881197"/>
              <a:gd name="csY2" fmla="*/ 25960 h 3731486"/>
              <a:gd name="csX3" fmla="*/ 1612849 w 1881197"/>
              <a:gd name="csY3" fmla="*/ 323254 h 3731486"/>
              <a:gd name="csX4" fmla="*/ 1873200 w 1881197"/>
              <a:gd name="csY4" fmla="*/ 964605 h 3731486"/>
              <a:gd name="csX5" fmla="*/ 1611521 w 1881197"/>
              <a:gd name="csY5" fmla="*/ 1862841 h 3731486"/>
              <a:gd name="csX6" fmla="*/ 1873200 w 1881197"/>
              <a:gd name="csY6" fmla="*/ 2825155 h 3731486"/>
              <a:gd name="csX7" fmla="*/ 940149 w 1881197"/>
              <a:gd name="csY7" fmla="*/ 3731472 h 3731486"/>
              <a:gd name="csX8" fmla="*/ 12651 w 1881197"/>
              <a:gd name="csY8" fmla="*/ 2806106 h 3731486"/>
              <a:gd name="csX9" fmla="*/ 452927 w 1881197"/>
              <a:gd name="csY9" fmla="*/ 1862841 h 3731486"/>
              <a:gd name="csX0" fmla="*/ 452927 w 1881197"/>
              <a:gd name="csY0" fmla="*/ 1839282 h 3707927"/>
              <a:gd name="csX1" fmla="*/ 31702 w 1881197"/>
              <a:gd name="csY1" fmla="*/ 941047 h 3707927"/>
              <a:gd name="csX2" fmla="*/ 889349 w 1881197"/>
              <a:gd name="csY2" fmla="*/ 2401 h 3707927"/>
              <a:gd name="csX3" fmla="*/ 1612849 w 1881197"/>
              <a:gd name="csY3" fmla="*/ 299695 h 3707927"/>
              <a:gd name="csX4" fmla="*/ 1873200 w 1881197"/>
              <a:gd name="csY4" fmla="*/ 941046 h 3707927"/>
              <a:gd name="csX5" fmla="*/ 1611521 w 1881197"/>
              <a:gd name="csY5" fmla="*/ 1839282 h 3707927"/>
              <a:gd name="csX6" fmla="*/ 1873200 w 1881197"/>
              <a:gd name="csY6" fmla="*/ 2801596 h 3707927"/>
              <a:gd name="csX7" fmla="*/ 940149 w 1881197"/>
              <a:gd name="csY7" fmla="*/ 3707913 h 3707927"/>
              <a:gd name="csX8" fmla="*/ 12651 w 1881197"/>
              <a:gd name="csY8" fmla="*/ 2782547 h 3707927"/>
              <a:gd name="csX9" fmla="*/ 452927 w 1881197"/>
              <a:gd name="csY9" fmla="*/ 1839282 h 3707927"/>
              <a:gd name="csX0" fmla="*/ 452927 w 1881197"/>
              <a:gd name="csY0" fmla="*/ 1837406 h 3706051"/>
              <a:gd name="csX1" fmla="*/ 31702 w 1881197"/>
              <a:gd name="csY1" fmla="*/ 939171 h 3706051"/>
              <a:gd name="csX2" fmla="*/ 368250 w 1881197"/>
              <a:gd name="csY2" fmla="*/ 361319 h 3706051"/>
              <a:gd name="csX3" fmla="*/ 889349 w 1881197"/>
              <a:gd name="csY3" fmla="*/ 525 h 3706051"/>
              <a:gd name="csX4" fmla="*/ 1612849 w 1881197"/>
              <a:gd name="csY4" fmla="*/ 297819 h 3706051"/>
              <a:gd name="csX5" fmla="*/ 1873200 w 1881197"/>
              <a:gd name="csY5" fmla="*/ 939170 h 3706051"/>
              <a:gd name="csX6" fmla="*/ 1611521 w 1881197"/>
              <a:gd name="csY6" fmla="*/ 1837406 h 3706051"/>
              <a:gd name="csX7" fmla="*/ 1873200 w 1881197"/>
              <a:gd name="csY7" fmla="*/ 2799720 h 3706051"/>
              <a:gd name="csX8" fmla="*/ 940149 w 1881197"/>
              <a:gd name="csY8" fmla="*/ 3706037 h 3706051"/>
              <a:gd name="csX9" fmla="*/ 12651 w 1881197"/>
              <a:gd name="csY9" fmla="*/ 2780671 h 3706051"/>
              <a:gd name="csX10" fmla="*/ 452927 w 1881197"/>
              <a:gd name="csY10" fmla="*/ 1837406 h 3706051"/>
              <a:gd name="csX0" fmla="*/ 452927 w 1881197"/>
              <a:gd name="csY0" fmla="*/ 1836972 h 3705617"/>
              <a:gd name="csX1" fmla="*/ 31702 w 1881197"/>
              <a:gd name="csY1" fmla="*/ 938737 h 3705617"/>
              <a:gd name="csX2" fmla="*/ 266650 w 1881197"/>
              <a:gd name="csY2" fmla="*/ 322785 h 3705617"/>
              <a:gd name="csX3" fmla="*/ 889349 w 1881197"/>
              <a:gd name="csY3" fmla="*/ 91 h 3705617"/>
              <a:gd name="csX4" fmla="*/ 1612849 w 1881197"/>
              <a:gd name="csY4" fmla="*/ 297385 h 3705617"/>
              <a:gd name="csX5" fmla="*/ 1873200 w 1881197"/>
              <a:gd name="csY5" fmla="*/ 938736 h 3705617"/>
              <a:gd name="csX6" fmla="*/ 1611521 w 1881197"/>
              <a:gd name="csY6" fmla="*/ 1836972 h 3705617"/>
              <a:gd name="csX7" fmla="*/ 1873200 w 1881197"/>
              <a:gd name="csY7" fmla="*/ 2799286 h 3705617"/>
              <a:gd name="csX8" fmla="*/ 940149 w 1881197"/>
              <a:gd name="csY8" fmla="*/ 3705603 h 3705617"/>
              <a:gd name="csX9" fmla="*/ 12651 w 1881197"/>
              <a:gd name="csY9" fmla="*/ 2780237 h 3705617"/>
              <a:gd name="csX10" fmla="*/ 452927 w 1881197"/>
              <a:gd name="csY10" fmla="*/ 1836972 h 3705617"/>
              <a:gd name="csX0" fmla="*/ 452927 w 1895290"/>
              <a:gd name="csY0" fmla="*/ 1836972 h 3705615"/>
              <a:gd name="csX1" fmla="*/ 31702 w 1895290"/>
              <a:gd name="csY1" fmla="*/ 938737 h 3705615"/>
              <a:gd name="csX2" fmla="*/ 266650 w 1895290"/>
              <a:gd name="csY2" fmla="*/ 322785 h 3705615"/>
              <a:gd name="csX3" fmla="*/ 889349 w 1895290"/>
              <a:gd name="csY3" fmla="*/ 91 h 3705615"/>
              <a:gd name="csX4" fmla="*/ 1612849 w 1895290"/>
              <a:gd name="csY4" fmla="*/ 297385 h 3705615"/>
              <a:gd name="csX5" fmla="*/ 1873200 w 1895290"/>
              <a:gd name="csY5" fmla="*/ 938736 h 3705615"/>
              <a:gd name="csX6" fmla="*/ 1579771 w 1895290"/>
              <a:gd name="csY6" fmla="*/ 1849672 h 3705615"/>
              <a:gd name="csX7" fmla="*/ 1873200 w 1895290"/>
              <a:gd name="csY7" fmla="*/ 2799286 h 3705615"/>
              <a:gd name="csX8" fmla="*/ 940149 w 1895290"/>
              <a:gd name="csY8" fmla="*/ 3705603 h 3705615"/>
              <a:gd name="csX9" fmla="*/ 12651 w 1895290"/>
              <a:gd name="csY9" fmla="*/ 2780237 h 3705615"/>
              <a:gd name="csX10" fmla="*/ 452927 w 1895290"/>
              <a:gd name="csY10" fmla="*/ 1836972 h 3705615"/>
              <a:gd name="csX0" fmla="*/ 452927 w 1895290"/>
              <a:gd name="csY0" fmla="*/ 1836972 h 3705615"/>
              <a:gd name="csX1" fmla="*/ 31702 w 1895290"/>
              <a:gd name="csY1" fmla="*/ 938737 h 3705615"/>
              <a:gd name="csX2" fmla="*/ 266650 w 1895290"/>
              <a:gd name="csY2" fmla="*/ 322785 h 3705615"/>
              <a:gd name="csX3" fmla="*/ 889349 w 1895290"/>
              <a:gd name="csY3" fmla="*/ 91 h 3705615"/>
              <a:gd name="csX4" fmla="*/ 1612849 w 1895290"/>
              <a:gd name="csY4" fmla="*/ 297385 h 3705615"/>
              <a:gd name="csX5" fmla="*/ 1873200 w 1895290"/>
              <a:gd name="csY5" fmla="*/ 938736 h 3705615"/>
              <a:gd name="csX6" fmla="*/ 1579771 w 1895290"/>
              <a:gd name="csY6" fmla="*/ 1849672 h 3705615"/>
              <a:gd name="csX7" fmla="*/ 1873200 w 1895290"/>
              <a:gd name="csY7" fmla="*/ 2799286 h 3705615"/>
              <a:gd name="csX8" fmla="*/ 940149 w 1895290"/>
              <a:gd name="csY8" fmla="*/ 3705603 h 3705615"/>
              <a:gd name="csX9" fmla="*/ 12651 w 1895290"/>
              <a:gd name="csY9" fmla="*/ 2780237 h 3705615"/>
              <a:gd name="csX10" fmla="*/ 452927 w 1895290"/>
              <a:gd name="csY10" fmla="*/ 1836972 h 3705615"/>
              <a:gd name="csX0" fmla="*/ 452927 w 1895290"/>
              <a:gd name="csY0" fmla="*/ 1836972 h 3705615"/>
              <a:gd name="csX1" fmla="*/ 31702 w 1895290"/>
              <a:gd name="csY1" fmla="*/ 938737 h 3705615"/>
              <a:gd name="csX2" fmla="*/ 266650 w 1895290"/>
              <a:gd name="csY2" fmla="*/ 322785 h 3705615"/>
              <a:gd name="csX3" fmla="*/ 889349 w 1895290"/>
              <a:gd name="csY3" fmla="*/ 91 h 3705615"/>
              <a:gd name="csX4" fmla="*/ 1612849 w 1895290"/>
              <a:gd name="csY4" fmla="*/ 297385 h 3705615"/>
              <a:gd name="csX5" fmla="*/ 1873200 w 1895290"/>
              <a:gd name="csY5" fmla="*/ 938736 h 3705615"/>
              <a:gd name="csX6" fmla="*/ 1579771 w 1895290"/>
              <a:gd name="csY6" fmla="*/ 1849672 h 3705615"/>
              <a:gd name="csX7" fmla="*/ 1873200 w 1895290"/>
              <a:gd name="csY7" fmla="*/ 2799286 h 3705615"/>
              <a:gd name="csX8" fmla="*/ 940149 w 1895290"/>
              <a:gd name="csY8" fmla="*/ 3705603 h 3705615"/>
              <a:gd name="csX9" fmla="*/ 12651 w 1895290"/>
              <a:gd name="csY9" fmla="*/ 2780237 h 3705615"/>
              <a:gd name="csX10" fmla="*/ 452927 w 1895290"/>
              <a:gd name="csY10" fmla="*/ 1836972 h 3705615"/>
              <a:gd name="csX0" fmla="*/ 452927 w 1891822"/>
              <a:gd name="csY0" fmla="*/ 1836972 h 3705615"/>
              <a:gd name="csX1" fmla="*/ 31702 w 1891822"/>
              <a:gd name="csY1" fmla="*/ 938737 h 3705615"/>
              <a:gd name="csX2" fmla="*/ 266650 w 1891822"/>
              <a:gd name="csY2" fmla="*/ 322785 h 3705615"/>
              <a:gd name="csX3" fmla="*/ 889349 w 1891822"/>
              <a:gd name="csY3" fmla="*/ 91 h 3705615"/>
              <a:gd name="csX4" fmla="*/ 1612849 w 1891822"/>
              <a:gd name="csY4" fmla="*/ 297385 h 3705615"/>
              <a:gd name="csX5" fmla="*/ 1873200 w 1891822"/>
              <a:gd name="csY5" fmla="*/ 938736 h 3705615"/>
              <a:gd name="csX6" fmla="*/ 1579771 w 1891822"/>
              <a:gd name="csY6" fmla="*/ 1849672 h 3705615"/>
              <a:gd name="csX7" fmla="*/ 1873200 w 1891822"/>
              <a:gd name="csY7" fmla="*/ 2799286 h 3705615"/>
              <a:gd name="csX8" fmla="*/ 940149 w 1891822"/>
              <a:gd name="csY8" fmla="*/ 3705603 h 3705615"/>
              <a:gd name="csX9" fmla="*/ 12651 w 1891822"/>
              <a:gd name="csY9" fmla="*/ 2780237 h 3705615"/>
              <a:gd name="csX10" fmla="*/ 452927 w 1891822"/>
              <a:gd name="csY10" fmla="*/ 1836972 h 3705615"/>
              <a:gd name="csX0" fmla="*/ 452159 w 1872645"/>
              <a:gd name="csY0" fmla="*/ 1836972 h 3720055"/>
              <a:gd name="csX1" fmla="*/ 30934 w 1872645"/>
              <a:gd name="csY1" fmla="*/ 938737 h 3720055"/>
              <a:gd name="csX2" fmla="*/ 265882 w 1872645"/>
              <a:gd name="csY2" fmla="*/ 322785 h 3720055"/>
              <a:gd name="csX3" fmla="*/ 888581 w 1872645"/>
              <a:gd name="csY3" fmla="*/ 91 h 3720055"/>
              <a:gd name="csX4" fmla="*/ 1612081 w 1872645"/>
              <a:gd name="csY4" fmla="*/ 297385 h 3720055"/>
              <a:gd name="csX5" fmla="*/ 1872432 w 1872645"/>
              <a:gd name="csY5" fmla="*/ 938736 h 3720055"/>
              <a:gd name="csX6" fmla="*/ 1579003 w 1872645"/>
              <a:gd name="csY6" fmla="*/ 1849672 h 3720055"/>
              <a:gd name="csX7" fmla="*/ 1872432 w 1872645"/>
              <a:gd name="csY7" fmla="*/ 2799286 h 3720055"/>
              <a:gd name="csX8" fmla="*/ 1542231 w 1872645"/>
              <a:gd name="csY8" fmla="*/ 3307285 h 3720055"/>
              <a:gd name="csX9" fmla="*/ 939381 w 1872645"/>
              <a:gd name="csY9" fmla="*/ 3705603 h 3720055"/>
              <a:gd name="csX10" fmla="*/ 11883 w 1872645"/>
              <a:gd name="csY10" fmla="*/ 2780237 h 3720055"/>
              <a:gd name="csX11" fmla="*/ 452159 w 1872645"/>
              <a:gd name="csY11" fmla="*/ 1836972 h 3720055"/>
              <a:gd name="csX0" fmla="*/ 452159 w 1872645"/>
              <a:gd name="csY0" fmla="*/ 1836972 h 3720055"/>
              <a:gd name="csX1" fmla="*/ 30934 w 1872645"/>
              <a:gd name="csY1" fmla="*/ 938737 h 3720055"/>
              <a:gd name="csX2" fmla="*/ 265882 w 1872645"/>
              <a:gd name="csY2" fmla="*/ 322785 h 3720055"/>
              <a:gd name="csX3" fmla="*/ 888581 w 1872645"/>
              <a:gd name="csY3" fmla="*/ 91 h 3720055"/>
              <a:gd name="csX4" fmla="*/ 1612081 w 1872645"/>
              <a:gd name="csY4" fmla="*/ 297385 h 3720055"/>
              <a:gd name="csX5" fmla="*/ 1872432 w 1872645"/>
              <a:gd name="csY5" fmla="*/ 938736 h 3720055"/>
              <a:gd name="csX6" fmla="*/ 1579003 w 1872645"/>
              <a:gd name="csY6" fmla="*/ 1849672 h 3720055"/>
              <a:gd name="csX7" fmla="*/ 1872432 w 1872645"/>
              <a:gd name="csY7" fmla="*/ 2799286 h 3720055"/>
              <a:gd name="csX8" fmla="*/ 1542231 w 1872645"/>
              <a:gd name="csY8" fmla="*/ 3307285 h 3720055"/>
              <a:gd name="csX9" fmla="*/ 939381 w 1872645"/>
              <a:gd name="csY9" fmla="*/ 3705603 h 3720055"/>
              <a:gd name="csX10" fmla="*/ 11883 w 1872645"/>
              <a:gd name="csY10" fmla="*/ 2780237 h 3720055"/>
              <a:gd name="csX11" fmla="*/ 452159 w 1872645"/>
              <a:gd name="csY11" fmla="*/ 1836972 h 3720055"/>
              <a:gd name="csX0" fmla="*/ 452328 w 1872892"/>
              <a:gd name="csY0" fmla="*/ 1836972 h 3730496"/>
              <a:gd name="csX1" fmla="*/ 31103 w 1872892"/>
              <a:gd name="csY1" fmla="*/ 938737 h 3730496"/>
              <a:gd name="csX2" fmla="*/ 266051 w 1872892"/>
              <a:gd name="csY2" fmla="*/ 322785 h 3730496"/>
              <a:gd name="csX3" fmla="*/ 888750 w 1872892"/>
              <a:gd name="csY3" fmla="*/ 91 h 3730496"/>
              <a:gd name="csX4" fmla="*/ 1612250 w 1872892"/>
              <a:gd name="csY4" fmla="*/ 297385 h 3730496"/>
              <a:gd name="csX5" fmla="*/ 1872601 w 1872892"/>
              <a:gd name="csY5" fmla="*/ 938736 h 3730496"/>
              <a:gd name="csX6" fmla="*/ 1579172 w 1872892"/>
              <a:gd name="csY6" fmla="*/ 1849672 h 3730496"/>
              <a:gd name="csX7" fmla="*/ 1872601 w 1872892"/>
              <a:gd name="csY7" fmla="*/ 2799286 h 3730496"/>
              <a:gd name="csX8" fmla="*/ 1618600 w 1872892"/>
              <a:gd name="csY8" fmla="*/ 3408885 h 3730496"/>
              <a:gd name="csX9" fmla="*/ 939550 w 1872892"/>
              <a:gd name="csY9" fmla="*/ 3705603 h 3730496"/>
              <a:gd name="csX10" fmla="*/ 12052 w 1872892"/>
              <a:gd name="csY10" fmla="*/ 2780237 h 3730496"/>
              <a:gd name="csX11" fmla="*/ 452328 w 1872892"/>
              <a:gd name="csY11" fmla="*/ 1836972 h 3730496"/>
              <a:gd name="csX0" fmla="*/ 440336 w 1860900"/>
              <a:gd name="csY0" fmla="*/ 1836972 h 3705628"/>
              <a:gd name="csX1" fmla="*/ 19111 w 1860900"/>
              <a:gd name="csY1" fmla="*/ 938737 h 3705628"/>
              <a:gd name="csX2" fmla="*/ 254059 w 1860900"/>
              <a:gd name="csY2" fmla="*/ 322785 h 3705628"/>
              <a:gd name="csX3" fmla="*/ 876758 w 1860900"/>
              <a:gd name="csY3" fmla="*/ 91 h 3705628"/>
              <a:gd name="csX4" fmla="*/ 1600258 w 1860900"/>
              <a:gd name="csY4" fmla="*/ 297385 h 3705628"/>
              <a:gd name="csX5" fmla="*/ 1860609 w 1860900"/>
              <a:gd name="csY5" fmla="*/ 938736 h 3705628"/>
              <a:gd name="csX6" fmla="*/ 1567180 w 1860900"/>
              <a:gd name="csY6" fmla="*/ 1849672 h 3705628"/>
              <a:gd name="csX7" fmla="*/ 1860609 w 1860900"/>
              <a:gd name="csY7" fmla="*/ 2799286 h 3705628"/>
              <a:gd name="csX8" fmla="*/ 1606608 w 1860900"/>
              <a:gd name="csY8" fmla="*/ 3408885 h 3705628"/>
              <a:gd name="csX9" fmla="*/ 927558 w 1860900"/>
              <a:gd name="csY9" fmla="*/ 3705603 h 3705628"/>
              <a:gd name="csX10" fmla="*/ 412809 w 1860900"/>
              <a:gd name="csY10" fmla="*/ 3421584 h 3705628"/>
              <a:gd name="csX11" fmla="*/ 60 w 1860900"/>
              <a:gd name="csY11" fmla="*/ 2780237 h 3705628"/>
              <a:gd name="csX12" fmla="*/ 440336 w 1860900"/>
              <a:gd name="csY12" fmla="*/ 1836972 h 3705628"/>
              <a:gd name="csX0" fmla="*/ 440336 w 1860900"/>
              <a:gd name="csY0" fmla="*/ 1836972 h 3705628"/>
              <a:gd name="csX1" fmla="*/ 19111 w 1860900"/>
              <a:gd name="csY1" fmla="*/ 938737 h 3705628"/>
              <a:gd name="csX2" fmla="*/ 254059 w 1860900"/>
              <a:gd name="csY2" fmla="*/ 322785 h 3705628"/>
              <a:gd name="csX3" fmla="*/ 876758 w 1860900"/>
              <a:gd name="csY3" fmla="*/ 91 h 3705628"/>
              <a:gd name="csX4" fmla="*/ 1600258 w 1860900"/>
              <a:gd name="csY4" fmla="*/ 297385 h 3705628"/>
              <a:gd name="csX5" fmla="*/ 1860609 w 1860900"/>
              <a:gd name="csY5" fmla="*/ 938736 h 3705628"/>
              <a:gd name="csX6" fmla="*/ 1567180 w 1860900"/>
              <a:gd name="csY6" fmla="*/ 1849672 h 3705628"/>
              <a:gd name="csX7" fmla="*/ 1860609 w 1860900"/>
              <a:gd name="csY7" fmla="*/ 2799286 h 3705628"/>
              <a:gd name="csX8" fmla="*/ 1606608 w 1860900"/>
              <a:gd name="csY8" fmla="*/ 3408885 h 3705628"/>
              <a:gd name="csX9" fmla="*/ 927558 w 1860900"/>
              <a:gd name="csY9" fmla="*/ 3705603 h 3705628"/>
              <a:gd name="csX10" fmla="*/ 412809 w 1860900"/>
              <a:gd name="csY10" fmla="*/ 3421584 h 3705628"/>
              <a:gd name="csX11" fmla="*/ 60 w 1860900"/>
              <a:gd name="csY11" fmla="*/ 2780237 h 3705628"/>
              <a:gd name="csX12" fmla="*/ 440336 w 1860900"/>
              <a:gd name="csY12" fmla="*/ 1836972 h 3705628"/>
              <a:gd name="csX0" fmla="*/ 440735 w 1861299"/>
              <a:gd name="csY0" fmla="*/ 1836972 h 3708983"/>
              <a:gd name="csX1" fmla="*/ 19510 w 1861299"/>
              <a:gd name="csY1" fmla="*/ 938737 h 3708983"/>
              <a:gd name="csX2" fmla="*/ 254458 w 1861299"/>
              <a:gd name="csY2" fmla="*/ 322785 h 3708983"/>
              <a:gd name="csX3" fmla="*/ 877157 w 1861299"/>
              <a:gd name="csY3" fmla="*/ 91 h 3708983"/>
              <a:gd name="csX4" fmla="*/ 1600657 w 1861299"/>
              <a:gd name="csY4" fmla="*/ 297385 h 3708983"/>
              <a:gd name="csX5" fmla="*/ 1861008 w 1861299"/>
              <a:gd name="csY5" fmla="*/ 938736 h 3708983"/>
              <a:gd name="csX6" fmla="*/ 1567579 w 1861299"/>
              <a:gd name="csY6" fmla="*/ 1849672 h 3708983"/>
              <a:gd name="csX7" fmla="*/ 1861008 w 1861299"/>
              <a:gd name="csY7" fmla="*/ 2799286 h 3708983"/>
              <a:gd name="csX8" fmla="*/ 1607007 w 1861299"/>
              <a:gd name="csY8" fmla="*/ 3408885 h 3708983"/>
              <a:gd name="csX9" fmla="*/ 927957 w 1861299"/>
              <a:gd name="csY9" fmla="*/ 3705603 h 3708983"/>
              <a:gd name="csX10" fmla="*/ 368758 w 1861299"/>
              <a:gd name="csY10" fmla="*/ 3516834 h 3708983"/>
              <a:gd name="csX11" fmla="*/ 459 w 1861299"/>
              <a:gd name="csY11" fmla="*/ 2780237 h 3708983"/>
              <a:gd name="csX12" fmla="*/ 440735 w 1861299"/>
              <a:gd name="csY12" fmla="*/ 1836972 h 3708983"/>
              <a:gd name="csX0" fmla="*/ 440774 w 1861338"/>
              <a:gd name="csY0" fmla="*/ 1836972 h 3708340"/>
              <a:gd name="csX1" fmla="*/ 19549 w 1861338"/>
              <a:gd name="csY1" fmla="*/ 938737 h 3708340"/>
              <a:gd name="csX2" fmla="*/ 254497 w 1861338"/>
              <a:gd name="csY2" fmla="*/ 322785 h 3708340"/>
              <a:gd name="csX3" fmla="*/ 877196 w 1861338"/>
              <a:gd name="csY3" fmla="*/ 91 h 3708340"/>
              <a:gd name="csX4" fmla="*/ 1600696 w 1861338"/>
              <a:gd name="csY4" fmla="*/ 297385 h 3708340"/>
              <a:gd name="csX5" fmla="*/ 1861047 w 1861338"/>
              <a:gd name="csY5" fmla="*/ 938736 h 3708340"/>
              <a:gd name="csX6" fmla="*/ 1567618 w 1861338"/>
              <a:gd name="csY6" fmla="*/ 1849672 h 3708340"/>
              <a:gd name="csX7" fmla="*/ 1861047 w 1861338"/>
              <a:gd name="csY7" fmla="*/ 2799286 h 3708340"/>
              <a:gd name="csX8" fmla="*/ 1607046 w 1861338"/>
              <a:gd name="csY8" fmla="*/ 3408885 h 3708340"/>
              <a:gd name="csX9" fmla="*/ 927996 w 1861338"/>
              <a:gd name="csY9" fmla="*/ 3705603 h 3708340"/>
              <a:gd name="csX10" fmla="*/ 368797 w 1861338"/>
              <a:gd name="csY10" fmla="*/ 3516834 h 3708340"/>
              <a:gd name="csX11" fmla="*/ 498 w 1861338"/>
              <a:gd name="csY11" fmla="*/ 2780237 h 3708340"/>
              <a:gd name="csX12" fmla="*/ 440774 w 1861338"/>
              <a:gd name="csY12" fmla="*/ 1836972 h 3708340"/>
              <a:gd name="csX0" fmla="*/ 440774 w 1861338"/>
              <a:gd name="csY0" fmla="*/ 1836972 h 3706434"/>
              <a:gd name="csX1" fmla="*/ 19549 w 1861338"/>
              <a:gd name="csY1" fmla="*/ 938737 h 3706434"/>
              <a:gd name="csX2" fmla="*/ 254497 w 1861338"/>
              <a:gd name="csY2" fmla="*/ 322785 h 3706434"/>
              <a:gd name="csX3" fmla="*/ 877196 w 1861338"/>
              <a:gd name="csY3" fmla="*/ 91 h 3706434"/>
              <a:gd name="csX4" fmla="*/ 1600696 w 1861338"/>
              <a:gd name="csY4" fmla="*/ 297385 h 3706434"/>
              <a:gd name="csX5" fmla="*/ 1861047 w 1861338"/>
              <a:gd name="csY5" fmla="*/ 938736 h 3706434"/>
              <a:gd name="csX6" fmla="*/ 1567618 w 1861338"/>
              <a:gd name="csY6" fmla="*/ 1849672 h 3706434"/>
              <a:gd name="csX7" fmla="*/ 1861047 w 1861338"/>
              <a:gd name="csY7" fmla="*/ 2799286 h 3706434"/>
              <a:gd name="csX8" fmla="*/ 1607046 w 1861338"/>
              <a:gd name="csY8" fmla="*/ 3408885 h 3706434"/>
              <a:gd name="csX9" fmla="*/ 927996 w 1861338"/>
              <a:gd name="csY9" fmla="*/ 3705603 h 3706434"/>
              <a:gd name="csX10" fmla="*/ 368797 w 1861338"/>
              <a:gd name="csY10" fmla="*/ 3516834 h 3706434"/>
              <a:gd name="csX11" fmla="*/ 498 w 1861338"/>
              <a:gd name="csY11" fmla="*/ 2780237 h 3706434"/>
              <a:gd name="csX12" fmla="*/ 440774 w 1861338"/>
              <a:gd name="csY12" fmla="*/ 1836972 h 3706434"/>
              <a:gd name="csX0" fmla="*/ 440744 w 1861298"/>
              <a:gd name="csY0" fmla="*/ 1836972 h 3706434"/>
              <a:gd name="csX1" fmla="*/ 19519 w 1861298"/>
              <a:gd name="csY1" fmla="*/ 938737 h 3706434"/>
              <a:gd name="csX2" fmla="*/ 254467 w 1861298"/>
              <a:gd name="csY2" fmla="*/ 322785 h 3706434"/>
              <a:gd name="csX3" fmla="*/ 877166 w 1861298"/>
              <a:gd name="csY3" fmla="*/ 91 h 3706434"/>
              <a:gd name="csX4" fmla="*/ 1600666 w 1861298"/>
              <a:gd name="csY4" fmla="*/ 297385 h 3706434"/>
              <a:gd name="csX5" fmla="*/ 1861017 w 1861298"/>
              <a:gd name="csY5" fmla="*/ 938736 h 3706434"/>
              <a:gd name="csX6" fmla="*/ 1567588 w 1861298"/>
              <a:gd name="csY6" fmla="*/ 1849672 h 3706434"/>
              <a:gd name="csX7" fmla="*/ 1861017 w 1861298"/>
              <a:gd name="csY7" fmla="*/ 2799286 h 3706434"/>
              <a:gd name="csX8" fmla="*/ 1607016 w 1861298"/>
              <a:gd name="csY8" fmla="*/ 3408885 h 3706434"/>
              <a:gd name="csX9" fmla="*/ 953366 w 1861298"/>
              <a:gd name="csY9" fmla="*/ 3705603 h 3706434"/>
              <a:gd name="csX10" fmla="*/ 368767 w 1861298"/>
              <a:gd name="csY10" fmla="*/ 3516834 h 3706434"/>
              <a:gd name="csX11" fmla="*/ 468 w 1861298"/>
              <a:gd name="csY11" fmla="*/ 2780237 h 3706434"/>
              <a:gd name="csX12" fmla="*/ 440744 w 1861298"/>
              <a:gd name="csY12" fmla="*/ 1836972 h 3706434"/>
              <a:gd name="csX0" fmla="*/ 440744 w 1861298"/>
              <a:gd name="csY0" fmla="*/ 1836972 h 3706055"/>
              <a:gd name="csX1" fmla="*/ 19519 w 1861298"/>
              <a:gd name="csY1" fmla="*/ 938737 h 3706055"/>
              <a:gd name="csX2" fmla="*/ 254467 w 1861298"/>
              <a:gd name="csY2" fmla="*/ 322785 h 3706055"/>
              <a:gd name="csX3" fmla="*/ 877166 w 1861298"/>
              <a:gd name="csY3" fmla="*/ 91 h 3706055"/>
              <a:gd name="csX4" fmla="*/ 1600666 w 1861298"/>
              <a:gd name="csY4" fmla="*/ 297385 h 3706055"/>
              <a:gd name="csX5" fmla="*/ 1861017 w 1861298"/>
              <a:gd name="csY5" fmla="*/ 938736 h 3706055"/>
              <a:gd name="csX6" fmla="*/ 1567588 w 1861298"/>
              <a:gd name="csY6" fmla="*/ 1849672 h 3706055"/>
              <a:gd name="csX7" fmla="*/ 1861017 w 1861298"/>
              <a:gd name="csY7" fmla="*/ 2799286 h 3706055"/>
              <a:gd name="csX8" fmla="*/ 1607016 w 1861298"/>
              <a:gd name="csY8" fmla="*/ 3408885 h 3706055"/>
              <a:gd name="csX9" fmla="*/ 953366 w 1861298"/>
              <a:gd name="csY9" fmla="*/ 3705603 h 3706055"/>
              <a:gd name="csX10" fmla="*/ 368767 w 1861298"/>
              <a:gd name="csY10" fmla="*/ 3516834 h 3706055"/>
              <a:gd name="csX11" fmla="*/ 468 w 1861298"/>
              <a:gd name="csY11" fmla="*/ 2780237 h 3706055"/>
              <a:gd name="csX12" fmla="*/ 440744 w 1861298"/>
              <a:gd name="csY12" fmla="*/ 1836972 h 3706055"/>
              <a:gd name="csX0" fmla="*/ 440744 w 1864294"/>
              <a:gd name="csY0" fmla="*/ 1836972 h 3706055"/>
              <a:gd name="csX1" fmla="*/ 19519 w 1864294"/>
              <a:gd name="csY1" fmla="*/ 938737 h 3706055"/>
              <a:gd name="csX2" fmla="*/ 254467 w 1864294"/>
              <a:gd name="csY2" fmla="*/ 322785 h 3706055"/>
              <a:gd name="csX3" fmla="*/ 877166 w 1864294"/>
              <a:gd name="csY3" fmla="*/ 91 h 3706055"/>
              <a:gd name="csX4" fmla="*/ 1600666 w 1864294"/>
              <a:gd name="csY4" fmla="*/ 297385 h 3706055"/>
              <a:gd name="csX5" fmla="*/ 1861017 w 1864294"/>
              <a:gd name="csY5" fmla="*/ 938736 h 3706055"/>
              <a:gd name="csX6" fmla="*/ 1453288 w 1864294"/>
              <a:gd name="csY6" fmla="*/ 1862372 h 3706055"/>
              <a:gd name="csX7" fmla="*/ 1861017 w 1864294"/>
              <a:gd name="csY7" fmla="*/ 2799286 h 3706055"/>
              <a:gd name="csX8" fmla="*/ 1607016 w 1864294"/>
              <a:gd name="csY8" fmla="*/ 3408885 h 3706055"/>
              <a:gd name="csX9" fmla="*/ 953366 w 1864294"/>
              <a:gd name="csY9" fmla="*/ 3705603 h 3706055"/>
              <a:gd name="csX10" fmla="*/ 368767 w 1864294"/>
              <a:gd name="csY10" fmla="*/ 3516834 h 3706055"/>
              <a:gd name="csX11" fmla="*/ 468 w 1864294"/>
              <a:gd name="csY11" fmla="*/ 2780237 h 3706055"/>
              <a:gd name="csX12" fmla="*/ 440744 w 1864294"/>
              <a:gd name="csY12" fmla="*/ 1836972 h 3706055"/>
              <a:gd name="csX0" fmla="*/ 442354 w 1865904"/>
              <a:gd name="csY0" fmla="*/ 1836972 h 3706055"/>
              <a:gd name="csX1" fmla="*/ 21129 w 1865904"/>
              <a:gd name="csY1" fmla="*/ 938737 h 3706055"/>
              <a:gd name="csX2" fmla="*/ 256077 w 1865904"/>
              <a:gd name="csY2" fmla="*/ 322785 h 3706055"/>
              <a:gd name="csX3" fmla="*/ 878776 w 1865904"/>
              <a:gd name="csY3" fmla="*/ 91 h 3706055"/>
              <a:gd name="csX4" fmla="*/ 1602276 w 1865904"/>
              <a:gd name="csY4" fmla="*/ 297385 h 3706055"/>
              <a:gd name="csX5" fmla="*/ 1862627 w 1865904"/>
              <a:gd name="csY5" fmla="*/ 938736 h 3706055"/>
              <a:gd name="csX6" fmla="*/ 1454898 w 1865904"/>
              <a:gd name="csY6" fmla="*/ 1862372 h 3706055"/>
              <a:gd name="csX7" fmla="*/ 1862627 w 1865904"/>
              <a:gd name="csY7" fmla="*/ 2799286 h 3706055"/>
              <a:gd name="csX8" fmla="*/ 1608626 w 1865904"/>
              <a:gd name="csY8" fmla="*/ 3408885 h 3706055"/>
              <a:gd name="csX9" fmla="*/ 954976 w 1865904"/>
              <a:gd name="csY9" fmla="*/ 3705603 h 3706055"/>
              <a:gd name="csX10" fmla="*/ 370377 w 1865904"/>
              <a:gd name="csY10" fmla="*/ 3516834 h 3706055"/>
              <a:gd name="csX11" fmla="*/ 2078 w 1865904"/>
              <a:gd name="csY11" fmla="*/ 2780237 h 3706055"/>
              <a:gd name="csX12" fmla="*/ 230678 w 1865904"/>
              <a:gd name="csY12" fmla="*/ 2291285 h 3706055"/>
              <a:gd name="csX13" fmla="*/ 442354 w 1865904"/>
              <a:gd name="csY13" fmla="*/ 1836972 h 3706055"/>
              <a:gd name="csX0" fmla="*/ 444995 w 1868545"/>
              <a:gd name="csY0" fmla="*/ 1836972 h 3706055"/>
              <a:gd name="csX1" fmla="*/ 23770 w 1868545"/>
              <a:gd name="csY1" fmla="*/ 938737 h 3706055"/>
              <a:gd name="csX2" fmla="*/ 258718 w 1868545"/>
              <a:gd name="csY2" fmla="*/ 322785 h 3706055"/>
              <a:gd name="csX3" fmla="*/ 881417 w 1868545"/>
              <a:gd name="csY3" fmla="*/ 91 h 3706055"/>
              <a:gd name="csX4" fmla="*/ 1604917 w 1868545"/>
              <a:gd name="csY4" fmla="*/ 297385 h 3706055"/>
              <a:gd name="csX5" fmla="*/ 1865268 w 1868545"/>
              <a:gd name="csY5" fmla="*/ 938736 h 3706055"/>
              <a:gd name="csX6" fmla="*/ 1457539 w 1868545"/>
              <a:gd name="csY6" fmla="*/ 1862372 h 3706055"/>
              <a:gd name="csX7" fmla="*/ 1865268 w 1868545"/>
              <a:gd name="csY7" fmla="*/ 2799286 h 3706055"/>
              <a:gd name="csX8" fmla="*/ 1611267 w 1868545"/>
              <a:gd name="csY8" fmla="*/ 3408885 h 3706055"/>
              <a:gd name="csX9" fmla="*/ 957617 w 1868545"/>
              <a:gd name="csY9" fmla="*/ 3705603 h 3706055"/>
              <a:gd name="csX10" fmla="*/ 373018 w 1868545"/>
              <a:gd name="csY10" fmla="*/ 3516834 h 3706055"/>
              <a:gd name="csX11" fmla="*/ 4719 w 1868545"/>
              <a:gd name="csY11" fmla="*/ 2780237 h 3706055"/>
              <a:gd name="csX12" fmla="*/ 182519 w 1868545"/>
              <a:gd name="csY12" fmla="*/ 2265885 h 3706055"/>
              <a:gd name="csX13" fmla="*/ 444995 w 1868545"/>
              <a:gd name="csY13" fmla="*/ 1836972 h 3706055"/>
              <a:gd name="csX0" fmla="*/ 444995 w 1868545"/>
              <a:gd name="csY0" fmla="*/ 1836972 h 3706055"/>
              <a:gd name="csX1" fmla="*/ 23770 w 1868545"/>
              <a:gd name="csY1" fmla="*/ 938737 h 3706055"/>
              <a:gd name="csX2" fmla="*/ 258718 w 1868545"/>
              <a:gd name="csY2" fmla="*/ 322785 h 3706055"/>
              <a:gd name="csX3" fmla="*/ 881417 w 1868545"/>
              <a:gd name="csY3" fmla="*/ 91 h 3706055"/>
              <a:gd name="csX4" fmla="*/ 1604917 w 1868545"/>
              <a:gd name="csY4" fmla="*/ 297385 h 3706055"/>
              <a:gd name="csX5" fmla="*/ 1865268 w 1868545"/>
              <a:gd name="csY5" fmla="*/ 938736 h 3706055"/>
              <a:gd name="csX6" fmla="*/ 1457539 w 1868545"/>
              <a:gd name="csY6" fmla="*/ 1862372 h 3706055"/>
              <a:gd name="csX7" fmla="*/ 1865268 w 1868545"/>
              <a:gd name="csY7" fmla="*/ 2799286 h 3706055"/>
              <a:gd name="csX8" fmla="*/ 1611267 w 1868545"/>
              <a:gd name="csY8" fmla="*/ 3408885 h 3706055"/>
              <a:gd name="csX9" fmla="*/ 957617 w 1868545"/>
              <a:gd name="csY9" fmla="*/ 3705603 h 3706055"/>
              <a:gd name="csX10" fmla="*/ 373018 w 1868545"/>
              <a:gd name="csY10" fmla="*/ 3516834 h 3706055"/>
              <a:gd name="csX11" fmla="*/ 4719 w 1868545"/>
              <a:gd name="csY11" fmla="*/ 2780237 h 3706055"/>
              <a:gd name="csX12" fmla="*/ 182519 w 1868545"/>
              <a:gd name="csY12" fmla="*/ 2265885 h 3706055"/>
              <a:gd name="csX13" fmla="*/ 444995 w 1868545"/>
              <a:gd name="csY13" fmla="*/ 1836972 h 3706055"/>
              <a:gd name="csX0" fmla="*/ 445375 w 1868925"/>
              <a:gd name="csY0" fmla="*/ 1836972 h 3706055"/>
              <a:gd name="csX1" fmla="*/ 24150 w 1868925"/>
              <a:gd name="csY1" fmla="*/ 938737 h 3706055"/>
              <a:gd name="csX2" fmla="*/ 259098 w 1868925"/>
              <a:gd name="csY2" fmla="*/ 322785 h 3706055"/>
              <a:gd name="csX3" fmla="*/ 881797 w 1868925"/>
              <a:gd name="csY3" fmla="*/ 91 h 3706055"/>
              <a:gd name="csX4" fmla="*/ 1605297 w 1868925"/>
              <a:gd name="csY4" fmla="*/ 297385 h 3706055"/>
              <a:gd name="csX5" fmla="*/ 1865648 w 1868925"/>
              <a:gd name="csY5" fmla="*/ 938736 h 3706055"/>
              <a:gd name="csX6" fmla="*/ 1457919 w 1868925"/>
              <a:gd name="csY6" fmla="*/ 1862372 h 3706055"/>
              <a:gd name="csX7" fmla="*/ 1865648 w 1868925"/>
              <a:gd name="csY7" fmla="*/ 2799286 h 3706055"/>
              <a:gd name="csX8" fmla="*/ 1611647 w 1868925"/>
              <a:gd name="csY8" fmla="*/ 3408885 h 3706055"/>
              <a:gd name="csX9" fmla="*/ 957997 w 1868925"/>
              <a:gd name="csY9" fmla="*/ 3705603 h 3706055"/>
              <a:gd name="csX10" fmla="*/ 373398 w 1868925"/>
              <a:gd name="csY10" fmla="*/ 3516834 h 3706055"/>
              <a:gd name="csX11" fmla="*/ 5099 w 1868925"/>
              <a:gd name="csY11" fmla="*/ 2780237 h 3706055"/>
              <a:gd name="csX12" fmla="*/ 182899 w 1868925"/>
              <a:gd name="csY12" fmla="*/ 2265885 h 3706055"/>
              <a:gd name="csX13" fmla="*/ 445375 w 1868925"/>
              <a:gd name="csY13" fmla="*/ 1836972 h 3706055"/>
              <a:gd name="csX0" fmla="*/ 440276 w 1863826"/>
              <a:gd name="csY0" fmla="*/ 1836972 h 3706055"/>
              <a:gd name="csX1" fmla="*/ 19051 w 1863826"/>
              <a:gd name="csY1" fmla="*/ 938737 h 3706055"/>
              <a:gd name="csX2" fmla="*/ 253999 w 1863826"/>
              <a:gd name="csY2" fmla="*/ 322785 h 3706055"/>
              <a:gd name="csX3" fmla="*/ 876698 w 1863826"/>
              <a:gd name="csY3" fmla="*/ 91 h 3706055"/>
              <a:gd name="csX4" fmla="*/ 1600198 w 1863826"/>
              <a:gd name="csY4" fmla="*/ 297385 h 3706055"/>
              <a:gd name="csX5" fmla="*/ 1860549 w 1863826"/>
              <a:gd name="csY5" fmla="*/ 938736 h 3706055"/>
              <a:gd name="csX6" fmla="*/ 1452820 w 1863826"/>
              <a:gd name="csY6" fmla="*/ 1862372 h 3706055"/>
              <a:gd name="csX7" fmla="*/ 1860549 w 1863826"/>
              <a:gd name="csY7" fmla="*/ 2799286 h 3706055"/>
              <a:gd name="csX8" fmla="*/ 1606548 w 1863826"/>
              <a:gd name="csY8" fmla="*/ 3408885 h 3706055"/>
              <a:gd name="csX9" fmla="*/ 952898 w 1863826"/>
              <a:gd name="csY9" fmla="*/ 3705603 h 3706055"/>
              <a:gd name="csX10" fmla="*/ 368299 w 1863826"/>
              <a:gd name="csY10" fmla="*/ 3516834 h 3706055"/>
              <a:gd name="csX11" fmla="*/ 0 w 1863826"/>
              <a:gd name="csY11" fmla="*/ 2780237 h 3706055"/>
              <a:gd name="csX12" fmla="*/ 177800 w 1863826"/>
              <a:gd name="csY12" fmla="*/ 2265885 h 3706055"/>
              <a:gd name="csX13" fmla="*/ 440276 w 1863826"/>
              <a:gd name="csY13" fmla="*/ 1836972 h 3706055"/>
              <a:gd name="csX0" fmla="*/ 440276 w 1863723"/>
              <a:gd name="csY0" fmla="*/ 1836972 h 3706055"/>
              <a:gd name="csX1" fmla="*/ 19051 w 1863723"/>
              <a:gd name="csY1" fmla="*/ 938737 h 3706055"/>
              <a:gd name="csX2" fmla="*/ 253999 w 1863723"/>
              <a:gd name="csY2" fmla="*/ 322785 h 3706055"/>
              <a:gd name="csX3" fmla="*/ 876698 w 1863723"/>
              <a:gd name="csY3" fmla="*/ 91 h 3706055"/>
              <a:gd name="csX4" fmla="*/ 1600198 w 1863723"/>
              <a:gd name="csY4" fmla="*/ 297385 h 3706055"/>
              <a:gd name="csX5" fmla="*/ 1860549 w 1863723"/>
              <a:gd name="csY5" fmla="*/ 938736 h 3706055"/>
              <a:gd name="csX6" fmla="*/ 1452820 w 1863723"/>
              <a:gd name="csY6" fmla="*/ 1862372 h 3706055"/>
              <a:gd name="csX7" fmla="*/ 1638300 w 1863723"/>
              <a:gd name="csY7" fmla="*/ 2361135 h 3706055"/>
              <a:gd name="csX8" fmla="*/ 1860549 w 1863723"/>
              <a:gd name="csY8" fmla="*/ 2799286 h 3706055"/>
              <a:gd name="csX9" fmla="*/ 1606548 w 1863723"/>
              <a:gd name="csY9" fmla="*/ 3408885 h 3706055"/>
              <a:gd name="csX10" fmla="*/ 952898 w 1863723"/>
              <a:gd name="csY10" fmla="*/ 3705603 h 3706055"/>
              <a:gd name="csX11" fmla="*/ 368299 w 1863723"/>
              <a:gd name="csY11" fmla="*/ 3516834 h 3706055"/>
              <a:gd name="csX12" fmla="*/ 0 w 1863723"/>
              <a:gd name="csY12" fmla="*/ 2780237 h 3706055"/>
              <a:gd name="csX13" fmla="*/ 177800 w 1863723"/>
              <a:gd name="csY13" fmla="*/ 2265885 h 3706055"/>
              <a:gd name="csX14" fmla="*/ 440276 w 1863723"/>
              <a:gd name="csY14" fmla="*/ 1836972 h 3706055"/>
              <a:gd name="csX0" fmla="*/ 440276 w 1863723"/>
              <a:gd name="csY0" fmla="*/ 1836972 h 3706055"/>
              <a:gd name="csX1" fmla="*/ 19051 w 1863723"/>
              <a:gd name="csY1" fmla="*/ 938737 h 3706055"/>
              <a:gd name="csX2" fmla="*/ 253999 w 1863723"/>
              <a:gd name="csY2" fmla="*/ 322785 h 3706055"/>
              <a:gd name="csX3" fmla="*/ 876698 w 1863723"/>
              <a:gd name="csY3" fmla="*/ 91 h 3706055"/>
              <a:gd name="csX4" fmla="*/ 1600198 w 1863723"/>
              <a:gd name="csY4" fmla="*/ 297385 h 3706055"/>
              <a:gd name="csX5" fmla="*/ 1860549 w 1863723"/>
              <a:gd name="csY5" fmla="*/ 938736 h 3706055"/>
              <a:gd name="csX6" fmla="*/ 1452820 w 1863723"/>
              <a:gd name="csY6" fmla="*/ 1862372 h 3706055"/>
              <a:gd name="csX7" fmla="*/ 1638300 w 1863723"/>
              <a:gd name="csY7" fmla="*/ 2361135 h 3706055"/>
              <a:gd name="csX8" fmla="*/ 1860549 w 1863723"/>
              <a:gd name="csY8" fmla="*/ 2799286 h 3706055"/>
              <a:gd name="csX9" fmla="*/ 1606548 w 1863723"/>
              <a:gd name="csY9" fmla="*/ 3408885 h 3706055"/>
              <a:gd name="csX10" fmla="*/ 952898 w 1863723"/>
              <a:gd name="csY10" fmla="*/ 3705603 h 3706055"/>
              <a:gd name="csX11" fmla="*/ 368299 w 1863723"/>
              <a:gd name="csY11" fmla="*/ 3516834 h 3706055"/>
              <a:gd name="csX12" fmla="*/ 0 w 1863723"/>
              <a:gd name="csY12" fmla="*/ 2780237 h 3706055"/>
              <a:gd name="csX13" fmla="*/ 177800 w 1863723"/>
              <a:gd name="csY13" fmla="*/ 2265885 h 3706055"/>
              <a:gd name="csX14" fmla="*/ 440276 w 1863723"/>
              <a:gd name="csY14" fmla="*/ 1836972 h 3706055"/>
              <a:gd name="csX0" fmla="*/ 440276 w 1863723"/>
              <a:gd name="csY0" fmla="*/ 1836972 h 3706055"/>
              <a:gd name="csX1" fmla="*/ 19051 w 1863723"/>
              <a:gd name="csY1" fmla="*/ 938737 h 3706055"/>
              <a:gd name="csX2" fmla="*/ 253999 w 1863723"/>
              <a:gd name="csY2" fmla="*/ 322785 h 3706055"/>
              <a:gd name="csX3" fmla="*/ 876698 w 1863723"/>
              <a:gd name="csY3" fmla="*/ 91 h 3706055"/>
              <a:gd name="csX4" fmla="*/ 1600198 w 1863723"/>
              <a:gd name="csY4" fmla="*/ 297385 h 3706055"/>
              <a:gd name="csX5" fmla="*/ 1860549 w 1863723"/>
              <a:gd name="csY5" fmla="*/ 938736 h 3706055"/>
              <a:gd name="csX6" fmla="*/ 1452820 w 1863723"/>
              <a:gd name="csY6" fmla="*/ 1862372 h 3706055"/>
              <a:gd name="csX7" fmla="*/ 1727200 w 1863723"/>
              <a:gd name="csY7" fmla="*/ 2342085 h 3706055"/>
              <a:gd name="csX8" fmla="*/ 1860549 w 1863723"/>
              <a:gd name="csY8" fmla="*/ 2799286 h 3706055"/>
              <a:gd name="csX9" fmla="*/ 1606548 w 1863723"/>
              <a:gd name="csY9" fmla="*/ 3408885 h 3706055"/>
              <a:gd name="csX10" fmla="*/ 952898 w 1863723"/>
              <a:gd name="csY10" fmla="*/ 3705603 h 3706055"/>
              <a:gd name="csX11" fmla="*/ 368299 w 1863723"/>
              <a:gd name="csY11" fmla="*/ 3516834 h 3706055"/>
              <a:gd name="csX12" fmla="*/ 0 w 1863723"/>
              <a:gd name="csY12" fmla="*/ 2780237 h 3706055"/>
              <a:gd name="csX13" fmla="*/ 177800 w 1863723"/>
              <a:gd name="csY13" fmla="*/ 2265885 h 3706055"/>
              <a:gd name="csX14" fmla="*/ 440276 w 1863723"/>
              <a:gd name="csY14" fmla="*/ 1836972 h 3706055"/>
              <a:gd name="csX0" fmla="*/ 440276 w 1864163"/>
              <a:gd name="csY0" fmla="*/ 1836972 h 3706055"/>
              <a:gd name="csX1" fmla="*/ 19051 w 1864163"/>
              <a:gd name="csY1" fmla="*/ 938737 h 3706055"/>
              <a:gd name="csX2" fmla="*/ 253999 w 1864163"/>
              <a:gd name="csY2" fmla="*/ 322785 h 3706055"/>
              <a:gd name="csX3" fmla="*/ 876698 w 1864163"/>
              <a:gd name="csY3" fmla="*/ 91 h 3706055"/>
              <a:gd name="csX4" fmla="*/ 1600198 w 1864163"/>
              <a:gd name="csY4" fmla="*/ 297385 h 3706055"/>
              <a:gd name="csX5" fmla="*/ 1860549 w 1864163"/>
              <a:gd name="csY5" fmla="*/ 938736 h 3706055"/>
              <a:gd name="csX6" fmla="*/ 1452820 w 1864163"/>
              <a:gd name="csY6" fmla="*/ 1862372 h 3706055"/>
              <a:gd name="csX7" fmla="*/ 1727200 w 1864163"/>
              <a:gd name="csY7" fmla="*/ 2342085 h 3706055"/>
              <a:gd name="csX8" fmla="*/ 1860549 w 1864163"/>
              <a:gd name="csY8" fmla="*/ 2799286 h 3706055"/>
              <a:gd name="csX9" fmla="*/ 1606548 w 1864163"/>
              <a:gd name="csY9" fmla="*/ 3408885 h 3706055"/>
              <a:gd name="csX10" fmla="*/ 952898 w 1864163"/>
              <a:gd name="csY10" fmla="*/ 3705603 h 3706055"/>
              <a:gd name="csX11" fmla="*/ 368299 w 1864163"/>
              <a:gd name="csY11" fmla="*/ 3516834 h 3706055"/>
              <a:gd name="csX12" fmla="*/ 0 w 1864163"/>
              <a:gd name="csY12" fmla="*/ 2780237 h 3706055"/>
              <a:gd name="csX13" fmla="*/ 177800 w 1864163"/>
              <a:gd name="csY13" fmla="*/ 2265885 h 3706055"/>
              <a:gd name="csX14" fmla="*/ 440276 w 1864163"/>
              <a:gd name="csY14" fmla="*/ 1836972 h 3706055"/>
              <a:gd name="csX0" fmla="*/ 440276 w 1863723"/>
              <a:gd name="csY0" fmla="*/ 1836972 h 3706055"/>
              <a:gd name="csX1" fmla="*/ 19051 w 1863723"/>
              <a:gd name="csY1" fmla="*/ 938737 h 3706055"/>
              <a:gd name="csX2" fmla="*/ 253999 w 1863723"/>
              <a:gd name="csY2" fmla="*/ 322785 h 3706055"/>
              <a:gd name="csX3" fmla="*/ 876698 w 1863723"/>
              <a:gd name="csY3" fmla="*/ 91 h 3706055"/>
              <a:gd name="csX4" fmla="*/ 1600198 w 1863723"/>
              <a:gd name="csY4" fmla="*/ 297385 h 3706055"/>
              <a:gd name="csX5" fmla="*/ 1860549 w 1863723"/>
              <a:gd name="csY5" fmla="*/ 938736 h 3706055"/>
              <a:gd name="csX6" fmla="*/ 1452820 w 1863723"/>
              <a:gd name="csY6" fmla="*/ 1862372 h 3706055"/>
              <a:gd name="csX7" fmla="*/ 1727200 w 1863723"/>
              <a:gd name="csY7" fmla="*/ 2342085 h 3706055"/>
              <a:gd name="csX8" fmla="*/ 1860549 w 1863723"/>
              <a:gd name="csY8" fmla="*/ 2799286 h 3706055"/>
              <a:gd name="csX9" fmla="*/ 1606548 w 1863723"/>
              <a:gd name="csY9" fmla="*/ 3408885 h 3706055"/>
              <a:gd name="csX10" fmla="*/ 952898 w 1863723"/>
              <a:gd name="csY10" fmla="*/ 3705603 h 3706055"/>
              <a:gd name="csX11" fmla="*/ 368299 w 1863723"/>
              <a:gd name="csY11" fmla="*/ 3516834 h 3706055"/>
              <a:gd name="csX12" fmla="*/ 0 w 1863723"/>
              <a:gd name="csY12" fmla="*/ 2780237 h 3706055"/>
              <a:gd name="csX13" fmla="*/ 177800 w 1863723"/>
              <a:gd name="csY13" fmla="*/ 2265885 h 3706055"/>
              <a:gd name="csX14" fmla="*/ 440276 w 1863723"/>
              <a:gd name="csY14" fmla="*/ 1836972 h 3706055"/>
              <a:gd name="csX0" fmla="*/ 440276 w 1863723"/>
              <a:gd name="csY0" fmla="*/ 1836972 h 3705608"/>
              <a:gd name="csX1" fmla="*/ 19051 w 1863723"/>
              <a:gd name="csY1" fmla="*/ 938737 h 3705608"/>
              <a:gd name="csX2" fmla="*/ 253999 w 1863723"/>
              <a:gd name="csY2" fmla="*/ 322785 h 3705608"/>
              <a:gd name="csX3" fmla="*/ 876698 w 1863723"/>
              <a:gd name="csY3" fmla="*/ 91 h 3705608"/>
              <a:gd name="csX4" fmla="*/ 1600198 w 1863723"/>
              <a:gd name="csY4" fmla="*/ 297385 h 3705608"/>
              <a:gd name="csX5" fmla="*/ 1860549 w 1863723"/>
              <a:gd name="csY5" fmla="*/ 938736 h 3705608"/>
              <a:gd name="csX6" fmla="*/ 1452820 w 1863723"/>
              <a:gd name="csY6" fmla="*/ 1862372 h 3705608"/>
              <a:gd name="csX7" fmla="*/ 1727200 w 1863723"/>
              <a:gd name="csY7" fmla="*/ 2342085 h 3705608"/>
              <a:gd name="csX8" fmla="*/ 1860549 w 1863723"/>
              <a:gd name="csY8" fmla="*/ 2799286 h 3705608"/>
              <a:gd name="csX9" fmla="*/ 1606548 w 1863723"/>
              <a:gd name="csY9" fmla="*/ 3408885 h 3705608"/>
              <a:gd name="csX10" fmla="*/ 952898 w 1863723"/>
              <a:gd name="csY10" fmla="*/ 3705603 h 3705608"/>
              <a:gd name="csX11" fmla="*/ 368299 w 1863723"/>
              <a:gd name="csY11" fmla="*/ 3516834 h 3705608"/>
              <a:gd name="csX12" fmla="*/ 0 w 1863723"/>
              <a:gd name="csY12" fmla="*/ 2780237 h 3705608"/>
              <a:gd name="csX13" fmla="*/ 177800 w 1863723"/>
              <a:gd name="csY13" fmla="*/ 2265885 h 3705608"/>
              <a:gd name="csX14" fmla="*/ 440276 w 1863723"/>
              <a:gd name="csY14" fmla="*/ 1836972 h 3705608"/>
              <a:gd name="csX0" fmla="*/ 440276 w 1863723"/>
              <a:gd name="csY0" fmla="*/ 1836972 h 3705861"/>
              <a:gd name="csX1" fmla="*/ 19051 w 1863723"/>
              <a:gd name="csY1" fmla="*/ 938737 h 3705861"/>
              <a:gd name="csX2" fmla="*/ 253999 w 1863723"/>
              <a:gd name="csY2" fmla="*/ 322785 h 3705861"/>
              <a:gd name="csX3" fmla="*/ 876698 w 1863723"/>
              <a:gd name="csY3" fmla="*/ 91 h 3705861"/>
              <a:gd name="csX4" fmla="*/ 1600198 w 1863723"/>
              <a:gd name="csY4" fmla="*/ 297385 h 3705861"/>
              <a:gd name="csX5" fmla="*/ 1860549 w 1863723"/>
              <a:gd name="csY5" fmla="*/ 938736 h 3705861"/>
              <a:gd name="csX6" fmla="*/ 1452820 w 1863723"/>
              <a:gd name="csY6" fmla="*/ 1862372 h 3705861"/>
              <a:gd name="csX7" fmla="*/ 1727200 w 1863723"/>
              <a:gd name="csY7" fmla="*/ 2342085 h 3705861"/>
              <a:gd name="csX8" fmla="*/ 1860549 w 1863723"/>
              <a:gd name="csY8" fmla="*/ 2799286 h 3705861"/>
              <a:gd name="csX9" fmla="*/ 1606548 w 1863723"/>
              <a:gd name="csY9" fmla="*/ 3408885 h 3705861"/>
              <a:gd name="csX10" fmla="*/ 952898 w 1863723"/>
              <a:gd name="csY10" fmla="*/ 3705603 h 3705861"/>
              <a:gd name="csX11" fmla="*/ 368299 w 1863723"/>
              <a:gd name="csY11" fmla="*/ 3516834 h 3705861"/>
              <a:gd name="csX12" fmla="*/ 0 w 1863723"/>
              <a:gd name="csY12" fmla="*/ 2780237 h 3705861"/>
              <a:gd name="csX13" fmla="*/ 177800 w 1863723"/>
              <a:gd name="csY13" fmla="*/ 2265885 h 3705861"/>
              <a:gd name="csX14" fmla="*/ 440276 w 1863723"/>
              <a:gd name="csY14" fmla="*/ 1836972 h 3705861"/>
              <a:gd name="csX0" fmla="*/ 440276 w 1863723"/>
              <a:gd name="csY0" fmla="*/ 1836972 h 3705861"/>
              <a:gd name="csX1" fmla="*/ 177801 w 1863723"/>
              <a:gd name="csY1" fmla="*/ 1319735 h 3705861"/>
              <a:gd name="csX2" fmla="*/ 19051 w 1863723"/>
              <a:gd name="csY2" fmla="*/ 938737 h 3705861"/>
              <a:gd name="csX3" fmla="*/ 253999 w 1863723"/>
              <a:gd name="csY3" fmla="*/ 322785 h 3705861"/>
              <a:gd name="csX4" fmla="*/ 876698 w 1863723"/>
              <a:gd name="csY4" fmla="*/ 91 h 3705861"/>
              <a:gd name="csX5" fmla="*/ 1600198 w 1863723"/>
              <a:gd name="csY5" fmla="*/ 297385 h 3705861"/>
              <a:gd name="csX6" fmla="*/ 1860549 w 1863723"/>
              <a:gd name="csY6" fmla="*/ 938736 h 3705861"/>
              <a:gd name="csX7" fmla="*/ 1452820 w 1863723"/>
              <a:gd name="csY7" fmla="*/ 1862372 h 3705861"/>
              <a:gd name="csX8" fmla="*/ 1727200 w 1863723"/>
              <a:gd name="csY8" fmla="*/ 2342085 h 3705861"/>
              <a:gd name="csX9" fmla="*/ 1860549 w 1863723"/>
              <a:gd name="csY9" fmla="*/ 2799286 h 3705861"/>
              <a:gd name="csX10" fmla="*/ 1606548 w 1863723"/>
              <a:gd name="csY10" fmla="*/ 3408885 h 3705861"/>
              <a:gd name="csX11" fmla="*/ 952898 w 1863723"/>
              <a:gd name="csY11" fmla="*/ 3705603 h 3705861"/>
              <a:gd name="csX12" fmla="*/ 368299 w 1863723"/>
              <a:gd name="csY12" fmla="*/ 3516834 h 3705861"/>
              <a:gd name="csX13" fmla="*/ 0 w 1863723"/>
              <a:gd name="csY13" fmla="*/ 2780237 h 3705861"/>
              <a:gd name="csX14" fmla="*/ 177800 w 1863723"/>
              <a:gd name="csY14" fmla="*/ 2265885 h 3705861"/>
              <a:gd name="csX15" fmla="*/ 440276 w 1863723"/>
              <a:gd name="csY15" fmla="*/ 1836972 h 3705861"/>
              <a:gd name="csX0" fmla="*/ 440276 w 1863723"/>
              <a:gd name="csY0" fmla="*/ 1836972 h 3705861"/>
              <a:gd name="csX1" fmla="*/ 133351 w 1863723"/>
              <a:gd name="csY1" fmla="*/ 1351485 h 3705861"/>
              <a:gd name="csX2" fmla="*/ 19051 w 1863723"/>
              <a:gd name="csY2" fmla="*/ 938737 h 3705861"/>
              <a:gd name="csX3" fmla="*/ 253999 w 1863723"/>
              <a:gd name="csY3" fmla="*/ 322785 h 3705861"/>
              <a:gd name="csX4" fmla="*/ 876698 w 1863723"/>
              <a:gd name="csY4" fmla="*/ 91 h 3705861"/>
              <a:gd name="csX5" fmla="*/ 1600198 w 1863723"/>
              <a:gd name="csY5" fmla="*/ 297385 h 3705861"/>
              <a:gd name="csX6" fmla="*/ 1860549 w 1863723"/>
              <a:gd name="csY6" fmla="*/ 938736 h 3705861"/>
              <a:gd name="csX7" fmla="*/ 1452820 w 1863723"/>
              <a:gd name="csY7" fmla="*/ 1862372 h 3705861"/>
              <a:gd name="csX8" fmla="*/ 1727200 w 1863723"/>
              <a:gd name="csY8" fmla="*/ 2342085 h 3705861"/>
              <a:gd name="csX9" fmla="*/ 1860549 w 1863723"/>
              <a:gd name="csY9" fmla="*/ 2799286 h 3705861"/>
              <a:gd name="csX10" fmla="*/ 1606548 w 1863723"/>
              <a:gd name="csY10" fmla="*/ 3408885 h 3705861"/>
              <a:gd name="csX11" fmla="*/ 952898 w 1863723"/>
              <a:gd name="csY11" fmla="*/ 3705603 h 3705861"/>
              <a:gd name="csX12" fmla="*/ 368299 w 1863723"/>
              <a:gd name="csY12" fmla="*/ 3516834 h 3705861"/>
              <a:gd name="csX13" fmla="*/ 0 w 1863723"/>
              <a:gd name="csY13" fmla="*/ 2780237 h 3705861"/>
              <a:gd name="csX14" fmla="*/ 177800 w 1863723"/>
              <a:gd name="csY14" fmla="*/ 2265885 h 3705861"/>
              <a:gd name="csX15" fmla="*/ 440276 w 1863723"/>
              <a:gd name="csY15" fmla="*/ 1836972 h 3705861"/>
              <a:gd name="csX0" fmla="*/ 440276 w 1862978"/>
              <a:gd name="csY0" fmla="*/ 1836972 h 3705861"/>
              <a:gd name="csX1" fmla="*/ 133351 w 1862978"/>
              <a:gd name="csY1" fmla="*/ 1351485 h 3705861"/>
              <a:gd name="csX2" fmla="*/ 19051 w 1862978"/>
              <a:gd name="csY2" fmla="*/ 938737 h 3705861"/>
              <a:gd name="csX3" fmla="*/ 253999 w 1862978"/>
              <a:gd name="csY3" fmla="*/ 322785 h 3705861"/>
              <a:gd name="csX4" fmla="*/ 876698 w 1862978"/>
              <a:gd name="csY4" fmla="*/ 91 h 3705861"/>
              <a:gd name="csX5" fmla="*/ 1600198 w 1862978"/>
              <a:gd name="csY5" fmla="*/ 297385 h 3705861"/>
              <a:gd name="csX6" fmla="*/ 1860549 w 1862978"/>
              <a:gd name="csY6" fmla="*/ 938736 h 3705861"/>
              <a:gd name="csX7" fmla="*/ 1714501 w 1862978"/>
              <a:gd name="csY7" fmla="*/ 1275285 h 3705861"/>
              <a:gd name="csX8" fmla="*/ 1452820 w 1862978"/>
              <a:gd name="csY8" fmla="*/ 1862372 h 3705861"/>
              <a:gd name="csX9" fmla="*/ 1727200 w 1862978"/>
              <a:gd name="csY9" fmla="*/ 2342085 h 3705861"/>
              <a:gd name="csX10" fmla="*/ 1860549 w 1862978"/>
              <a:gd name="csY10" fmla="*/ 2799286 h 3705861"/>
              <a:gd name="csX11" fmla="*/ 1606548 w 1862978"/>
              <a:gd name="csY11" fmla="*/ 3408885 h 3705861"/>
              <a:gd name="csX12" fmla="*/ 952898 w 1862978"/>
              <a:gd name="csY12" fmla="*/ 3705603 h 3705861"/>
              <a:gd name="csX13" fmla="*/ 368299 w 1862978"/>
              <a:gd name="csY13" fmla="*/ 3516834 h 3705861"/>
              <a:gd name="csX14" fmla="*/ 0 w 1862978"/>
              <a:gd name="csY14" fmla="*/ 2780237 h 3705861"/>
              <a:gd name="csX15" fmla="*/ 177800 w 1862978"/>
              <a:gd name="csY15" fmla="*/ 2265885 h 3705861"/>
              <a:gd name="csX16" fmla="*/ 440276 w 1862978"/>
              <a:gd name="csY16" fmla="*/ 1836972 h 3705861"/>
              <a:gd name="csX0" fmla="*/ 440276 w 1871178"/>
              <a:gd name="csY0" fmla="*/ 1836972 h 3705861"/>
              <a:gd name="csX1" fmla="*/ 133351 w 1871178"/>
              <a:gd name="csY1" fmla="*/ 1351485 h 3705861"/>
              <a:gd name="csX2" fmla="*/ 19051 w 1871178"/>
              <a:gd name="csY2" fmla="*/ 938737 h 3705861"/>
              <a:gd name="csX3" fmla="*/ 253999 w 1871178"/>
              <a:gd name="csY3" fmla="*/ 322785 h 3705861"/>
              <a:gd name="csX4" fmla="*/ 876698 w 1871178"/>
              <a:gd name="csY4" fmla="*/ 91 h 3705861"/>
              <a:gd name="csX5" fmla="*/ 1600198 w 1871178"/>
              <a:gd name="csY5" fmla="*/ 297385 h 3705861"/>
              <a:gd name="csX6" fmla="*/ 1860549 w 1871178"/>
              <a:gd name="csY6" fmla="*/ 938736 h 3705861"/>
              <a:gd name="csX7" fmla="*/ 1784351 w 1871178"/>
              <a:gd name="csY7" fmla="*/ 1300685 h 3705861"/>
              <a:gd name="csX8" fmla="*/ 1452820 w 1871178"/>
              <a:gd name="csY8" fmla="*/ 1862372 h 3705861"/>
              <a:gd name="csX9" fmla="*/ 1727200 w 1871178"/>
              <a:gd name="csY9" fmla="*/ 2342085 h 3705861"/>
              <a:gd name="csX10" fmla="*/ 1860549 w 1871178"/>
              <a:gd name="csY10" fmla="*/ 2799286 h 3705861"/>
              <a:gd name="csX11" fmla="*/ 1606548 w 1871178"/>
              <a:gd name="csY11" fmla="*/ 3408885 h 3705861"/>
              <a:gd name="csX12" fmla="*/ 952898 w 1871178"/>
              <a:gd name="csY12" fmla="*/ 3705603 h 3705861"/>
              <a:gd name="csX13" fmla="*/ 368299 w 1871178"/>
              <a:gd name="csY13" fmla="*/ 3516834 h 3705861"/>
              <a:gd name="csX14" fmla="*/ 0 w 1871178"/>
              <a:gd name="csY14" fmla="*/ 2780237 h 3705861"/>
              <a:gd name="csX15" fmla="*/ 177800 w 1871178"/>
              <a:gd name="csY15" fmla="*/ 2265885 h 3705861"/>
              <a:gd name="csX16" fmla="*/ 440276 w 1871178"/>
              <a:gd name="csY16" fmla="*/ 1836972 h 3705861"/>
              <a:gd name="csX0" fmla="*/ 440276 w 1871178"/>
              <a:gd name="csY0" fmla="*/ 1836972 h 3705861"/>
              <a:gd name="csX1" fmla="*/ 133351 w 1871178"/>
              <a:gd name="csY1" fmla="*/ 1351485 h 3705861"/>
              <a:gd name="csX2" fmla="*/ 19051 w 1871178"/>
              <a:gd name="csY2" fmla="*/ 938737 h 3705861"/>
              <a:gd name="csX3" fmla="*/ 253999 w 1871178"/>
              <a:gd name="csY3" fmla="*/ 322785 h 3705861"/>
              <a:gd name="csX4" fmla="*/ 876698 w 1871178"/>
              <a:gd name="csY4" fmla="*/ 91 h 3705861"/>
              <a:gd name="csX5" fmla="*/ 1600198 w 1871178"/>
              <a:gd name="csY5" fmla="*/ 297385 h 3705861"/>
              <a:gd name="csX6" fmla="*/ 1860549 w 1871178"/>
              <a:gd name="csY6" fmla="*/ 938736 h 3705861"/>
              <a:gd name="csX7" fmla="*/ 1784351 w 1871178"/>
              <a:gd name="csY7" fmla="*/ 1300685 h 3705861"/>
              <a:gd name="csX8" fmla="*/ 1452820 w 1871178"/>
              <a:gd name="csY8" fmla="*/ 1862372 h 3705861"/>
              <a:gd name="csX9" fmla="*/ 1727200 w 1871178"/>
              <a:gd name="csY9" fmla="*/ 2342085 h 3705861"/>
              <a:gd name="csX10" fmla="*/ 1860549 w 1871178"/>
              <a:gd name="csY10" fmla="*/ 2799286 h 3705861"/>
              <a:gd name="csX11" fmla="*/ 1606548 w 1871178"/>
              <a:gd name="csY11" fmla="*/ 3408885 h 3705861"/>
              <a:gd name="csX12" fmla="*/ 952898 w 1871178"/>
              <a:gd name="csY12" fmla="*/ 3705603 h 3705861"/>
              <a:gd name="csX13" fmla="*/ 368299 w 1871178"/>
              <a:gd name="csY13" fmla="*/ 3516834 h 3705861"/>
              <a:gd name="csX14" fmla="*/ 0 w 1871178"/>
              <a:gd name="csY14" fmla="*/ 2780237 h 3705861"/>
              <a:gd name="csX15" fmla="*/ 177800 w 1871178"/>
              <a:gd name="csY15" fmla="*/ 2265885 h 3705861"/>
              <a:gd name="csX16" fmla="*/ 440276 w 1871178"/>
              <a:gd name="csY16" fmla="*/ 1836972 h 3705861"/>
              <a:gd name="csX0" fmla="*/ 440276 w 1863676"/>
              <a:gd name="csY0" fmla="*/ 1836972 h 3705861"/>
              <a:gd name="csX1" fmla="*/ 133351 w 1863676"/>
              <a:gd name="csY1" fmla="*/ 1351485 h 3705861"/>
              <a:gd name="csX2" fmla="*/ 19051 w 1863676"/>
              <a:gd name="csY2" fmla="*/ 938737 h 3705861"/>
              <a:gd name="csX3" fmla="*/ 253999 w 1863676"/>
              <a:gd name="csY3" fmla="*/ 322785 h 3705861"/>
              <a:gd name="csX4" fmla="*/ 876698 w 1863676"/>
              <a:gd name="csY4" fmla="*/ 91 h 3705861"/>
              <a:gd name="csX5" fmla="*/ 1600198 w 1863676"/>
              <a:gd name="csY5" fmla="*/ 297385 h 3705861"/>
              <a:gd name="csX6" fmla="*/ 1860549 w 1863676"/>
              <a:gd name="csY6" fmla="*/ 938736 h 3705861"/>
              <a:gd name="csX7" fmla="*/ 1784351 w 1863676"/>
              <a:gd name="csY7" fmla="*/ 1300685 h 3705861"/>
              <a:gd name="csX8" fmla="*/ 1452820 w 1863676"/>
              <a:gd name="csY8" fmla="*/ 1862372 h 3705861"/>
              <a:gd name="csX9" fmla="*/ 1727200 w 1863676"/>
              <a:gd name="csY9" fmla="*/ 2342085 h 3705861"/>
              <a:gd name="csX10" fmla="*/ 1860549 w 1863676"/>
              <a:gd name="csY10" fmla="*/ 2799286 h 3705861"/>
              <a:gd name="csX11" fmla="*/ 1606548 w 1863676"/>
              <a:gd name="csY11" fmla="*/ 3408885 h 3705861"/>
              <a:gd name="csX12" fmla="*/ 952898 w 1863676"/>
              <a:gd name="csY12" fmla="*/ 3705603 h 3705861"/>
              <a:gd name="csX13" fmla="*/ 368299 w 1863676"/>
              <a:gd name="csY13" fmla="*/ 3516834 h 3705861"/>
              <a:gd name="csX14" fmla="*/ 0 w 1863676"/>
              <a:gd name="csY14" fmla="*/ 2780237 h 3705861"/>
              <a:gd name="csX15" fmla="*/ 177800 w 1863676"/>
              <a:gd name="csY15" fmla="*/ 2265885 h 3705861"/>
              <a:gd name="csX16" fmla="*/ 440276 w 1863676"/>
              <a:gd name="csY16" fmla="*/ 1836972 h 3705861"/>
              <a:gd name="csX0" fmla="*/ 440276 w 1863676"/>
              <a:gd name="csY0" fmla="*/ 1836972 h 3705861"/>
              <a:gd name="csX1" fmla="*/ 133351 w 1863676"/>
              <a:gd name="csY1" fmla="*/ 1351485 h 3705861"/>
              <a:gd name="csX2" fmla="*/ 19051 w 1863676"/>
              <a:gd name="csY2" fmla="*/ 938737 h 3705861"/>
              <a:gd name="csX3" fmla="*/ 253999 w 1863676"/>
              <a:gd name="csY3" fmla="*/ 322785 h 3705861"/>
              <a:gd name="csX4" fmla="*/ 876698 w 1863676"/>
              <a:gd name="csY4" fmla="*/ 91 h 3705861"/>
              <a:gd name="csX5" fmla="*/ 1600198 w 1863676"/>
              <a:gd name="csY5" fmla="*/ 297385 h 3705861"/>
              <a:gd name="csX6" fmla="*/ 1860549 w 1863676"/>
              <a:gd name="csY6" fmla="*/ 938736 h 3705861"/>
              <a:gd name="csX7" fmla="*/ 1784351 w 1863676"/>
              <a:gd name="csY7" fmla="*/ 1300685 h 3705861"/>
              <a:gd name="csX8" fmla="*/ 1452820 w 1863676"/>
              <a:gd name="csY8" fmla="*/ 1862372 h 3705861"/>
              <a:gd name="csX9" fmla="*/ 1727200 w 1863676"/>
              <a:gd name="csY9" fmla="*/ 2342085 h 3705861"/>
              <a:gd name="csX10" fmla="*/ 1860549 w 1863676"/>
              <a:gd name="csY10" fmla="*/ 2799286 h 3705861"/>
              <a:gd name="csX11" fmla="*/ 1606548 w 1863676"/>
              <a:gd name="csY11" fmla="*/ 3408885 h 3705861"/>
              <a:gd name="csX12" fmla="*/ 952898 w 1863676"/>
              <a:gd name="csY12" fmla="*/ 3705603 h 3705861"/>
              <a:gd name="csX13" fmla="*/ 368299 w 1863676"/>
              <a:gd name="csY13" fmla="*/ 3516834 h 3705861"/>
              <a:gd name="csX14" fmla="*/ 0 w 1863676"/>
              <a:gd name="csY14" fmla="*/ 2780237 h 3705861"/>
              <a:gd name="csX15" fmla="*/ 177800 w 1863676"/>
              <a:gd name="csY15" fmla="*/ 2265885 h 3705861"/>
              <a:gd name="csX16" fmla="*/ 440276 w 1863676"/>
              <a:gd name="csY16" fmla="*/ 1836972 h 3705861"/>
              <a:gd name="csX0" fmla="*/ 440276 w 1863676"/>
              <a:gd name="csY0" fmla="*/ 1836972 h 3705861"/>
              <a:gd name="csX1" fmla="*/ 133351 w 1863676"/>
              <a:gd name="csY1" fmla="*/ 1351485 h 3705861"/>
              <a:gd name="csX2" fmla="*/ 19051 w 1863676"/>
              <a:gd name="csY2" fmla="*/ 938737 h 3705861"/>
              <a:gd name="csX3" fmla="*/ 253999 w 1863676"/>
              <a:gd name="csY3" fmla="*/ 322785 h 3705861"/>
              <a:gd name="csX4" fmla="*/ 876698 w 1863676"/>
              <a:gd name="csY4" fmla="*/ 91 h 3705861"/>
              <a:gd name="csX5" fmla="*/ 1600198 w 1863676"/>
              <a:gd name="csY5" fmla="*/ 297385 h 3705861"/>
              <a:gd name="csX6" fmla="*/ 1860549 w 1863676"/>
              <a:gd name="csY6" fmla="*/ 938736 h 3705861"/>
              <a:gd name="csX7" fmla="*/ 1784351 w 1863676"/>
              <a:gd name="csY7" fmla="*/ 1300685 h 3705861"/>
              <a:gd name="csX8" fmla="*/ 1452820 w 1863676"/>
              <a:gd name="csY8" fmla="*/ 1862372 h 3705861"/>
              <a:gd name="csX9" fmla="*/ 1727200 w 1863676"/>
              <a:gd name="csY9" fmla="*/ 2342085 h 3705861"/>
              <a:gd name="csX10" fmla="*/ 1860549 w 1863676"/>
              <a:gd name="csY10" fmla="*/ 2799286 h 3705861"/>
              <a:gd name="csX11" fmla="*/ 1606548 w 1863676"/>
              <a:gd name="csY11" fmla="*/ 3408885 h 3705861"/>
              <a:gd name="csX12" fmla="*/ 952898 w 1863676"/>
              <a:gd name="csY12" fmla="*/ 3705603 h 3705861"/>
              <a:gd name="csX13" fmla="*/ 368299 w 1863676"/>
              <a:gd name="csY13" fmla="*/ 3516834 h 3705861"/>
              <a:gd name="csX14" fmla="*/ 0 w 1863676"/>
              <a:gd name="csY14" fmla="*/ 2780237 h 3705861"/>
              <a:gd name="csX15" fmla="*/ 177800 w 1863676"/>
              <a:gd name="csY15" fmla="*/ 2265885 h 3705861"/>
              <a:gd name="csX16" fmla="*/ 440276 w 1863676"/>
              <a:gd name="csY16" fmla="*/ 1836972 h 3705861"/>
              <a:gd name="csX0" fmla="*/ 561146 w 1863676"/>
              <a:gd name="csY0" fmla="*/ 1842009 h 3705861"/>
              <a:gd name="csX1" fmla="*/ 133351 w 1863676"/>
              <a:gd name="csY1" fmla="*/ 1351485 h 3705861"/>
              <a:gd name="csX2" fmla="*/ 19051 w 1863676"/>
              <a:gd name="csY2" fmla="*/ 938737 h 3705861"/>
              <a:gd name="csX3" fmla="*/ 253999 w 1863676"/>
              <a:gd name="csY3" fmla="*/ 322785 h 3705861"/>
              <a:gd name="csX4" fmla="*/ 876698 w 1863676"/>
              <a:gd name="csY4" fmla="*/ 91 h 3705861"/>
              <a:gd name="csX5" fmla="*/ 1600198 w 1863676"/>
              <a:gd name="csY5" fmla="*/ 297385 h 3705861"/>
              <a:gd name="csX6" fmla="*/ 1860549 w 1863676"/>
              <a:gd name="csY6" fmla="*/ 938736 h 3705861"/>
              <a:gd name="csX7" fmla="*/ 1784351 w 1863676"/>
              <a:gd name="csY7" fmla="*/ 1300685 h 3705861"/>
              <a:gd name="csX8" fmla="*/ 1452820 w 1863676"/>
              <a:gd name="csY8" fmla="*/ 1862372 h 3705861"/>
              <a:gd name="csX9" fmla="*/ 1727200 w 1863676"/>
              <a:gd name="csY9" fmla="*/ 2342085 h 3705861"/>
              <a:gd name="csX10" fmla="*/ 1860549 w 1863676"/>
              <a:gd name="csY10" fmla="*/ 2799286 h 3705861"/>
              <a:gd name="csX11" fmla="*/ 1606548 w 1863676"/>
              <a:gd name="csY11" fmla="*/ 3408885 h 3705861"/>
              <a:gd name="csX12" fmla="*/ 952898 w 1863676"/>
              <a:gd name="csY12" fmla="*/ 3705603 h 3705861"/>
              <a:gd name="csX13" fmla="*/ 368299 w 1863676"/>
              <a:gd name="csY13" fmla="*/ 3516834 h 3705861"/>
              <a:gd name="csX14" fmla="*/ 0 w 1863676"/>
              <a:gd name="csY14" fmla="*/ 2780237 h 3705861"/>
              <a:gd name="csX15" fmla="*/ 177800 w 1863676"/>
              <a:gd name="csY15" fmla="*/ 2265885 h 3705861"/>
              <a:gd name="csX16" fmla="*/ 561146 w 1863676"/>
              <a:gd name="csY16" fmla="*/ 1842009 h 3705861"/>
              <a:gd name="csX0" fmla="*/ 546038 w 1863676"/>
              <a:gd name="csY0" fmla="*/ 1842009 h 3705861"/>
              <a:gd name="csX1" fmla="*/ 133351 w 1863676"/>
              <a:gd name="csY1" fmla="*/ 1351485 h 3705861"/>
              <a:gd name="csX2" fmla="*/ 19051 w 1863676"/>
              <a:gd name="csY2" fmla="*/ 938737 h 3705861"/>
              <a:gd name="csX3" fmla="*/ 253999 w 1863676"/>
              <a:gd name="csY3" fmla="*/ 322785 h 3705861"/>
              <a:gd name="csX4" fmla="*/ 876698 w 1863676"/>
              <a:gd name="csY4" fmla="*/ 91 h 3705861"/>
              <a:gd name="csX5" fmla="*/ 1600198 w 1863676"/>
              <a:gd name="csY5" fmla="*/ 297385 h 3705861"/>
              <a:gd name="csX6" fmla="*/ 1860549 w 1863676"/>
              <a:gd name="csY6" fmla="*/ 938736 h 3705861"/>
              <a:gd name="csX7" fmla="*/ 1784351 w 1863676"/>
              <a:gd name="csY7" fmla="*/ 1300685 h 3705861"/>
              <a:gd name="csX8" fmla="*/ 1452820 w 1863676"/>
              <a:gd name="csY8" fmla="*/ 1862372 h 3705861"/>
              <a:gd name="csX9" fmla="*/ 1727200 w 1863676"/>
              <a:gd name="csY9" fmla="*/ 2342085 h 3705861"/>
              <a:gd name="csX10" fmla="*/ 1860549 w 1863676"/>
              <a:gd name="csY10" fmla="*/ 2799286 h 3705861"/>
              <a:gd name="csX11" fmla="*/ 1606548 w 1863676"/>
              <a:gd name="csY11" fmla="*/ 3408885 h 3705861"/>
              <a:gd name="csX12" fmla="*/ 952898 w 1863676"/>
              <a:gd name="csY12" fmla="*/ 3705603 h 3705861"/>
              <a:gd name="csX13" fmla="*/ 368299 w 1863676"/>
              <a:gd name="csY13" fmla="*/ 3516834 h 3705861"/>
              <a:gd name="csX14" fmla="*/ 0 w 1863676"/>
              <a:gd name="csY14" fmla="*/ 2780237 h 3705861"/>
              <a:gd name="csX15" fmla="*/ 177800 w 1863676"/>
              <a:gd name="csY15" fmla="*/ 2265885 h 3705861"/>
              <a:gd name="csX16" fmla="*/ 546038 w 1863676"/>
              <a:gd name="csY16" fmla="*/ 1842009 h 3705861"/>
              <a:gd name="csX0" fmla="*/ 546038 w 1865843"/>
              <a:gd name="csY0" fmla="*/ 1842009 h 3705861"/>
              <a:gd name="csX1" fmla="*/ 133351 w 1865843"/>
              <a:gd name="csY1" fmla="*/ 1351485 h 3705861"/>
              <a:gd name="csX2" fmla="*/ 19051 w 1865843"/>
              <a:gd name="csY2" fmla="*/ 938737 h 3705861"/>
              <a:gd name="csX3" fmla="*/ 253999 w 1865843"/>
              <a:gd name="csY3" fmla="*/ 322785 h 3705861"/>
              <a:gd name="csX4" fmla="*/ 876698 w 1865843"/>
              <a:gd name="csY4" fmla="*/ 91 h 3705861"/>
              <a:gd name="csX5" fmla="*/ 1600198 w 1865843"/>
              <a:gd name="csY5" fmla="*/ 297385 h 3705861"/>
              <a:gd name="csX6" fmla="*/ 1860549 w 1865843"/>
              <a:gd name="csY6" fmla="*/ 938736 h 3705861"/>
              <a:gd name="csX7" fmla="*/ 1784351 w 1865843"/>
              <a:gd name="csY7" fmla="*/ 1300685 h 3705861"/>
              <a:gd name="csX8" fmla="*/ 1336987 w 1865843"/>
              <a:gd name="csY8" fmla="*/ 1877481 h 3705861"/>
              <a:gd name="csX9" fmla="*/ 1727200 w 1865843"/>
              <a:gd name="csY9" fmla="*/ 2342085 h 3705861"/>
              <a:gd name="csX10" fmla="*/ 1860549 w 1865843"/>
              <a:gd name="csY10" fmla="*/ 2799286 h 3705861"/>
              <a:gd name="csX11" fmla="*/ 1606548 w 1865843"/>
              <a:gd name="csY11" fmla="*/ 3408885 h 3705861"/>
              <a:gd name="csX12" fmla="*/ 952898 w 1865843"/>
              <a:gd name="csY12" fmla="*/ 3705603 h 3705861"/>
              <a:gd name="csX13" fmla="*/ 368299 w 1865843"/>
              <a:gd name="csY13" fmla="*/ 3516834 h 3705861"/>
              <a:gd name="csX14" fmla="*/ 0 w 1865843"/>
              <a:gd name="csY14" fmla="*/ 2780237 h 3705861"/>
              <a:gd name="csX15" fmla="*/ 177800 w 1865843"/>
              <a:gd name="csY15" fmla="*/ 2265885 h 3705861"/>
              <a:gd name="csX16" fmla="*/ 546038 w 1865843"/>
              <a:gd name="csY16" fmla="*/ 1842009 h 3705861"/>
              <a:gd name="csX0" fmla="*/ 546038 w 1870762"/>
              <a:gd name="csY0" fmla="*/ 1842009 h 3705861"/>
              <a:gd name="csX1" fmla="*/ 133351 w 1870762"/>
              <a:gd name="csY1" fmla="*/ 1351485 h 3705861"/>
              <a:gd name="csX2" fmla="*/ 19051 w 1870762"/>
              <a:gd name="csY2" fmla="*/ 938737 h 3705861"/>
              <a:gd name="csX3" fmla="*/ 253999 w 1870762"/>
              <a:gd name="csY3" fmla="*/ 322785 h 3705861"/>
              <a:gd name="csX4" fmla="*/ 876698 w 1870762"/>
              <a:gd name="csY4" fmla="*/ 91 h 3705861"/>
              <a:gd name="csX5" fmla="*/ 1600198 w 1870762"/>
              <a:gd name="csY5" fmla="*/ 297385 h 3705861"/>
              <a:gd name="csX6" fmla="*/ 1860549 w 1870762"/>
              <a:gd name="csY6" fmla="*/ 938736 h 3705861"/>
              <a:gd name="csX7" fmla="*/ 1784351 w 1870762"/>
              <a:gd name="csY7" fmla="*/ 1300685 h 3705861"/>
              <a:gd name="csX8" fmla="*/ 1195973 w 1870762"/>
              <a:gd name="csY8" fmla="*/ 1882517 h 3705861"/>
              <a:gd name="csX9" fmla="*/ 1727200 w 1870762"/>
              <a:gd name="csY9" fmla="*/ 2342085 h 3705861"/>
              <a:gd name="csX10" fmla="*/ 1860549 w 1870762"/>
              <a:gd name="csY10" fmla="*/ 2799286 h 3705861"/>
              <a:gd name="csX11" fmla="*/ 1606548 w 1870762"/>
              <a:gd name="csY11" fmla="*/ 3408885 h 3705861"/>
              <a:gd name="csX12" fmla="*/ 952898 w 1870762"/>
              <a:gd name="csY12" fmla="*/ 3705603 h 3705861"/>
              <a:gd name="csX13" fmla="*/ 368299 w 1870762"/>
              <a:gd name="csY13" fmla="*/ 3516834 h 3705861"/>
              <a:gd name="csX14" fmla="*/ 0 w 1870762"/>
              <a:gd name="csY14" fmla="*/ 2780237 h 3705861"/>
              <a:gd name="csX15" fmla="*/ 177800 w 1870762"/>
              <a:gd name="csY15" fmla="*/ 2265885 h 3705861"/>
              <a:gd name="csX16" fmla="*/ 546038 w 1870762"/>
              <a:gd name="csY16" fmla="*/ 1842009 h 3705861"/>
              <a:gd name="csX0" fmla="*/ 666907 w 1870762"/>
              <a:gd name="csY0" fmla="*/ 1867191 h 3705861"/>
              <a:gd name="csX1" fmla="*/ 133351 w 1870762"/>
              <a:gd name="csY1" fmla="*/ 1351485 h 3705861"/>
              <a:gd name="csX2" fmla="*/ 19051 w 1870762"/>
              <a:gd name="csY2" fmla="*/ 938737 h 3705861"/>
              <a:gd name="csX3" fmla="*/ 253999 w 1870762"/>
              <a:gd name="csY3" fmla="*/ 322785 h 3705861"/>
              <a:gd name="csX4" fmla="*/ 876698 w 1870762"/>
              <a:gd name="csY4" fmla="*/ 91 h 3705861"/>
              <a:gd name="csX5" fmla="*/ 1600198 w 1870762"/>
              <a:gd name="csY5" fmla="*/ 297385 h 3705861"/>
              <a:gd name="csX6" fmla="*/ 1860549 w 1870762"/>
              <a:gd name="csY6" fmla="*/ 938736 h 3705861"/>
              <a:gd name="csX7" fmla="*/ 1784351 w 1870762"/>
              <a:gd name="csY7" fmla="*/ 1300685 h 3705861"/>
              <a:gd name="csX8" fmla="*/ 1195973 w 1870762"/>
              <a:gd name="csY8" fmla="*/ 1882517 h 3705861"/>
              <a:gd name="csX9" fmla="*/ 1727200 w 1870762"/>
              <a:gd name="csY9" fmla="*/ 2342085 h 3705861"/>
              <a:gd name="csX10" fmla="*/ 1860549 w 1870762"/>
              <a:gd name="csY10" fmla="*/ 2799286 h 3705861"/>
              <a:gd name="csX11" fmla="*/ 1606548 w 1870762"/>
              <a:gd name="csY11" fmla="*/ 3408885 h 3705861"/>
              <a:gd name="csX12" fmla="*/ 952898 w 1870762"/>
              <a:gd name="csY12" fmla="*/ 3705603 h 3705861"/>
              <a:gd name="csX13" fmla="*/ 368299 w 1870762"/>
              <a:gd name="csY13" fmla="*/ 3516834 h 3705861"/>
              <a:gd name="csX14" fmla="*/ 0 w 1870762"/>
              <a:gd name="csY14" fmla="*/ 2780237 h 3705861"/>
              <a:gd name="csX15" fmla="*/ 177800 w 1870762"/>
              <a:gd name="csY15" fmla="*/ 2265885 h 3705861"/>
              <a:gd name="csX16" fmla="*/ 666907 w 1870762"/>
              <a:gd name="csY16" fmla="*/ 1867191 h 3705861"/>
              <a:gd name="csX0" fmla="*/ 666907 w 1870762"/>
              <a:gd name="csY0" fmla="*/ 1867191 h 3705861"/>
              <a:gd name="csX1" fmla="*/ 133351 w 1870762"/>
              <a:gd name="csY1" fmla="*/ 1351485 h 3705861"/>
              <a:gd name="csX2" fmla="*/ 19051 w 1870762"/>
              <a:gd name="csY2" fmla="*/ 938737 h 3705861"/>
              <a:gd name="csX3" fmla="*/ 253999 w 1870762"/>
              <a:gd name="csY3" fmla="*/ 322785 h 3705861"/>
              <a:gd name="csX4" fmla="*/ 876698 w 1870762"/>
              <a:gd name="csY4" fmla="*/ 91 h 3705861"/>
              <a:gd name="csX5" fmla="*/ 1600198 w 1870762"/>
              <a:gd name="csY5" fmla="*/ 297385 h 3705861"/>
              <a:gd name="csX6" fmla="*/ 1860549 w 1870762"/>
              <a:gd name="csY6" fmla="*/ 938736 h 3705861"/>
              <a:gd name="csX7" fmla="*/ 1784351 w 1870762"/>
              <a:gd name="csY7" fmla="*/ 1300685 h 3705861"/>
              <a:gd name="csX8" fmla="*/ 1195973 w 1870762"/>
              <a:gd name="csY8" fmla="*/ 1882517 h 3705861"/>
              <a:gd name="csX9" fmla="*/ 1485509 w 1870762"/>
              <a:gd name="csY9" fmla="*/ 2146460 h 3705861"/>
              <a:gd name="csX10" fmla="*/ 1727200 w 1870762"/>
              <a:gd name="csY10" fmla="*/ 2342085 h 3705861"/>
              <a:gd name="csX11" fmla="*/ 1860549 w 1870762"/>
              <a:gd name="csY11" fmla="*/ 2799286 h 3705861"/>
              <a:gd name="csX12" fmla="*/ 1606548 w 1870762"/>
              <a:gd name="csY12" fmla="*/ 3408885 h 3705861"/>
              <a:gd name="csX13" fmla="*/ 952898 w 1870762"/>
              <a:gd name="csY13" fmla="*/ 3705603 h 3705861"/>
              <a:gd name="csX14" fmla="*/ 368299 w 1870762"/>
              <a:gd name="csY14" fmla="*/ 3516834 h 3705861"/>
              <a:gd name="csX15" fmla="*/ 0 w 1870762"/>
              <a:gd name="csY15" fmla="*/ 2780237 h 3705861"/>
              <a:gd name="csX16" fmla="*/ 177800 w 1870762"/>
              <a:gd name="csY16" fmla="*/ 2265885 h 3705861"/>
              <a:gd name="csX17" fmla="*/ 666907 w 1870762"/>
              <a:gd name="csY17" fmla="*/ 1867191 h 3705861"/>
              <a:gd name="csX0" fmla="*/ 666907 w 1870762"/>
              <a:gd name="csY0" fmla="*/ 1867191 h 3705861"/>
              <a:gd name="csX1" fmla="*/ 133351 w 1870762"/>
              <a:gd name="csY1" fmla="*/ 1351485 h 3705861"/>
              <a:gd name="csX2" fmla="*/ 19051 w 1870762"/>
              <a:gd name="csY2" fmla="*/ 938737 h 3705861"/>
              <a:gd name="csX3" fmla="*/ 253999 w 1870762"/>
              <a:gd name="csY3" fmla="*/ 322785 h 3705861"/>
              <a:gd name="csX4" fmla="*/ 876698 w 1870762"/>
              <a:gd name="csY4" fmla="*/ 91 h 3705861"/>
              <a:gd name="csX5" fmla="*/ 1600198 w 1870762"/>
              <a:gd name="csY5" fmla="*/ 297385 h 3705861"/>
              <a:gd name="csX6" fmla="*/ 1860549 w 1870762"/>
              <a:gd name="csY6" fmla="*/ 938736 h 3705861"/>
              <a:gd name="csX7" fmla="*/ 1784351 w 1870762"/>
              <a:gd name="csY7" fmla="*/ 1300685 h 3705861"/>
              <a:gd name="csX8" fmla="*/ 1195973 w 1870762"/>
              <a:gd name="csY8" fmla="*/ 1882517 h 3705861"/>
              <a:gd name="csX9" fmla="*/ 1495582 w 1870762"/>
              <a:gd name="csY9" fmla="*/ 2086026 h 3705861"/>
              <a:gd name="csX10" fmla="*/ 1727200 w 1870762"/>
              <a:gd name="csY10" fmla="*/ 2342085 h 3705861"/>
              <a:gd name="csX11" fmla="*/ 1860549 w 1870762"/>
              <a:gd name="csY11" fmla="*/ 2799286 h 3705861"/>
              <a:gd name="csX12" fmla="*/ 1606548 w 1870762"/>
              <a:gd name="csY12" fmla="*/ 3408885 h 3705861"/>
              <a:gd name="csX13" fmla="*/ 952898 w 1870762"/>
              <a:gd name="csY13" fmla="*/ 3705603 h 3705861"/>
              <a:gd name="csX14" fmla="*/ 368299 w 1870762"/>
              <a:gd name="csY14" fmla="*/ 3516834 h 3705861"/>
              <a:gd name="csX15" fmla="*/ 0 w 1870762"/>
              <a:gd name="csY15" fmla="*/ 2780237 h 3705861"/>
              <a:gd name="csX16" fmla="*/ 177800 w 1870762"/>
              <a:gd name="csY16" fmla="*/ 2265885 h 3705861"/>
              <a:gd name="csX17" fmla="*/ 666907 w 1870762"/>
              <a:gd name="csY17" fmla="*/ 1867191 h 3705861"/>
              <a:gd name="csX0" fmla="*/ 666907 w 1864307"/>
              <a:gd name="csY0" fmla="*/ 1867191 h 3705861"/>
              <a:gd name="csX1" fmla="*/ 133351 w 1864307"/>
              <a:gd name="csY1" fmla="*/ 1351485 h 3705861"/>
              <a:gd name="csX2" fmla="*/ 19051 w 1864307"/>
              <a:gd name="csY2" fmla="*/ 938737 h 3705861"/>
              <a:gd name="csX3" fmla="*/ 253999 w 1864307"/>
              <a:gd name="csY3" fmla="*/ 322785 h 3705861"/>
              <a:gd name="csX4" fmla="*/ 876698 w 1864307"/>
              <a:gd name="csY4" fmla="*/ 91 h 3705861"/>
              <a:gd name="csX5" fmla="*/ 1600198 w 1864307"/>
              <a:gd name="csY5" fmla="*/ 297385 h 3705861"/>
              <a:gd name="csX6" fmla="*/ 1860549 w 1864307"/>
              <a:gd name="csY6" fmla="*/ 938736 h 3705861"/>
              <a:gd name="csX7" fmla="*/ 1784351 w 1864307"/>
              <a:gd name="csY7" fmla="*/ 1300685 h 3705861"/>
              <a:gd name="csX8" fmla="*/ 1409966 w 1864307"/>
              <a:gd name="csY8" fmla="*/ 1637800 h 3705861"/>
              <a:gd name="csX9" fmla="*/ 1195973 w 1864307"/>
              <a:gd name="csY9" fmla="*/ 1882517 h 3705861"/>
              <a:gd name="csX10" fmla="*/ 1495582 w 1864307"/>
              <a:gd name="csY10" fmla="*/ 2086026 h 3705861"/>
              <a:gd name="csX11" fmla="*/ 1727200 w 1864307"/>
              <a:gd name="csY11" fmla="*/ 2342085 h 3705861"/>
              <a:gd name="csX12" fmla="*/ 1860549 w 1864307"/>
              <a:gd name="csY12" fmla="*/ 2799286 h 3705861"/>
              <a:gd name="csX13" fmla="*/ 1606548 w 1864307"/>
              <a:gd name="csY13" fmla="*/ 3408885 h 3705861"/>
              <a:gd name="csX14" fmla="*/ 952898 w 1864307"/>
              <a:gd name="csY14" fmla="*/ 3705603 h 3705861"/>
              <a:gd name="csX15" fmla="*/ 368299 w 1864307"/>
              <a:gd name="csY15" fmla="*/ 3516834 h 3705861"/>
              <a:gd name="csX16" fmla="*/ 0 w 1864307"/>
              <a:gd name="csY16" fmla="*/ 2780237 h 3705861"/>
              <a:gd name="csX17" fmla="*/ 177800 w 1864307"/>
              <a:gd name="csY17" fmla="*/ 2265885 h 3705861"/>
              <a:gd name="csX18" fmla="*/ 666907 w 1864307"/>
              <a:gd name="csY18" fmla="*/ 1867191 h 3705861"/>
              <a:gd name="csX0" fmla="*/ 666907 w 1863582"/>
              <a:gd name="csY0" fmla="*/ 1867191 h 3705861"/>
              <a:gd name="csX1" fmla="*/ 133351 w 1863582"/>
              <a:gd name="csY1" fmla="*/ 1351485 h 3705861"/>
              <a:gd name="csX2" fmla="*/ 19051 w 1863582"/>
              <a:gd name="csY2" fmla="*/ 938737 h 3705861"/>
              <a:gd name="csX3" fmla="*/ 253999 w 1863582"/>
              <a:gd name="csY3" fmla="*/ 322785 h 3705861"/>
              <a:gd name="csX4" fmla="*/ 876698 w 1863582"/>
              <a:gd name="csY4" fmla="*/ 91 h 3705861"/>
              <a:gd name="csX5" fmla="*/ 1600198 w 1863582"/>
              <a:gd name="csY5" fmla="*/ 297385 h 3705861"/>
              <a:gd name="csX6" fmla="*/ 1860549 w 1863582"/>
              <a:gd name="csY6" fmla="*/ 938736 h 3705861"/>
              <a:gd name="csX7" fmla="*/ 1784351 w 1863582"/>
              <a:gd name="csY7" fmla="*/ 1300685 h 3705861"/>
              <a:gd name="csX8" fmla="*/ 1460328 w 1863582"/>
              <a:gd name="csY8" fmla="*/ 1673054 h 3705861"/>
              <a:gd name="csX9" fmla="*/ 1195973 w 1863582"/>
              <a:gd name="csY9" fmla="*/ 1882517 h 3705861"/>
              <a:gd name="csX10" fmla="*/ 1495582 w 1863582"/>
              <a:gd name="csY10" fmla="*/ 2086026 h 3705861"/>
              <a:gd name="csX11" fmla="*/ 1727200 w 1863582"/>
              <a:gd name="csY11" fmla="*/ 2342085 h 3705861"/>
              <a:gd name="csX12" fmla="*/ 1860549 w 1863582"/>
              <a:gd name="csY12" fmla="*/ 2799286 h 3705861"/>
              <a:gd name="csX13" fmla="*/ 1606548 w 1863582"/>
              <a:gd name="csY13" fmla="*/ 3408885 h 3705861"/>
              <a:gd name="csX14" fmla="*/ 952898 w 1863582"/>
              <a:gd name="csY14" fmla="*/ 3705603 h 3705861"/>
              <a:gd name="csX15" fmla="*/ 368299 w 1863582"/>
              <a:gd name="csY15" fmla="*/ 3516834 h 3705861"/>
              <a:gd name="csX16" fmla="*/ 0 w 1863582"/>
              <a:gd name="csY16" fmla="*/ 2780237 h 3705861"/>
              <a:gd name="csX17" fmla="*/ 177800 w 1863582"/>
              <a:gd name="csY17" fmla="*/ 2265885 h 3705861"/>
              <a:gd name="csX18" fmla="*/ 666907 w 1863582"/>
              <a:gd name="csY18" fmla="*/ 1867191 h 3705861"/>
              <a:gd name="csX0" fmla="*/ 666907 w 1863582"/>
              <a:gd name="csY0" fmla="*/ 1867191 h 3705861"/>
              <a:gd name="csX1" fmla="*/ 133351 w 1863582"/>
              <a:gd name="csY1" fmla="*/ 1351485 h 3705861"/>
              <a:gd name="csX2" fmla="*/ 19051 w 1863582"/>
              <a:gd name="csY2" fmla="*/ 938737 h 3705861"/>
              <a:gd name="csX3" fmla="*/ 253999 w 1863582"/>
              <a:gd name="csY3" fmla="*/ 322785 h 3705861"/>
              <a:gd name="csX4" fmla="*/ 876698 w 1863582"/>
              <a:gd name="csY4" fmla="*/ 91 h 3705861"/>
              <a:gd name="csX5" fmla="*/ 1600198 w 1863582"/>
              <a:gd name="csY5" fmla="*/ 297385 h 3705861"/>
              <a:gd name="csX6" fmla="*/ 1860549 w 1863582"/>
              <a:gd name="csY6" fmla="*/ 938736 h 3705861"/>
              <a:gd name="csX7" fmla="*/ 1784351 w 1863582"/>
              <a:gd name="csY7" fmla="*/ 1300685 h 3705861"/>
              <a:gd name="csX8" fmla="*/ 1460328 w 1863582"/>
              <a:gd name="csY8" fmla="*/ 1673054 h 3705861"/>
              <a:gd name="csX9" fmla="*/ 1195973 w 1863582"/>
              <a:gd name="csY9" fmla="*/ 1882517 h 3705861"/>
              <a:gd name="csX10" fmla="*/ 1495582 w 1863582"/>
              <a:gd name="csY10" fmla="*/ 2086026 h 3705861"/>
              <a:gd name="csX11" fmla="*/ 1727200 w 1863582"/>
              <a:gd name="csY11" fmla="*/ 2342085 h 3705861"/>
              <a:gd name="csX12" fmla="*/ 1860549 w 1863582"/>
              <a:gd name="csY12" fmla="*/ 2799286 h 3705861"/>
              <a:gd name="csX13" fmla="*/ 1606548 w 1863582"/>
              <a:gd name="csY13" fmla="*/ 3408885 h 3705861"/>
              <a:gd name="csX14" fmla="*/ 952898 w 1863582"/>
              <a:gd name="csY14" fmla="*/ 3705603 h 3705861"/>
              <a:gd name="csX15" fmla="*/ 368299 w 1863582"/>
              <a:gd name="csY15" fmla="*/ 3516834 h 3705861"/>
              <a:gd name="csX16" fmla="*/ 0 w 1863582"/>
              <a:gd name="csY16" fmla="*/ 2780237 h 3705861"/>
              <a:gd name="csX17" fmla="*/ 177800 w 1863582"/>
              <a:gd name="csY17" fmla="*/ 2265885 h 3705861"/>
              <a:gd name="csX18" fmla="*/ 463154 w 1863582"/>
              <a:gd name="csY18" fmla="*/ 2065880 h 3705861"/>
              <a:gd name="csX19" fmla="*/ 666907 w 1863582"/>
              <a:gd name="csY19" fmla="*/ 1867191 h 3705861"/>
              <a:gd name="csX0" fmla="*/ 666907 w 1863582"/>
              <a:gd name="csY0" fmla="*/ 1867191 h 3705861"/>
              <a:gd name="csX1" fmla="*/ 133351 w 1863582"/>
              <a:gd name="csY1" fmla="*/ 1351485 h 3705861"/>
              <a:gd name="csX2" fmla="*/ 19051 w 1863582"/>
              <a:gd name="csY2" fmla="*/ 938737 h 3705861"/>
              <a:gd name="csX3" fmla="*/ 253999 w 1863582"/>
              <a:gd name="csY3" fmla="*/ 322785 h 3705861"/>
              <a:gd name="csX4" fmla="*/ 876698 w 1863582"/>
              <a:gd name="csY4" fmla="*/ 91 h 3705861"/>
              <a:gd name="csX5" fmla="*/ 1600198 w 1863582"/>
              <a:gd name="csY5" fmla="*/ 297385 h 3705861"/>
              <a:gd name="csX6" fmla="*/ 1860549 w 1863582"/>
              <a:gd name="csY6" fmla="*/ 938736 h 3705861"/>
              <a:gd name="csX7" fmla="*/ 1784351 w 1863582"/>
              <a:gd name="csY7" fmla="*/ 1300685 h 3705861"/>
              <a:gd name="csX8" fmla="*/ 1460328 w 1863582"/>
              <a:gd name="csY8" fmla="*/ 1673054 h 3705861"/>
              <a:gd name="csX9" fmla="*/ 1195973 w 1863582"/>
              <a:gd name="csY9" fmla="*/ 1882517 h 3705861"/>
              <a:gd name="csX10" fmla="*/ 1495582 w 1863582"/>
              <a:gd name="csY10" fmla="*/ 2086026 h 3705861"/>
              <a:gd name="csX11" fmla="*/ 1727200 w 1863582"/>
              <a:gd name="csY11" fmla="*/ 2342085 h 3705861"/>
              <a:gd name="csX12" fmla="*/ 1860549 w 1863582"/>
              <a:gd name="csY12" fmla="*/ 2799286 h 3705861"/>
              <a:gd name="csX13" fmla="*/ 1606548 w 1863582"/>
              <a:gd name="csY13" fmla="*/ 3408885 h 3705861"/>
              <a:gd name="csX14" fmla="*/ 952898 w 1863582"/>
              <a:gd name="csY14" fmla="*/ 3705603 h 3705861"/>
              <a:gd name="csX15" fmla="*/ 368299 w 1863582"/>
              <a:gd name="csY15" fmla="*/ 3516834 h 3705861"/>
              <a:gd name="csX16" fmla="*/ 0 w 1863582"/>
              <a:gd name="csY16" fmla="*/ 2780237 h 3705861"/>
              <a:gd name="csX17" fmla="*/ 177800 w 1863582"/>
              <a:gd name="csY17" fmla="*/ 2265885 h 3705861"/>
              <a:gd name="csX18" fmla="*/ 432937 w 1863582"/>
              <a:gd name="csY18" fmla="*/ 2045735 h 3705861"/>
              <a:gd name="csX19" fmla="*/ 666907 w 1863582"/>
              <a:gd name="csY19" fmla="*/ 1867191 h 3705861"/>
              <a:gd name="csX0" fmla="*/ 666907 w 1863582"/>
              <a:gd name="csY0" fmla="*/ 1867191 h 3705861"/>
              <a:gd name="csX1" fmla="*/ 508480 w 1863582"/>
              <a:gd name="csY1" fmla="*/ 1703271 h 3705861"/>
              <a:gd name="csX2" fmla="*/ 133351 w 1863582"/>
              <a:gd name="csY2" fmla="*/ 1351485 h 3705861"/>
              <a:gd name="csX3" fmla="*/ 19051 w 1863582"/>
              <a:gd name="csY3" fmla="*/ 938737 h 3705861"/>
              <a:gd name="csX4" fmla="*/ 253999 w 1863582"/>
              <a:gd name="csY4" fmla="*/ 322785 h 3705861"/>
              <a:gd name="csX5" fmla="*/ 876698 w 1863582"/>
              <a:gd name="csY5" fmla="*/ 91 h 3705861"/>
              <a:gd name="csX6" fmla="*/ 1600198 w 1863582"/>
              <a:gd name="csY6" fmla="*/ 297385 h 3705861"/>
              <a:gd name="csX7" fmla="*/ 1860549 w 1863582"/>
              <a:gd name="csY7" fmla="*/ 938736 h 3705861"/>
              <a:gd name="csX8" fmla="*/ 1784351 w 1863582"/>
              <a:gd name="csY8" fmla="*/ 1300685 h 3705861"/>
              <a:gd name="csX9" fmla="*/ 1460328 w 1863582"/>
              <a:gd name="csY9" fmla="*/ 1673054 h 3705861"/>
              <a:gd name="csX10" fmla="*/ 1195973 w 1863582"/>
              <a:gd name="csY10" fmla="*/ 1882517 h 3705861"/>
              <a:gd name="csX11" fmla="*/ 1495582 w 1863582"/>
              <a:gd name="csY11" fmla="*/ 2086026 h 3705861"/>
              <a:gd name="csX12" fmla="*/ 1727200 w 1863582"/>
              <a:gd name="csY12" fmla="*/ 2342085 h 3705861"/>
              <a:gd name="csX13" fmla="*/ 1860549 w 1863582"/>
              <a:gd name="csY13" fmla="*/ 2799286 h 3705861"/>
              <a:gd name="csX14" fmla="*/ 1606548 w 1863582"/>
              <a:gd name="csY14" fmla="*/ 3408885 h 3705861"/>
              <a:gd name="csX15" fmla="*/ 952898 w 1863582"/>
              <a:gd name="csY15" fmla="*/ 3705603 h 3705861"/>
              <a:gd name="csX16" fmla="*/ 368299 w 1863582"/>
              <a:gd name="csY16" fmla="*/ 3516834 h 3705861"/>
              <a:gd name="csX17" fmla="*/ 0 w 1863582"/>
              <a:gd name="csY17" fmla="*/ 2780237 h 3705861"/>
              <a:gd name="csX18" fmla="*/ 177800 w 1863582"/>
              <a:gd name="csY18" fmla="*/ 2265885 h 3705861"/>
              <a:gd name="csX19" fmla="*/ 432937 w 1863582"/>
              <a:gd name="csY19" fmla="*/ 2045735 h 3705861"/>
              <a:gd name="csX20" fmla="*/ 666907 w 1863582"/>
              <a:gd name="csY20" fmla="*/ 1867191 h 3705861"/>
              <a:gd name="csX0" fmla="*/ 666907 w 1863582"/>
              <a:gd name="csY0" fmla="*/ 1867191 h 3705861"/>
              <a:gd name="csX1" fmla="*/ 493372 w 1863582"/>
              <a:gd name="csY1" fmla="*/ 1703271 h 3705861"/>
              <a:gd name="csX2" fmla="*/ 133351 w 1863582"/>
              <a:gd name="csY2" fmla="*/ 1351485 h 3705861"/>
              <a:gd name="csX3" fmla="*/ 19051 w 1863582"/>
              <a:gd name="csY3" fmla="*/ 938737 h 3705861"/>
              <a:gd name="csX4" fmla="*/ 253999 w 1863582"/>
              <a:gd name="csY4" fmla="*/ 322785 h 3705861"/>
              <a:gd name="csX5" fmla="*/ 876698 w 1863582"/>
              <a:gd name="csY5" fmla="*/ 91 h 3705861"/>
              <a:gd name="csX6" fmla="*/ 1600198 w 1863582"/>
              <a:gd name="csY6" fmla="*/ 297385 h 3705861"/>
              <a:gd name="csX7" fmla="*/ 1860549 w 1863582"/>
              <a:gd name="csY7" fmla="*/ 938736 h 3705861"/>
              <a:gd name="csX8" fmla="*/ 1784351 w 1863582"/>
              <a:gd name="csY8" fmla="*/ 1300685 h 3705861"/>
              <a:gd name="csX9" fmla="*/ 1460328 w 1863582"/>
              <a:gd name="csY9" fmla="*/ 1673054 h 3705861"/>
              <a:gd name="csX10" fmla="*/ 1195973 w 1863582"/>
              <a:gd name="csY10" fmla="*/ 1882517 h 3705861"/>
              <a:gd name="csX11" fmla="*/ 1495582 w 1863582"/>
              <a:gd name="csY11" fmla="*/ 2086026 h 3705861"/>
              <a:gd name="csX12" fmla="*/ 1727200 w 1863582"/>
              <a:gd name="csY12" fmla="*/ 2342085 h 3705861"/>
              <a:gd name="csX13" fmla="*/ 1860549 w 1863582"/>
              <a:gd name="csY13" fmla="*/ 2799286 h 3705861"/>
              <a:gd name="csX14" fmla="*/ 1606548 w 1863582"/>
              <a:gd name="csY14" fmla="*/ 3408885 h 3705861"/>
              <a:gd name="csX15" fmla="*/ 952898 w 1863582"/>
              <a:gd name="csY15" fmla="*/ 3705603 h 3705861"/>
              <a:gd name="csX16" fmla="*/ 368299 w 1863582"/>
              <a:gd name="csY16" fmla="*/ 3516834 h 3705861"/>
              <a:gd name="csX17" fmla="*/ 0 w 1863582"/>
              <a:gd name="csY17" fmla="*/ 2780237 h 3705861"/>
              <a:gd name="csX18" fmla="*/ 177800 w 1863582"/>
              <a:gd name="csY18" fmla="*/ 2265885 h 3705861"/>
              <a:gd name="csX19" fmla="*/ 432937 w 1863582"/>
              <a:gd name="csY19" fmla="*/ 2045735 h 3705861"/>
              <a:gd name="csX20" fmla="*/ 666907 w 1863582"/>
              <a:gd name="csY20" fmla="*/ 1867191 h 37058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1863582" h="3705861">
                <a:moveTo>
                  <a:pt x="666907" y="1867191"/>
                </a:moveTo>
                <a:cubicBezTo>
                  <a:pt x="676980" y="1810114"/>
                  <a:pt x="582298" y="1789222"/>
                  <a:pt x="493372" y="1703271"/>
                </a:cubicBezTo>
                <a:cubicBezTo>
                  <a:pt x="404446" y="1617320"/>
                  <a:pt x="214922" y="1478907"/>
                  <a:pt x="133351" y="1351485"/>
                </a:cubicBezTo>
                <a:cubicBezTo>
                  <a:pt x="51780" y="1224063"/>
                  <a:pt x="17993" y="1167337"/>
                  <a:pt x="19051" y="938737"/>
                </a:cubicBezTo>
                <a:cubicBezTo>
                  <a:pt x="20109" y="710137"/>
                  <a:pt x="111058" y="479226"/>
                  <a:pt x="253999" y="322785"/>
                </a:cubicBezTo>
                <a:cubicBezTo>
                  <a:pt x="396940" y="166344"/>
                  <a:pt x="652332" y="4324"/>
                  <a:pt x="876698" y="91"/>
                </a:cubicBezTo>
                <a:cubicBezTo>
                  <a:pt x="1101064" y="-4142"/>
                  <a:pt x="1436223" y="140944"/>
                  <a:pt x="1600198" y="297385"/>
                </a:cubicBezTo>
                <a:cubicBezTo>
                  <a:pt x="1764173" y="453826"/>
                  <a:pt x="1848907" y="752469"/>
                  <a:pt x="1860549" y="938736"/>
                </a:cubicBezTo>
                <a:cubicBezTo>
                  <a:pt x="1872191" y="1125003"/>
                  <a:pt x="1851054" y="1178299"/>
                  <a:pt x="1784351" y="1300685"/>
                </a:cubicBezTo>
                <a:cubicBezTo>
                  <a:pt x="1717648" y="1423071"/>
                  <a:pt x="1558391" y="1576082"/>
                  <a:pt x="1460328" y="1673054"/>
                </a:cubicBezTo>
                <a:cubicBezTo>
                  <a:pt x="1362265" y="1770026"/>
                  <a:pt x="1190097" y="1813688"/>
                  <a:pt x="1195973" y="1882517"/>
                </a:cubicBezTo>
                <a:cubicBezTo>
                  <a:pt x="1201849" y="1951346"/>
                  <a:pt x="1407044" y="2009431"/>
                  <a:pt x="1495582" y="2086026"/>
                </a:cubicBezTo>
                <a:cubicBezTo>
                  <a:pt x="1584120" y="2162621"/>
                  <a:pt x="1666372" y="2223208"/>
                  <a:pt x="1727200" y="2342085"/>
                </a:cubicBezTo>
                <a:cubicBezTo>
                  <a:pt x="1788028" y="2460962"/>
                  <a:pt x="1861608" y="2545286"/>
                  <a:pt x="1860549" y="2799286"/>
                </a:cubicBezTo>
                <a:cubicBezTo>
                  <a:pt x="1859490" y="3053286"/>
                  <a:pt x="1757823" y="3257832"/>
                  <a:pt x="1606548" y="3408885"/>
                </a:cubicBezTo>
                <a:cubicBezTo>
                  <a:pt x="1455273" y="3559938"/>
                  <a:pt x="1210073" y="3713012"/>
                  <a:pt x="952898" y="3705603"/>
                </a:cubicBezTo>
                <a:cubicBezTo>
                  <a:pt x="695723" y="3698194"/>
                  <a:pt x="527115" y="3671062"/>
                  <a:pt x="368299" y="3516834"/>
                </a:cubicBezTo>
                <a:cubicBezTo>
                  <a:pt x="209483" y="3362606"/>
                  <a:pt x="0" y="3014128"/>
                  <a:pt x="0" y="2780237"/>
                </a:cubicBezTo>
                <a:cubicBezTo>
                  <a:pt x="0" y="2546346"/>
                  <a:pt x="105644" y="2388302"/>
                  <a:pt x="177800" y="2265885"/>
                </a:cubicBezTo>
                <a:cubicBezTo>
                  <a:pt x="249956" y="2143468"/>
                  <a:pt x="351419" y="2112184"/>
                  <a:pt x="432937" y="2045735"/>
                </a:cubicBezTo>
                <a:cubicBezTo>
                  <a:pt x="514455" y="1979286"/>
                  <a:pt x="656834" y="1924268"/>
                  <a:pt x="666907" y="1867191"/>
                </a:cubicBezTo>
                <a:close/>
              </a:path>
            </a:pathLst>
          </a:custGeom>
          <a:solidFill>
            <a:schemeClr val="accent1">
              <a:alpha val="5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4B913B4-CBCA-4690-A47F-821C71EB2EAB}"/>
              </a:ext>
            </a:extLst>
          </p:cNvPr>
          <p:cNvGrpSpPr/>
          <p:nvPr/>
        </p:nvGrpSpPr>
        <p:grpSpPr>
          <a:xfrm>
            <a:off x="3276600" y="1549400"/>
            <a:ext cx="5486400" cy="3657600"/>
            <a:chOff x="3352800" y="1600200"/>
            <a:chExt cx="5486400" cy="3657600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593ECF40-A12B-5354-6E69-088152CCBECC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16002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0B3DB0D3-6762-2CFE-4E4F-44B81C321825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52578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09A97FBE-50F5-F460-C067-8EEDEEE46B94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178308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DB5CC3E7-CAD9-8610-F4D0-F64173F308EE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196596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B0C964A1-2B6E-882E-66F6-0A76B2FFA3E1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14884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707BE501-6E01-5145-F97D-E088DEA77F74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33172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F39D1C4-19DE-B6CB-DD4B-95C6E1B8953B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5146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8B16BD0D-58FD-3CCA-881C-63D24FA957C3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69748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EB624A3E-F6C8-7753-A086-BB45F2444E3B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88036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6E5FA3AF-03AC-1FC9-D0A2-3AEB82CBDDC3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06324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AB961DF2-64B2-9151-CBB3-BFCA08F668CC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24612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7613E465-34A6-2A11-509B-CD83708681E8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4290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B620A2B5-0802-20A2-762F-B901CED83EA7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61188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24C4EACD-C073-9D01-FE97-6835D099BDB9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79476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FC16F240-9678-B977-AC62-4046F0883AC9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97764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E89FC24F-B4EF-BF27-552F-C1E0EE68D384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16052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8555CB73-1D36-AE27-1D4C-4E5595146A54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3434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CE25B211-A0E2-8650-A8B4-A5F5C27BBAC5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52628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84ADEF2A-C142-DA0C-2C8B-306614CCF986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70916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96433482-7CE5-341B-FEE6-1B80F2DD086F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89204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F53EBC60-FB60-3383-2332-845E434763FB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507492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808659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CD05B-506A-21E0-E176-D7BB8B393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C6DC4996-E261-BC65-CDC9-89A17B04E961}"/>
              </a:ext>
            </a:extLst>
          </p:cNvPr>
          <p:cNvSpPr>
            <a:spLocks noChangeAspect="1"/>
          </p:cNvSpPr>
          <p:nvPr/>
        </p:nvSpPr>
        <p:spPr>
          <a:xfrm>
            <a:off x="6276000" y="2529000"/>
            <a:ext cx="1800000" cy="1800000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rgbClr val="FF0000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9E6BFC5-46B3-8A51-B1E3-704745ED9CFE}"/>
              </a:ext>
            </a:extLst>
          </p:cNvPr>
          <p:cNvSpPr>
            <a:spLocks noChangeAspect="1"/>
          </p:cNvSpPr>
          <p:nvPr/>
        </p:nvSpPr>
        <p:spPr>
          <a:xfrm>
            <a:off x="4116000" y="2529000"/>
            <a:ext cx="1800000" cy="1800000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rgbClr val="FF0000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6016DBB-1A70-20A4-A1C2-35847200B12D}"/>
              </a:ext>
            </a:extLst>
          </p:cNvPr>
          <p:cNvSpPr/>
          <p:nvPr/>
        </p:nvSpPr>
        <p:spPr>
          <a:xfrm>
            <a:off x="5826000" y="2455975"/>
            <a:ext cx="540000" cy="90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900" dirty="0">
              <a:solidFill>
                <a:srgbClr val="FF0000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27DB220-04A4-51C3-02F3-50139E4BD72C}"/>
              </a:ext>
            </a:extLst>
          </p:cNvPr>
          <p:cNvSpPr/>
          <p:nvPr/>
        </p:nvSpPr>
        <p:spPr>
          <a:xfrm>
            <a:off x="5826000" y="3501000"/>
            <a:ext cx="540000" cy="90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900" dirty="0">
              <a:solidFill>
                <a:srgbClr val="FF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A9D69E-1377-6845-B95C-94B17D81810E}"/>
              </a:ext>
            </a:extLst>
          </p:cNvPr>
          <p:cNvSpPr/>
          <p:nvPr/>
        </p:nvSpPr>
        <p:spPr>
          <a:xfrm rot="20100000">
            <a:off x="5725456" y="2340898"/>
            <a:ext cx="524049" cy="7677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8B7B1DE-058B-437D-12D3-2584415E7423}"/>
              </a:ext>
            </a:extLst>
          </p:cNvPr>
          <p:cNvSpPr/>
          <p:nvPr/>
        </p:nvSpPr>
        <p:spPr>
          <a:xfrm rot="-20100000">
            <a:off x="6038588" y="2333327"/>
            <a:ext cx="439681" cy="7677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CB13ED-D06F-419A-539C-3227D9603457}"/>
              </a:ext>
            </a:extLst>
          </p:cNvPr>
          <p:cNvSpPr/>
          <p:nvPr/>
        </p:nvSpPr>
        <p:spPr>
          <a:xfrm rot="-20100000">
            <a:off x="5719674" y="3756497"/>
            <a:ext cx="503427" cy="7677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D2C1D0C-088E-2184-4401-379EDA52986E}"/>
              </a:ext>
            </a:extLst>
          </p:cNvPr>
          <p:cNvSpPr/>
          <p:nvPr/>
        </p:nvSpPr>
        <p:spPr>
          <a:xfrm rot="20096993">
            <a:off x="5978153" y="3764699"/>
            <a:ext cx="493731" cy="7677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D9FFBCA-C250-C0AB-CC3E-D3128810420A}"/>
              </a:ext>
            </a:extLst>
          </p:cNvPr>
          <p:cNvSpPr/>
          <p:nvPr/>
        </p:nvSpPr>
        <p:spPr>
          <a:xfrm>
            <a:off x="5616062" y="3177671"/>
            <a:ext cx="349761" cy="502657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45E6AA-4EB0-9DD1-3792-04BB7B38048E}"/>
              </a:ext>
            </a:extLst>
          </p:cNvPr>
          <p:cNvSpPr/>
          <p:nvPr/>
        </p:nvSpPr>
        <p:spPr>
          <a:xfrm>
            <a:off x="5791200" y="3355975"/>
            <a:ext cx="676275" cy="128753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FFD0CA0-BC4B-2B00-7244-7D15729D668D}"/>
              </a:ext>
            </a:extLst>
          </p:cNvPr>
          <p:cNvSpPr/>
          <p:nvPr/>
        </p:nvSpPr>
        <p:spPr>
          <a:xfrm>
            <a:off x="5231453" y="3234293"/>
            <a:ext cx="856058" cy="389414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1ED09F6-141B-EBCA-E500-6AF9266FCD6F}"/>
              </a:ext>
            </a:extLst>
          </p:cNvPr>
          <p:cNvSpPr/>
          <p:nvPr/>
        </p:nvSpPr>
        <p:spPr>
          <a:xfrm>
            <a:off x="6106275" y="3231054"/>
            <a:ext cx="856058" cy="389414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910546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A46E7-71D3-7A98-BB1A-A01944AE3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5FD76B99-E51D-2CC9-D9A9-C5CD9B3D4B71}"/>
              </a:ext>
            </a:extLst>
          </p:cNvPr>
          <p:cNvSpPr>
            <a:spLocks noChangeAspect="1"/>
          </p:cNvSpPr>
          <p:nvPr/>
        </p:nvSpPr>
        <p:spPr>
          <a:xfrm>
            <a:off x="6276000" y="2529000"/>
            <a:ext cx="1800000" cy="1800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rgbClr val="FF0000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B6BE0E9-FF6A-BC08-52A7-F9F4C3D74C18}"/>
              </a:ext>
            </a:extLst>
          </p:cNvPr>
          <p:cNvSpPr>
            <a:spLocks noChangeAspect="1"/>
          </p:cNvSpPr>
          <p:nvPr/>
        </p:nvSpPr>
        <p:spPr>
          <a:xfrm>
            <a:off x="4116000" y="2529000"/>
            <a:ext cx="1800000" cy="1800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rgbClr val="FF0000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3B341C3-6BA9-B85D-2E92-79410EE4F037}"/>
              </a:ext>
            </a:extLst>
          </p:cNvPr>
          <p:cNvSpPr/>
          <p:nvPr/>
        </p:nvSpPr>
        <p:spPr>
          <a:xfrm>
            <a:off x="5826000" y="2457000"/>
            <a:ext cx="540000" cy="900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900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6EC84B-7AD2-3241-258F-0AA5FD02D042}"/>
              </a:ext>
            </a:extLst>
          </p:cNvPr>
          <p:cNvSpPr txBox="1"/>
          <p:nvPr/>
        </p:nvSpPr>
        <p:spPr>
          <a:xfrm>
            <a:off x="3936000" y="1231381"/>
            <a:ext cx="6254749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100" dirty="0"/>
              <a:t>5 cm Circle  	centre at (-3, 0)	 	Top Left corner at (-5.5,-2.5)</a:t>
            </a:r>
          </a:p>
          <a:p>
            <a:r>
              <a:rPr lang="en-CA" sz="1100" dirty="0"/>
              <a:t>5 cm Circle 	centre at (3, 0)	 	Top Left corner at (  0.5,-2.5)</a:t>
            </a:r>
          </a:p>
          <a:p>
            <a:r>
              <a:rPr lang="en-CA" sz="1100" dirty="0"/>
              <a:t>2.5x1.5 Ellipse	centre at (0, -1.45)	Top Left corner at (  -0.75,-2.7)</a:t>
            </a:r>
          </a:p>
          <a:p>
            <a:r>
              <a:rPr lang="en-CA" sz="1100" dirty="0"/>
              <a:t>2.5x1.5 Ellipse 	centre at (0,   1.45) 	Top Left corner at (  -0.75,  0.2)</a:t>
            </a:r>
          </a:p>
          <a:p>
            <a:endParaRPr lang="en-CA" sz="11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9434E44-E1F9-6629-3357-BD8A0254C503}"/>
              </a:ext>
            </a:extLst>
          </p:cNvPr>
          <p:cNvCxnSpPr/>
          <p:nvPr/>
        </p:nvCxnSpPr>
        <p:spPr>
          <a:xfrm>
            <a:off x="6096000" y="2349000"/>
            <a:ext cx="0" cy="2160000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C143C6F6-D0E7-AFFC-8E4B-7CDDC20741CA}"/>
              </a:ext>
            </a:extLst>
          </p:cNvPr>
          <p:cNvSpPr/>
          <p:nvPr/>
        </p:nvSpPr>
        <p:spPr>
          <a:xfrm>
            <a:off x="5826000" y="3501000"/>
            <a:ext cx="540000" cy="900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900" dirty="0">
              <a:solidFill>
                <a:srgbClr val="FF0000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35609BD-9B8C-ADE9-A96D-523BBC42102E}"/>
              </a:ext>
            </a:extLst>
          </p:cNvPr>
          <p:cNvCxnSpPr/>
          <p:nvPr/>
        </p:nvCxnSpPr>
        <p:spPr>
          <a:xfrm>
            <a:off x="3936000" y="3429000"/>
            <a:ext cx="4320000" cy="0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93632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36C24-3485-F43B-6C20-A576E8C78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7A179FC-BF0A-C3DA-91D5-A3DAD73030D2}"/>
              </a:ext>
            </a:extLst>
          </p:cNvPr>
          <p:cNvGrpSpPr/>
          <p:nvPr/>
        </p:nvGrpSpPr>
        <p:grpSpPr>
          <a:xfrm>
            <a:off x="3350790" y="1600088"/>
            <a:ext cx="5486400" cy="3657600"/>
            <a:chOff x="3352800" y="1600200"/>
            <a:chExt cx="5486400" cy="3657600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B5CDDD1B-4E09-0827-B398-0FD7CD2B9054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16002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5DADA1EE-8FE7-C88F-40E1-B09B78C97D6B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52578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93E48E34-D828-ABF8-ED9C-3967BCDF1654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178308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AA2690D0-0CA4-4C99-C48B-723BAEC4F0EC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196596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D4336B8E-8F91-FC44-3D34-E5A0C4C8A30C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14884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E0970837-ABA6-DCC1-D3EF-606DD8B443F0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33172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20FFBBB8-8FA2-EE67-3DC4-CB313879A998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5146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29EAB285-118E-0D53-0F52-53EB63F91A07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69748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20986D5A-8174-911B-3434-A8F5309C68E6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88036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4337BEB3-BE36-F10D-6A27-937BCD867347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06324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8DAF4E19-65D0-A669-1713-B5B3F942094D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24612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DDC206E8-7825-C166-1D0F-6C0CFB52F628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4290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2777CB24-BB5A-B974-3539-8F4382E177EE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61188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4A7B1EEF-9E4A-000F-9D15-2BA695FAB0C6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79476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C334AD4C-716F-B219-E8DB-AC18DD936F17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97764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E8D0ADA1-E566-6959-AE37-786604E078E8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16052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DC20D8EE-FC7F-18A1-506B-7AAB378E320E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3434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ED008665-915A-EA72-6C70-9D739B3992C0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52628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A58A947A-662F-59E6-5D45-6037E7C2B266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70916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20A1466D-1D13-770C-4425-CAA35FB5CB72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89204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CD1B0E30-89D1-F342-AED9-315E8F9194F1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507492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106" name="Oval 105">
            <a:extLst>
              <a:ext uri="{FF2B5EF4-FFF2-40B4-BE49-F238E27FC236}">
                <a16:creationId xmlns:a16="http://schemas.microsoft.com/office/drawing/2014/main" id="{3B87EAF8-B81B-DAD3-B4FF-5C6457609C0E}"/>
              </a:ext>
            </a:extLst>
          </p:cNvPr>
          <p:cNvSpPr/>
          <p:nvPr/>
        </p:nvSpPr>
        <p:spPr>
          <a:xfrm>
            <a:off x="4267200" y="1600200"/>
            <a:ext cx="3657600" cy="36576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18817D4F-A3E4-8287-1DBB-905B08723A3A}"/>
              </a:ext>
            </a:extLst>
          </p:cNvPr>
          <p:cNvCxnSpPr>
            <a:cxnSpLocks/>
          </p:cNvCxnSpPr>
          <p:nvPr/>
        </p:nvCxnSpPr>
        <p:spPr>
          <a:xfrm>
            <a:off x="4267200" y="3429000"/>
            <a:ext cx="3657600" cy="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25EA5AE4-942D-C33A-7762-E7368909D913}"/>
              </a:ext>
            </a:extLst>
          </p:cNvPr>
          <p:cNvCxnSpPr>
            <a:cxnSpLocks/>
            <a:endCxn id="106" idx="4"/>
          </p:cNvCxnSpPr>
          <p:nvPr/>
        </p:nvCxnSpPr>
        <p:spPr>
          <a:xfrm>
            <a:off x="6096000" y="1600200"/>
            <a:ext cx="0" cy="365760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9644F651-39D3-4201-53B1-C184D49E32A8}"/>
              </a:ext>
            </a:extLst>
          </p:cNvPr>
          <p:cNvCxnSpPr>
            <a:cxnSpLocks/>
          </p:cNvCxnSpPr>
          <p:nvPr/>
        </p:nvCxnSpPr>
        <p:spPr>
          <a:xfrm>
            <a:off x="4998244" y="1978410"/>
            <a:ext cx="1095746" cy="1450478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8A7C138F-ABFF-A5ED-A893-39E822AF6845}"/>
              </a:ext>
            </a:extLst>
          </p:cNvPr>
          <p:cNvSpPr txBox="1"/>
          <p:nvPr/>
        </p:nvSpPr>
        <p:spPr>
          <a:xfrm>
            <a:off x="5375999" y="2770579"/>
            <a:ext cx="295085" cy="36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r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481E0A38-46C3-BA29-5D6F-7FA743D30C77}"/>
              </a:ext>
            </a:extLst>
          </p:cNvPr>
          <p:cNvSpPr txBox="1"/>
          <p:nvPr/>
        </p:nvSpPr>
        <p:spPr>
          <a:xfrm>
            <a:off x="6093990" y="2121962"/>
            <a:ext cx="5481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rgbClr val="00B0F0"/>
                </a:solidFill>
              </a:rPr>
              <a:t>w/4</a:t>
            </a: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851741CD-BF42-A156-009B-8D67C452BEF5}"/>
              </a:ext>
            </a:extLst>
          </p:cNvPr>
          <p:cNvCxnSpPr>
            <a:cxnSpLocks/>
          </p:cNvCxnSpPr>
          <p:nvPr/>
        </p:nvCxnSpPr>
        <p:spPr>
          <a:xfrm>
            <a:off x="5181600" y="2514600"/>
            <a:ext cx="0" cy="9144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CF4E9B58-DAF0-0ED7-4DB5-2AB8CBC1737F}"/>
              </a:ext>
            </a:extLst>
          </p:cNvPr>
          <p:cNvSpPr txBox="1"/>
          <p:nvPr/>
        </p:nvSpPr>
        <p:spPr>
          <a:xfrm>
            <a:off x="4801910" y="2834640"/>
            <a:ext cx="4558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rgbClr val="00B0F0"/>
                </a:solidFill>
              </a:rPr>
              <a:t>w/2</a:t>
            </a:r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7593BB4D-31E0-1761-4F91-269CE8C1C38E}"/>
              </a:ext>
            </a:extLst>
          </p:cNvPr>
          <p:cNvCxnSpPr>
            <a:cxnSpLocks/>
          </p:cNvCxnSpPr>
          <p:nvPr/>
        </p:nvCxnSpPr>
        <p:spPr>
          <a:xfrm>
            <a:off x="6096000" y="2423160"/>
            <a:ext cx="457200" cy="0"/>
          </a:xfrm>
          <a:prstGeom prst="straightConnector1">
            <a:avLst/>
          </a:prstGeom>
          <a:ln>
            <a:solidFill>
              <a:schemeClr val="accent4">
                <a:alpha val="85000"/>
              </a:schemeClr>
            </a:solidFill>
            <a:headEnd type="triangle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52096A72-262F-253D-E182-5AD9A63D4C36}"/>
              </a:ext>
            </a:extLst>
          </p:cNvPr>
          <p:cNvGrpSpPr/>
          <p:nvPr/>
        </p:nvGrpSpPr>
        <p:grpSpPr>
          <a:xfrm>
            <a:off x="5181600" y="2423160"/>
            <a:ext cx="1828800" cy="2011680"/>
            <a:chOff x="5181600" y="2423160"/>
            <a:chExt cx="1828800" cy="2011680"/>
          </a:xfrm>
        </p:grpSpPr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C85535C6-F92A-3C50-0FE6-63DC50D38D44}"/>
                </a:ext>
              </a:extLst>
            </p:cNvPr>
            <p:cNvSpPr/>
            <p:nvPr/>
          </p:nvSpPr>
          <p:spPr>
            <a:xfrm>
              <a:off x="5181600" y="2514600"/>
              <a:ext cx="1828800" cy="1828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 90">
              <a:extLst>
                <a:ext uri="{FF2B5EF4-FFF2-40B4-BE49-F238E27FC236}">
                  <a16:creationId xmlns:a16="http://schemas.microsoft.com/office/drawing/2014/main" id="{E9E58F95-3028-CF6C-F902-B024A198264B}"/>
                </a:ext>
              </a:extLst>
            </p:cNvPr>
            <p:cNvSpPr/>
            <p:nvPr/>
          </p:nvSpPr>
          <p:spPr>
            <a:xfrm>
              <a:off x="5181600" y="2423160"/>
              <a:ext cx="1826778" cy="91440"/>
            </a:xfrm>
            <a:prstGeom prst="trapezoid">
              <a:avLst>
                <a:gd name="adj" fmla="val 498593"/>
              </a:avLst>
            </a:prstGeom>
            <a:noFill/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 90">
              <a:extLst>
                <a:ext uri="{FF2B5EF4-FFF2-40B4-BE49-F238E27FC236}">
                  <a16:creationId xmlns:a16="http://schemas.microsoft.com/office/drawing/2014/main" id="{A55C30B0-CE19-64CF-2B67-7AFFC4FE5D50}"/>
                </a:ext>
              </a:extLst>
            </p:cNvPr>
            <p:cNvSpPr/>
            <p:nvPr/>
          </p:nvSpPr>
          <p:spPr>
            <a:xfrm rot="10800000">
              <a:off x="5181600" y="4343400"/>
              <a:ext cx="1826778" cy="91440"/>
            </a:xfrm>
            <a:prstGeom prst="trapezoid">
              <a:avLst>
                <a:gd name="adj" fmla="val 498593"/>
              </a:avLst>
            </a:prstGeom>
            <a:noFill/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329329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78621-EB86-4245-63E7-EAB2A7403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40F04BE-0B9E-0F05-C21C-858FF3B9DF32}"/>
              </a:ext>
            </a:extLst>
          </p:cNvPr>
          <p:cNvGrpSpPr/>
          <p:nvPr/>
        </p:nvGrpSpPr>
        <p:grpSpPr>
          <a:xfrm>
            <a:off x="3350790" y="1600088"/>
            <a:ext cx="5486400" cy="3657600"/>
            <a:chOff x="3352800" y="1600200"/>
            <a:chExt cx="5486400" cy="3657600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7E733A37-0886-200C-2648-345101510345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16002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237DC7E5-CEBF-3AA8-A17A-D5406A76D1AB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52578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56B51B54-5068-602F-C88A-5F28A9319C1C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178308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E0597235-0912-529D-0517-CC0AB8DAEB56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196596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15CDA26E-A9F6-01E9-E41E-62066CE05DD6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14884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297B4298-05FE-42E1-B3A5-F1126E10C8F8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33172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4D6E8927-8869-9341-6CED-06100ECC782F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5146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6C73ED2E-3206-7754-A277-68F480EDB608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69748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4A7DA1D7-83F4-FC64-68BB-EC3E283E3376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88036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2F0C3B29-04B9-0808-4D32-F60E89F2FEA9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06324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311A3843-12A4-7387-CA39-2C02D1A5F4D8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24612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C1DF672A-9ECA-6350-BD74-CFC1EBEAB387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4290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49EBF77B-3328-AA2B-3775-93DC7CC0B3FC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61188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F183FEC7-3BE1-51B6-60D9-1648F28C7760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79476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11C318BD-3599-71BD-00F9-152B8D00EF4C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97764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0CC08EB9-4A1C-8C21-91FA-9EF1DD37486C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16052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0512695E-F570-813A-3B20-4E37F0EE9D62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3434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6F6AFC45-8C0E-6B2E-58F2-A22A67689A33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52628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DEA8C407-01EC-C79A-F741-6FB6C91BB80E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70916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2AD57C68-B3F3-34F1-7FDB-FFB684296A67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89204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71DCA2F7-26F3-C79F-C62E-84225C6D2FA2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507492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106" name="Oval 105">
            <a:extLst>
              <a:ext uri="{FF2B5EF4-FFF2-40B4-BE49-F238E27FC236}">
                <a16:creationId xmlns:a16="http://schemas.microsoft.com/office/drawing/2014/main" id="{118A9F46-A88C-7D3E-CE55-230BD2BD3329}"/>
              </a:ext>
            </a:extLst>
          </p:cNvPr>
          <p:cNvSpPr/>
          <p:nvPr/>
        </p:nvSpPr>
        <p:spPr>
          <a:xfrm>
            <a:off x="4267200" y="1600200"/>
            <a:ext cx="3657600" cy="36576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3B599B18-2B8B-E749-1E4C-5F470656CD28}"/>
              </a:ext>
            </a:extLst>
          </p:cNvPr>
          <p:cNvCxnSpPr>
            <a:cxnSpLocks/>
          </p:cNvCxnSpPr>
          <p:nvPr/>
        </p:nvCxnSpPr>
        <p:spPr>
          <a:xfrm>
            <a:off x="4267200" y="3429000"/>
            <a:ext cx="3657600" cy="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43261B86-8C43-5F7D-F97D-1DD60DA7A41D}"/>
              </a:ext>
            </a:extLst>
          </p:cNvPr>
          <p:cNvCxnSpPr>
            <a:cxnSpLocks/>
            <a:endCxn id="106" idx="4"/>
          </p:cNvCxnSpPr>
          <p:nvPr/>
        </p:nvCxnSpPr>
        <p:spPr>
          <a:xfrm>
            <a:off x="6096000" y="1600200"/>
            <a:ext cx="0" cy="365760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68388544-6367-1E71-7C2D-73E5B91ADD9D}"/>
              </a:ext>
            </a:extLst>
          </p:cNvPr>
          <p:cNvSpPr txBox="1"/>
          <p:nvPr/>
        </p:nvSpPr>
        <p:spPr>
          <a:xfrm>
            <a:off x="5636557" y="2823569"/>
            <a:ext cx="2950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rgbClr val="FF0000"/>
                </a:solidFill>
              </a:rPr>
              <a:t>r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DD84E322-6EA2-D6D2-2AC7-05384816A689}"/>
              </a:ext>
            </a:extLst>
          </p:cNvPr>
          <p:cNvSpPr txBox="1"/>
          <p:nvPr/>
        </p:nvSpPr>
        <p:spPr>
          <a:xfrm>
            <a:off x="6092176" y="2990558"/>
            <a:ext cx="5481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rgbClr val="00B0F0"/>
                </a:solidFill>
              </a:rPr>
              <a:t>w/2</a:t>
            </a: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E1447740-5CFE-9D98-3A5C-7B1C09927305}"/>
              </a:ext>
            </a:extLst>
          </p:cNvPr>
          <p:cNvCxnSpPr>
            <a:cxnSpLocks/>
          </p:cNvCxnSpPr>
          <p:nvPr/>
        </p:nvCxnSpPr>
        <p:spPr>
          <a:xfrm>
            <a:off x="5629275" y="2990850"/>
            <a:ext cx="0" cy="4572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73450E7B-6247-972B-10FE-1AF76FCE3863}"/>
              </a:ext>
            </a:extLst>
          </p:cNvPr>
          <p:cNvSpPr txBox="1"/>
          <p:nvPr/>
        </p:nvSpPr>
        <p:spPr>
          <a:xfrm>
            <a:off x="5221476" y="3172846"/>
            <a:ext cx="4558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rgbClr val="00B0F0"/>
                </a:solidFill>
              </a:rPr>
              <a:t>h/2</a:t>
            </a:r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9E008809-6509-ACF1-8647-92AD20915390}"/>
              </a:ext>
            </a:extLst>
          </p:cNvPr>
          <p:cNvCxnSpPr>
            <a:cxnSpLocks/>
          </p:cNvCxnSpPr>
          <p:nvPr/>
        </p:nvCxnSpPr>
        <p:spPr>
          <a:xfrm>
            <a:off x="6094877" y="2971800"/>
            <a:ext cx="457200" cy="0"/>
          </a:xfrm>
          <a:prstGeom prst="straightConnector1">
            <a:avLst/>
          </a:prstGeom>
          <a:ln>
            <a:solidFill>
              <a:schemeClr val="accent4">
                <a:alpha val="85000"/>
              </a:schemeClr>
            </a:solidFill>
            <a:headEnd type="triangle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07" name="Rectangle 106">
            <a:extLst>
              <a:ext uri="{FF2B5EF4-FFF2-40B4-BE49-F238E27FC236}">
                <a16:creationId xmlns:a16="http://schemas.microsoft.com/office/drawing/2014/main" id="{4F8B2B6C-FD12-A588-4D79-154A93CB0A49}"/>
              </a:ext>
            </a:extLst>
          </p:cNvPr>
          <p:cNvSpPr/>
          <p:nvPr/>
        </p:nvSpPr>
        <p:spPr>
          <a:xfrm>
            <a:off x="5637677" y="2971800"/>
            <a:ext cx="914400" cy="914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 90">
            <a:extLst>
              <a:ext uri="{FF2B5EF4-FFF2-40B4-BE49-F238E27FC236}">
                <a16:creationId xmlns:a16="http://schemas.microsoft.com/office/drawing/2014/main" id="{3B75AF7F-90A5-BF02-2C66-AADD501708EB}"/>
              </a:ext>
            </a:extLst>
          </p:cNvPr>
          <p:cNvSpPr/>
          <p:nvPr/>
        </p:nvSpPr>
        <p:spPr>
          <a:xfrm>
            <a:off x="5645375" y="2923106"/>
            <a:ext cx="899005" cy="45000"/>
          </a:xfrm>
          <a:prstGeom prst="trapezoid">
            <a:avLst>
              <a:gd name="adj" fmla="val 498593"/>
            </a:avLst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 90">
            <a:extLst>
              <a:ext uri="{FF2B5EF4-FFF2-40B4-BE49-F238E27FC236}">
                <a16:creationId xmlns:a16="http://schemas.microsoft.com/office/drawing/2014/main" id="{E5654F2B-C4DB-7676-CED2-185FB3769B0D}"/>
              </a:ext>
            </a:extLst>
          </p:cNvPr>
          <p:cNvSpPr/>
          <p:nvPr/>
        </p:nvSpPr>
        <p:spPr>
          <a:xfrm rot="10800000">
            <a:off x="5645375" y="3886864"/>
            <a:ext cx="899005" cy="45000"/>
          </a:xfrm>
          <a:prstGeom prst="trapezoid">
            <a:avLst>
              <a:gd name="adj" fmla="val 498593"/>
            </a:avLst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0B1E119-E5D2-0329-7E03-F7A7E3DB29B2}"/>
              </a:ext>
            </a:extLst>
          </p:cNvPr>
          <p:cNvCxnSpPr>
            <a:cxnSpLocks/>
            <a:stCxn id="106" idx="1"/>
          </p:cNvCxnSpPr>
          <p:nvPr/>
        </p:nvCxnSpPr>
        <p:spPr>
          <a:xfrm>
            <a:off x="4802843" y="2135843"/>
            <a:ext cx="1293157" cy="1293157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4F586E7-E133-272A-B62C-712CE57FCBA4}"/>
              </a:ext>
            </a:extLst>
          </p:cNvPr>
          <p:cNvCxnSpPr>
            <a:cxnSpLocks/>
            <a:stCxn id="106" idx="1"/>
          </p:cNvCxnSpPr>
          <p:nvPr/>
        </p:nvCxnSpPr>
        <p:spPr>
          <a:xfrm>
            <a:off x="4802843" y="2135843"/>
            <a:ext cx="376735" cy="378503"/>
          </a:xfrm>
          <a:prstGeom prst="straightConnector1">
            <a:avLst/>
          </a:prstGeom>
          <a:ln>
            <a:solidFill>
              <a:schemeClr val="accent6">
                <a:alpha val="72000"/>
              </a:schemeClr>
            </a:solidFill>
            <a:headEnd type="triangle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81E2385-53CF-2A6D-3696-DED71B4C8A36}"/>
              </a:ext>
            </a:extLst>
          </p:cNvPr>
          <p:cNvCxnSpPr>
            <a:cxnSpLocks/>
          </p:cNvCxnSpPr>
          <p:nvPr/>
        </p:nvCxnSpPr>
        <p:spPr>
          <a:xfrm>
            <a:off x="4801910" y="2135843"/>
            <a:ext cx="933" cy="845228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7D1322D-B7C8-94BB-D471-E3B0A0FF6655}"/>
              </a:ext>
            </a:extLst>
          </p:cNvPr>
          <p:cNvCxnSpPr>
            <a:cxnSpLocks/>
          </p:cNvCxnSpPr>
          <p:nvPr/>
        </p:nvCxnSpPr>
        <p:spPr>
          <a:xfrm flipV="1">
            <a:off x="4801910" y="2981071"/>
            <a:ext cx="865663" cy="9779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C3A01A3-AD3D-C966-889E-F8A8676B5433}"/>
              </a:ext>
            </a:extLst>
          </p:cNvPr>
          <p:cNvCxnSpPr>
            <a:cxnSpLocks/>
          </p:cNvCxnSpPr>
          <p:nvPr/>
        </p:nvCxnSpPr>
        <p:spPr>
          <a:xfrm>
            <a:off x="5336621" y="1782856"/>
            <a:ext cx="755347" cy="1638868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8C551BA-4012-1216-1C9C-A2E44FAF345C}"/>
              </a:ext>
            </a:extLst>
          </p:cNvPr>
          <p:cNvCxnSpPr>
            <a:cxnSpLocks/>
          </p:cNvCxnSpPr>
          <p:nvPr/>
        </p:nvCxnSpPr>
        <p:spPr>
          <a:xfrm>
            <a:off x="5320922" y="1751104"/>
            <a:ext cx="315635" cy="678929"/>
          </a:xfrm>
          <a:prstGeom prst="straightConnector1">
            <a:avLst/>
          </a:prstGeom>
          <a:ln>
            <a:solidFill>
              <a:schemeClr val="accent6">
                <a:alpha val="70000"/>
              </a:schemeClr>
            </a:solidFill>
            <a:headEnd type="triangle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91899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2C777-2001-3774-0C54-D54007AAF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0F9C991-72F7-4DD6-FEFA-4C827F925F3C}"/>
              </a:ext>
            </a:extLst>
          </p:cNvPr>
          <p:cNvGrpSpPr/>
          <p:nvPr/>
        </p:nvGrpSpPr>
        <p:grpSpPr>
          <a:xfrm>
            <a:off x="3352800" y="1600200"/>
            <a:ext cx="5486400" cy="3657600"/>
            <a:chOff x="3352800" y="1600200"/>
            <a:chExt cx="5486400" cy="3657600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99300E18-CF71-DAAC-A911-1DEE7338F6A7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16002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9E628D20-B63E-891D-1AD5-6B7C3E9887F4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52578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E5C96B8F-16E3-FDAA-4030-A1D60B57354E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178308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687F4D2E-AE8B-2793-7601-557CACA03167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196596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69A6E99B-F4FC-2DFC-4B0E-50D40423C418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14884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50B8C57E-4BCE-A57D-32C6-0BD29F53DAFB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33172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4E9E6701-CDB8-07A5-7302-C017900D5E34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5146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5C885EF8-479F-C935-B039-744DC9B36ABA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69748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74A24066-45EA-A2F6-FCB2-C41AD545F77B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88036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8C61C8B3-8734-2EC8-12DE-3BBDD6F021C6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06324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761EB9DE-6199-6DBE-FA28-4004B2CED253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24612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96287F4C-D118-0466-469D-DF9C437D3FBF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4290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B7354B0E-349D-0F96-3977-76BB7A1C54EA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61188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337633B3-93B1-7BE8-6DFE-26BAE2AF36A2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79476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252D094A-F423-44DA-5412-345CF5B50C88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97764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E9ABA52A-7DFD-E5C8-7EAC-8071A69BE881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16052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73527BAB-B770-10DD-105E-B5408436C9E3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3434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CB81809F-83EB-A0F1-D354-1C206C21EF54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52628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91401069-29B4-FA35-B2F8-52032BEB15F3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70916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492C3B1A-5641-E795-3769-CBBC7D957F93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89204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A6286102-2310-E16F-7EDB-0B9A8CA2D09A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507492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020087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BB715-DCA7-A663-0417-CEAF8F9C2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roup 82">
            <a:extLst>
              <a:ext uri="{FF2B5EF4-FFF2-40B4-BE49-F238E27FC236}">
                <a16:creationId xmlns:a16="http://schemas.microsoft.com/office/drawing/2014/main" id="{8A6AF61E-1A0A-C5E4-16BB-7E4B54AC7D1D}"/>
              </a:ext>
            </a:extLst>
          </p:cNvPr>
          <p:cNvGrpSpPr/>
          <p:nvPr/>
        </p:nvGrpSpPr>
        <p:grpSpPr>
          <a:xfrm>
            <a:off x="3352800" y="1600200"/>
            <a:ext cx="5486400" cy="3657600"/>
            <a:chOff x="3352800" y="1600200"/>
            <a:chExt cx="5486400" cy="3657600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439D5FE7-2185-2ED0-8231-B9BD50283571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16002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DEE04D4-B354-C536-91FF-97F199BB9489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516636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07526C21-BF6F-D9A9-375B-299642468E23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169164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40F5B11-0638-6ED1-6D09-E369C7AA7643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178308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1730C63D-50AB-CD91-D042-472FBF696EB0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187452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71764E9-5288-076C-8C36-2B6591F385AE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196596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9579024B-7692-7357-8DE2-7C261AF42A67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0574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4B3E2F1A-B6C5-3B31-0E50-8DC749289CF7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14884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25B24EB7-7CB5-F62B-8945-E2B7465B4B28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33172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6A673BC3-4F01-49C2-DC3B-694674CB6493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5146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03438CF3-EED3-4E2B-E070-7D0ED7C55FC3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69748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1A78A89F-B240-EC73-D92A-85EF0FE32BA5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88036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13D7AD25-6685-09BC-260E-6BC17D76ED1F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06324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7B9AE00E-D7AC-6F73-1506-1355A18CDB46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24612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FBE2F075-B001-5AB1-AEBF-BEC6076C6D70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4290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56BF2770-524B-7EBC-D4C2-14AB46312660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61188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4CAD3771-F31E-3545-5264-8E9781BCDE62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8862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062AEC28-C7B1-4F6C-B30E-55C03AF24091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06908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6049ED47-F8BC-D764-520B-2BFA04D51915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25196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3605E8BD-308C-E425-5F5E-5AF73B48A498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43484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52F7D380-DE7D-B93C-9B7F-7193C539AB20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61772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542DAF56-6826-FE2D-442E-7E92424C9C58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8006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33CF0908-4C33-269E-137D-0A84C28A79A6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89204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0EDAB7CE-4A29-E466-C58C-45977699DD3C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98348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BD4FC40B-4017-B99B-E736-DB036CBA9729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507492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4D509EF2-E194-29E2-EB21-5CE5DDFC9E3B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52578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298B0DB4-FD1E-AB4B-F785-2D454C51136A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79476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68445FBD-86F5-37F6-8C9C-3F973462A0A8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24028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5F5782D7-3BD3-F625-14FB-97F730E3D82B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42316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4750F639-DF2B-CA0C-638B-4A84945578D9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60604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E09397CE-92C2-B313-C0CF-4B58CAB66100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78892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2E2E6EA6-E5D6-2FA3-6741-BB72A179C807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9718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8DC063F9-AB03-A93E-81E0-4DFC04A2CC7E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15468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5973C8DB-1C5E-0E82-5A21-B30626F5DA42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33756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009CBB91-FD24-65BD-75D6-812FD8421D2F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52044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EA785B64-7409-3A24-651A-254B45AC8FA9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70332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C5401182-FFEB-B3C0-20B5-0A4A83102C5E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97764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D0B6B49A-4BCD-1C05-80AD-698A4EC0675A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16052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B36481EE-948C-495D-60B2-29611C5B8B8C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3434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45AE1862-30FB-BFD7-2789-A19BE361161F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52628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59B19EBC-46A2-C9B5-70BE-59AF726CD103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70916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72285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d65eebb-9aa8-49dc-954e-2f274fb67fdf" xsi:nil="true"/>
    <lcf76f155ced4ddcb4097134ff3c332f xmlns="347c6671-e14e-499f-bdff-5abebf9f2841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F5ED4C9C3BCF64FB602E6BC73E05343" ma:contentTypeVersion="14" ma:contentTypeDescription="Create a new document." ma:contentTypeScope="" ma:versionID="b589f7e5eeb6bec19614f33cf7f0cf85">
  <xsd:schema xmlns:xsd="http://www.w3.org/2001/XMLSchema" xmlns:xs="http://www.w3.org/2001/XMLSchema" xmlns:p="http://schemas.microsoft.com/office/2006/metadata/properties" xmlns:ns2="347c6671-e14e-499f-bdff-5abebf9f2841" xmlns:ns3="ad65eebb-9aa8-49dc-954e-2f274fb67fdf" targetNamespace="http://schemas.microsoft.com/office/2006/metadata/properties" ma:root="true" ma:fieldsID="7942d335befb87718259710f93a11325" ns2:_="" ns3:_="">
    <xsd:import namespace="347c6671-e14e-499f-bdff-5abebf9f2841"/>
    <xsd:import namespace="ad65eebb-9aa8-49dc-954e-2f274fb67f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7c6671-e14e-499f-bdff-5abebf9f284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92cb0cb5-3640-4022-b6af-d60faf1e35e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65eebb-9aa8-49dc-954e-2f274fb67fdf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6025a312-ae1d-4d43-943f-f94ce9c59120}" ma:internalName="TaxCatchAll" ma:showField="CatchAllData" ma:web="ad65eebb-9aa8-49dc-954e-2f274fb67f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7F19674-3F72-4A86-8FA3-220B46A12C3C}">
  <ds:schemaRefs>
    <ds:schemaRef ds:uri="ad65eebb-9aa8-49dc-954e-2f274fb67fdf"/>
    <ds:schemaRef ds:uri="http://schemas.microsoft.com/office/2006/documentManagement/types"/>
    <ds:schemaRef ds:uri="http://purl.org/dc/dcmitype/"/>
    <ds:schemaRef ds:uri="http://purl.org/dc/elements/1.1/"/>
    <ds:schemaRef ds:uri="http://schemas.microsoft.com/office/infopath/2007/PartnerControls"/>
    <ds:schemaRef ds:uri="http://purl.org/dc/terms/"/>
    <ds:schemaRef ds:uri="347c6671-e14e-499f-bdff-5abebf9f2841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EAFD70C-8A33-4407-8AC0-CBE25408744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EB3DEF9-BA13-4C5C-957E-7784C4C1DBD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47c6671-e14e-499f-bdff-5abebf9f2841"/>
    <ds:schemaRef ds:uri="ad65eebb-9aa8-49dc-954e-2f274fb67f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1900</TotalTime>
  <Words>180</Words>
  <Application>Microsoft Office PowerPoint</Application>
  <PresentationFormat>Widescreen</PresentationFormat>
  <Paragraphs>46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Greg Salomons</dc:creator>
  <cp:lastModifiedBy>Greg Salomons</cp:lastModifiedBy>
  <cp:revision>28</cp:revision>
  <dcterms:created xsi:type="dcterms:W3CDTF">2026-05-16T15:17:44Z</dcterms:created>
  <dcterms:modified xsi:type="dcterms:W3CDTF">2026-08-20T12:51:56Z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0x0101003F5ED4C9C3BCF64FB602E6BC73E05343</vt:lpwstr>
  </property>
</Properties>
</file>