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9" r:id="rId12"/>
    <p:sldId id="265" r:id="rId13"/>
    <p:sldId id="266" r:id="rId14"/>
    <p:sldId id="267" r:id="rId15"/>
  </p:sldIdLst>
  <p:sldSz cx="6858000" cy="9144000" type="letter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31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B4802-F308-A286-9020-923DE1F34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496484"/>
            <a:ext cx="51435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1C74C7-F8C5-E294-B704-A14A9C4AF8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8006E-2733-0D43-8B39-35A15BFE6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A0F46-17CC-4DBA-8D17-CBF0F8FAF2B0}" type="datetimeFigureOut">
              <a:rPr lang="en-CA" smtClean="0"/>
              <a:t>2026-04-06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D2F04-63C3-7086-DB56-5F64634AB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CF3EC-2C9F-BA45-4873-BD9D44CA4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F21DE-23C7-47C4-9B72-25510507AF5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47539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7FAB4-827F-BA3A-8614-E633661FC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0A079-491B-9992-8856-5786C542F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D042AA-E2EE-1C0C-0A50-6451D4AE1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A0F46-17CC-4DBA-8D17-CBF0F8FAF2B0}" type="datetimeFigureOut">
              <a:rPr lang="en-CA" smtClean="0"/>
              <a:t>2026-04-06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66B48C-777B-B647-1441-46180B62E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C45C3F-0DFF-E5A3-680B-A601259B5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F21DE-23C7-47C4-9B72-25510507AF5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17984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46576-CD77-4038-E864-1B60DE232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16" y="2279652"/>
            <a:ext cx="5915025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BB1B8D-482C-2B1C-30E1-2AC9E0F5E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916" y="6119285"/>
            <a:ext cx="5915025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90EC34-35CE-20EA-3F07-35FDDC074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A0F46-17CC-4DBA-8D17-CBF0F8FAF2B0}" type="datetimeFigureOut">
              <a:rPr lang="en-CA" smtClean="0"/>
              <a:t>2026-04-06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658227-EA65-1C24-15B8-05B5019ED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0CACD-360A-0462-73DB-171E01BDB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F21DE-23C7-47C4-9B72-25510507AF5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37691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AFDC0-47A4-A848-6829-4F48BCE40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28AAE-1C66-AA3F-8B34-08E5F4ACB9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1F2FF9-22FD-5AD6-66E4-AE9139D7CB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ED4139-C165-DEB7-7CB6-107495079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A0F46-17CC-4DBA-8D17-CBF0F8FAF2B0}" type="datetimeFigureOut">
              <a:rPr lang="en-CA" smtClean="0"/>
              <a:t>2026-04-06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10EB11-E231-52FF-9ACB-C500BA840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E33907-8A78-E8E7-CA47-8DD6D4D08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F21DE-23C7-47C4-9B72-25510507AF5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53925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D8374-0EF5-FF8B-0969-39C23989F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486834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40D47D-02A2-6F84-0066-FAB4122BDF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4BF8EC-1A78-F592-76EA-AFFFF6076E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A12083-0E27-DF30-D643-51F52A56FE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6AB90E-C6E0-8A84-B061-FFB01AAC58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06AAF1-D4B4-B28E-88D0-B4C0DE066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A0F46-17CC-4DBA-8D17-CBF0F8FAF2B0}" type="datetimeFigureOut">
              <a:rPr lang="en-CA" smtClean="0"/>
              <a:t>2026-04-06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3C8E95-A9D3-9A93-AF1A-BA22693FB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6356B7-6EAC-B11B-4214-E160C4BF6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F21DE-23C7-47C4-9B72-25510507AF5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40581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168F2-F0B1-8A31-5838-B0E97B4DB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A90A81-2498-A72D-DF5E-48F4D0679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A0F46-17CC-4DBA-8D17-CBF0F8FAF2B0}" type="datetimeFigureOut">
              <a:rPr lang="en-CA" smtClean="0"/>
              <a:t>2026-04-06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5EEB85-C2CE-A7DC-2B98-2488A929F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E383A4-64A7-4A96-4856-C8173EA39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F21DE-23C7-47C4-9B72-25510507AF5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31554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7AFF97-9C82-191A-1DA7-4F59D051B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A0F46-17CC-4DBA-8D17-CBF0F8FAF2B0}" type="datetimeFigureOut">
              <a:rPr lang="en-CA" smtClean="0"/>
              <a:t>2026-04-06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03C1DF-E65A-C916-D05F-B2C6822EE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2C4E5C-AA71-7CD4-3A13-3233887C4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F21DE-23C7-47C4-9B72-25510507AF5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1720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E9629-2572-7185-390C-A163AD8D1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C9596-7E1B-55BC-BA68-C09FFD2AD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5543" y="1316567"/>
            <a:ext cx="3471863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30DAD5-B85B-EF7E-9C93-CEA2A8B598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BBED98-C10F-11B6-F0AE-AE4A6C140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A0F46-17CC-4DBA-8D17-CBF0F8FAF2B0}" type="datetimeFigureOut">
              <a:rPr lang="en-CA" smtClean="0"/>
              <a:t>2026-04-06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3C38B3-4AB9-1019-2B65-9D0B368C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87FD29-9E6A-0A04-DEB3-3D76EB788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F21DE-23C7-47C4-9B72-25510507AF5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98290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7EB7D-1130-D67B-E215-60D3D664B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64C4C0-2C69-5352-9382-2D63D1E4FC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5543" y="1316567"/>
            <a:ext cx="3471863" cy="6498167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AF7E84-5317-B391-CB2D-214B0822A8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7F8CF1-09F6-4A36-75CB-49157D4C4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A0F46-17CC-4DBA-8D17-CBF0F8FAF2B0}" type="datetimeFigureOut">
              <a:rPr lang="en-CA" smtClean="0"/>
              <a:t>2026-04-06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CA7595-FBF8-85CD-F377-8DAEA7743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BFBD2E-50C7-00A3-DD24-6CEA7AAC0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F21DE-23C7-47C4-9B72-25510507AF5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28169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269D8-20FB-43BA-7F21-94574BDEE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C24CD0-A1A4-D87B-3F4F-396566EFB6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FE3D9E-3001-01FD-4164-944EF7247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A0F46-17CC-4DBA-8D17-CBF0F8FAF2B0}" type="datetimeFigureOut">
              <a:rPr lang="en-CA" smtClean="0"/>
              <a:t>2026-04-06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E5782-A549-161F-210F-A062FA04E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338B9C-BB41-1E9F-38DC-EBAF30BDA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F21DE-23C7-47C4-9B72-25510507AF5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87519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13FF39-73D5-E0DC-A6BC-54FD188B6B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7756" y="486834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127F8C-59BE-71CD-FE10-F651B3347F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7" y="486834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4CC55-C2A5-95D1-19C5-D44612DE5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A0F46-17CC-4DBA-8D17-CBF0F8FAF2B0}" type="datetimeFigureOut">
              <a:rPr lang="en-CA" smtClean="0"/>
              <a:t>2026-04-06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810CD-829E-4D62-96B1-FF8970813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098D1-BC40-3828-2647-164C1DA0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F21DE-23C7-47C4-9B72-25510507AF5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42971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4442FA-C547-6430-E3A7-023337443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486834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6D9F33-102F-1B38-EB54-5B77D045A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4C3E6-AEB2-47D5-C66F-D46E4070D2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8475134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4A0F46-17CC-4DBA-8D17-CBF0F8FAF2B0}" type="datetimeFigureOut">
              <a:rPr lang="en-CA" smtClean="0"/>
              <a:t>2026-04-06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1FF81-5463-FCC4-541E-ED52A5518E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8475134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7B5912-1624-FB25-6FAB-151DD3C7D1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8475134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8F21DE-23C7-47C4-9B72-25510507AF5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52553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5E6C075-D2A5-0F04-88A3-CAFCB75901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47548"/>
            <a:ext cx="6197600" cy="547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63EA79F5-4322-2B6F-A49E-254455EA8AF1}"/>
              </a:ext>
            </a:extLst>
          </p:cNvPr>
          <p:cNvGrpSpPr>
            <a:grpSpLocks/>
          </p:cNvGrpSpPr>
          <p:nvPr/>
        </p:nvGrpSpPr>
        <p:grpSpPr bwMode="auto">
          <a:xfrm>
            <a:off x="2208212" y="6573939"/>
            <a:ext cx="2068513" cy="1893888"/>
            <a:chOff x="108652614" y="112370316"/>
            <a:chExt cx="2069206" cy="1893194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0BA4554F-3D48-285F-D3C9-3D134E3065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52614" y="112370316"/>
              <a:ext cx="2069206" cy="1893194"/>
            </a:xfrm>
            <a:custGeom>
              <a:avLst/>
              <a:gdLst>
                <a:gd name="T0" fmla="*/ 109471 w 2069206"/>
                <a:gd name="T1" fmla="*/ 1363014 h 1893194"/>
                <a:gd name="T2" fmla="*/ 212501 w 2069206"/>
                <a:gd name="T3" fmla="*/ 448614 h 1893194"/>
                <a:gd name="T4" fmla="*/ 1023871 w 2069206"/>
                <a:gd name="T5" fmla="*/ 100884 h 1893194"/>
                <a:gd name="T6" fmla="*/ 1925392 w 2069206"/>
                <a:gd name="T7" fmla="*/ 603160 h 1893194"/>
                <a:gd name="T8" fmla="*/ 1435994 w 2069206"/>
                <a:gd name="T9" fmla="*/ 1453166 h 1893194"/>
                <a:gd name="T10" fmla="*/ 560231 w 2069206"/>
                <a:gd name="T11" fmla="*/ 1878169 h 1893194"/>
                <a:gd name="T12" fmla="*/ 109471 w 2069206"/>
                <a:gd name="T13" fmla="*/ 1363014 h 1893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69206" h="1893194">
                  <a:moveTo>
                    <a:pt x="109471" y="1363014"/>
                  </a:moveTo>
                  <a:cubicBezTo>
                    <a:pt x="105178" y="1350135"/>
                    <a:pt x="0" y="729803"/>
                    <a:pt x="212501" y="448614"/>
                  </a:cubicBezTo>
                  <a:cubicBezTo>
                    <a:pt x="425002" y="167425"/>
                    <a:pt x="502277" y="201768"/>
                    <a:pt x="1023871" y="100884"/>
                  </a:cubicBezTo>
                  <a:cubicBezTo>
                    <a:pt x="1545465" y="0"/>
                    <a:pt x="1781578" y="289774"/>
                    <a:pt x="1925392" y="603160"/>
                  </a:cubicBezTo>
                  <a:cubicBezTo>
                    <a:pt x="2069206" y="916546"/>
                    <a:pt x="1781577" y="1337256"/>
                    <a:pt x="1435994" y="1453166"/>
                  </a:cubicBezTo>
                  <a:cubicBezTo>
                    <a:pt x="1090411" y="1569076"/>
                    <a:pt x="781318" y="1893194"/>
                    <a:pt x="560231" y="1878169"/>
                  </a:cubicBezTo>
                  <a:cubicBezTo>
                    <a:pt x="339144" y="1863144"/>
                    <a:pt x="264017" y="1478924"/>
                    <a:pt x="109471" y="1363014"/>
                  </a:cubicBezTo>
                  <a:close/>
                </a:path>
              </a:pathLst>
            </a:custGeom>
            <a:solidFill>
              <a:srgbClr val="5B9BD5"/>
            </a:solidFill>
            <a:ln w="25400" cap="flat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147DD1E8-8402-D1D2-30AC-542D3DF12E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35949" y="112647211"/>
              <a:ext cx="1472485" cy="1294327"/>
            </a:xfrm>
            <a:custGeom>
              <a:avLst/>
              <a:gdLst>
                <a:gd name="T0" fmla="*/ 392806 w 1472485"/>
                <a:gd name="T1" fmla="*/ 133082 h 1294327"/>
                <a:gd name="T2" fmla="*/ 1075386 w 1472485"/>
                <a:gd name="T3" fmla="*/ 55809 h 1294327"/>
                <a:gd name="T4" fmla="*/ 1371601 w 1472485"/>
                <a:gd name="T5" fmla="*/ 635358 h 1294327"/>
                <a:gd name="T6" fmla="*/ 869324 w 1472485"/>
                <a:gd name="T7" fmla="*/ 1073240 h 1294327"/>
                <a:gd name="T8" fmla="*/ 186744 w 1472485"/>
                <a:gd name="T9" fmla="*/ 1176271 h 1294327"/>
                <a:gd name="T10" fmla="*/ 109471 w 1472485"/>
                <a:gd name="T11" fmla="*/ 480812 h 1294327"/>
                <a:gd name="T12" fmla="*/ 392806 w 1472485"/>
                <a:gd name="T13" fmla="*/ 133082 h 1294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72485" h="1294327">
                  <a:moveTo>
                    <a:pt x="392806" y="133082"/>
                  </a:moveTo>
                  <a:cubicBezTo>
                    <a:pt x="680434" y="0"/>
                    <a:pt x="845713" y="21465"/>
                    <a:pt x="1075386" y="55809"/>
                  </a:cubicBezTo>
                  <a:cubicBezTo>
                    <a:pt x="1305059" y="90153"/>
                    <a:pt x="1472485" y="384220"/>
                    <a:pt x="1371601" y="635358"/>
                  </a:cubicBezTo>
                  <a:cubicBezTo>
                    <a:pt x="1270717" y="886496"/>
                    <a:pt x="1114023" y="946598"/>
                    <a:pt x="869324" y="1073240"/>
                  </a:cubicBezTo>
                  <a:cubicBezTo>
                    <a:pt x="624625" y="1199882"/>
                    <a:pt x="373488" y="1294327"/>
                    <a:pt x="186744" y="1176271"/>
                  </a:cubicBezTo>
                  <a:cubicBezTo>
                    <a:pt x="0" y="1058215"/>
                    <a:pt x="75127" y="654677"/>
                    <a:pt x="109471" y="480812"/>
                  </a:cubicBezTo>
                  <a:cubicBezTo>
                    <a:pt x="143815" y="306947"/>
                    <a:pt x="333778" y="205526"/>
                    <a:pt x="392806" y="133082"/>
                  </a:cubicBezTo>
                  <a:close/>
                </a:path>
              </a:pathLst>
            </a:custGeom>
            <a:solidFill>
              <a:srgbClr val="FFFFFF"/>
            </a:solidFill>
            <a:ln w="2540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59956CE1-B38A-029C-60EE-B3195EB8FE98}"/>
              </a:ext>
            </a:extLst>
          </p:cNvPr>
          <p:cNvSpPr>
            <a:spLocks noChangeArrowheads="1"/>
          </p:cNvSpPr>
          <p:nvPr/>
        </p:nvSpPr>
        <p:spPr bwMode="auto">
          <a:xfrm rot="-1957153">
            <a:off x="2720975" y="7199415"/>
            <a:ext cx="827088" cy="612775"/>
          </a:xfrm>
          <a:prstGeom prst="ellipse">
            <a:avLst/>
          </a:prstGeom>
          <a:solidFill>
            <a:srgbClr val="00B050"/>
          </a:solidFill>
          <a:ln w="254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59713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907D1C1-AE0F-1EA3-E8AB-E23DA3753F7E}"/>
              </a:ext>
            </a:extLst>
          </p:cNvPr>
          <p:cNvGrpSpPr>
            <a:grpSpLocks/>
          </p:cNvGrpSpPr>
          <p:nvPr/>
        </p:nvGrpSpPr>
        <p:grpSpPr bwMode="auto">
          <a:xfrm>
            <a:off x="4591921" y="625730"/>
            <a:ext cx="2070100" cy="1892301"/>
            <a:chOff x="111267026" y="105902975"/>
            <a:chExt cx="2069206" cy="1893194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B0496F18-4884-E8F7-CFE6-BDD2802AB1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1267026" y="105902975"/>
              <a:ext cx="2069206" cy="1893194"/>
              <a:chOff x="111112479" y="108712716"/>
              <a:chExt cx="2069206" cy="1893194"/>
            </a:xfrm>
          </p:grpSpPr>
          <p:sp>
            <p:nvSpPr>
              <p:cNvPr id="5" name="Freeform 4">
                <a:extLst>
                  <a:ext uri="{FF2B5EF4-FFF2-40B4-BE49-F238E27FC236}">
                    <a16:creationId xmlns:a16="http://schemas.microsoft.com/office/drawing/2014/main" id="{0EFEF050-9540-00A9-6C73-5E69B5EA18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112479" y="108712716"/>
                <a:ext cx="2069206" cy="1893194"/>
              </a:xfrm>
              <a:custGeom>
                <a:avLst/>
                <a:gdLst>
                  <a:gd name="T0" fmla="*/ 109471 w 2069206"/>
                  <a:gd name="T1" fmla="*/ 1363014 h 1893194"/>
                  <a:gd name="T2" fmla="*/ 212501 w 2069206"/>
                  <a:gd name="T3" fmla="*/ 448614 h 1893194"/>
                  <a:gd name="T4" fmla="*/ 1023871 w 2069206"/>
                  <a:gd name="T5" fmla="*/ 100884 h 1893194"/>
                  <a:gd name="T6" fmla="*/ 1925392 w 2069206"/>
                  <a:gd name="T7" fmla="*/ 603160 h 1893194"/>
                  <a:gd name="T8" fmla="*/ 1435994 w 2069206"/>
                  <a:gd name="T9" fmla="*/ 1453166 h 1893194"/>
                  <a:gd name="T10" fmla="*/ 560231 w 2069206"/>
                  <a:gd name="T11" fmla="*/ 1878169 h 1893194"/>
                  <a:gd name="T12" fmla="*/ 109471 w 2069206"/>
                  <a:gd name="T13" fmla="*/ 1363014 h 1893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69206" h="1893194">
                    <a:moveTo>
                      <a:pt x="109471" y="1363014"/>
                    </a:moveTo>
                    <a:cubicBezTo>
                      <a:pt x="105178" y="1350135"/>
                      <a:pt x="0" y="729803"/>
                      <a:pt x="212501" y="448614"/>
                    </a:cubicBezTo>
                    <a:cubicBezTo>
                      <a:pt x="425002" y="167425"/>
                      <a:pt x="502277" y="201768"/>
                      <a:pt x="1023871" y="100884"/>
                    </a:cubicBezTo>
                    <a:cubicBezTo>
                      <a:pt x="1545465" y="0"/>
                      <a:pt x="1781578" y="289774"/>
                      <a:pt x="1925392" y="603160"/>
                    </a:cubicBezTo>
                    <a:cubicBezTo>
                      <a:pt x="2069206" y="916546"/>
                      <a:pt x="1781577" y="1337256"/>
                      <a:pt x="1435994" y="1453166"/>
                    </a:cubicBezTo>
                    <a:cubicBezTo>
                      <a:pt x="1090411" y="1569076"/>
                      <a:pt x="781318" y="1893194"/>
                      <a:pt x="560231" y="1878169"/>
                    </a:cubicBezTo>
                    <a:cubicBezTo>
                      <a:pt x="339144" y="1863144"/>
                      <a:pt x="264017" y="1478924"/>
                      <a:pt x="109471" y="1363014"/>
                    </a:cubicBezTo>
                    <a:close/>
                  </a:path>
                </a:pathLst>
              </a:custGeom>
              <a:solidFill>
                <a:srgbClr val="5B9BD5"/>
              </a:solidFill>
              <a:ln w="25400" cap="flat" algn="ctr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CA"/>
              </a:p>
            </p:txBody>
          </p:sp>
          <p:sp>
            <p:nvSpPr>
              <p:cNvPr id="6" name="Freeform 5">
                <a:extLst>
                  <a:ext uri="{FF2B5EF4-FFF2-40B4-BE49-F238E27FC236}">
                    <a16:creationId xmlns:a16="http://schemas.microsoft.com/office/drawing/2014/main" id="{297AA66B-B3E0-9281-FD97-8729A776F1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395814" y="108989611"/>
                <a:ext cx="1472485" cy="1294327"/>
              </a:xfrm>
              <a:custGeom>
                <a:avLst/>
                <a:gdLst>
                  <a:gd name="T0" fmla="*/ 392806 w 1472485"/>
                  <a:gd name="T1" fmla="*/ 133082 h 1294327"/>
                  <a:gd name="T2" fmla="*/ 1075386 w 1472485"/>
                  <a:gd name="T3" fmla="*/ 55809 h 1294327"/>
                  <a:gd name="T4" fmla="*/ 1371601 w 1472485"/>
                  <a:gd name="T5" fmla="*/ 635358 h 1294327"/>
                  <a:gd name="T6" fmla="*/ 869324 w 1472485"/>
                  <a:gd name="T7" fmla="*/ 1073240 h 1294327"/>
                  <a:gd name="T8" fmla="*/ 186744 w 1472485"/>
                  <a:gd name="T9" fmla="*/ 1176271 h 1294327"/>
                  <a:gd name="T10" fmla="*/ 109471 w 1472485"/>
                  <a:gd name="T11" fmla="*/ 480812 h 1294327"/>
                  <a:gd name="T12" fmla="*/ 392806 w 1472485"/>
                  <a:gd name="T13" fmla="*/ 133082 h 12943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72485" h="1294327">
                    <a:moveTo>
                      <a:pt x="392806" y="133082"/>
                    </a:moveTo>
                    <a:cubicBezTo>
                      <a:pt x="680434" y="0"/>
                      <a:pt x="845713" y="21465"/>
                      <a:pt x="1075386" y="55809"/>
                    </a:cubicBezTo>
                    <a:cubicBezTo>
                      <a:pt x="1305059" y="90153"/>
                      <a:pt x="1472485" y="384220"/>
                      <a:pt x="1371601" y="635358"/>
                    </a:cubicBezTo>
                    <a:cubicBezTo>
                      <a:pt x="1270717" y="886496"/>
                      <a:pt x="1114023" y="946598"/>
                      <a:pt x="869324" y="1073240"/>
                    </a:cubicBezTo>
                    <a:cubicBezTo>
                      <a:pt x="624625" y="1199882"/>
                      <a:pt x="373488" y="1294327"/>
                      <a:pt x="186744" y="1176271"/>
                    </a:cubicBezTo>
                    <a:cubicBezTo>
                      <a:pt x="0" y="1058215"/>
                      <a:pt x="75127" y="654677"/>
                      <a:pt x="109471" y="480812"/>
                    </a:cubicBezTo>
                    <a:cubicBezTo>
                      <a:pt x="143815" y="306947"/>
                      <a:pt x="333778" y="205526"/>
                      <a:pt x="392806" y="13308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5400" cap="flat" cmpd="sng" algn="ctr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CA"/>
              </a:p>
            </p:txBody>
          </p:sp>
        </p:grp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F4032F46-24FB-A1E9-EEF0-90DBFD858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550361" y="106298463"/>
              <a:ext cx="869324" cy="1161245"/>
            </a:xfrm>
            <a:custGeom>
              <a:avLst/>
              <a:gdLst>
                <a:gd name="T0" fmla="*/ 392806 w 869324"/>
                <a:gd name="T1" fmla="*/ 0 h 1161245"/>
                <a:gd name="T2" fmla="*/ 869324 w 869324"/>
                <a:gd name="T3" fmla="*/ 940158 h 1161245"/>
                <a:gd name="T4" fmla="*/ 186744 w 869324"/>
                <a:gd name="T5" fmla="*/ 1043189 h 1161245"/>
                <a:gd name="T6" fmla="*/ 109471 w 869324"/>
                <a:gd name="T7" fmla="*/ 347730 h 1161245"/>
                <a:gd name="T8" fmla="*/ 392806 w 869324"/>
                <a:gd name="T9" fmla="*/ 0 h 1161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9324" h="1161245">
                  <a:moveTo>
                    <a:pt x="392806" y="0"/>
                  </a:moveTo>
                  <a:lnTo>
                    <a:pt x="869324" y="940158"/>
                  </a:lnTo>
                  <a:cubicBezTo>
                    <a:pt x="624625" y="1066800"/>
                    <a:pt x="373488" y="1161245"/>
                    <a:pt x="186744" y="1043189"/>
                  </a:cubicBezTo>
                  <a:cubicBezTo>
                    <a:pt x="0" y="925133"/>
                    <a:pt x="75127" y="521595"/>
                    <a:pt x="109471" y="347730"/>
                  </a:cubicBezTo>
                  <a:lnTo>
                    <a:pt x="392806" y="0"/>
                  </a:lnTo>
                  <a:close/>
                </a:path>
              </a:pathLst>
            </a:custGeom>
            <a:solidFill>
              <a:srgbClr val="00B050">
                <a:alpha val="70000"/>
              </a:srgbClr>
            </a:solidFill>
            <a:ln w="25400" cap="flat" cmpd="sng" algn="ctr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3DAE7390-07F3-07F9-E99C-2B91B0D9FDA1}"/>
              </a:ext>
            </a:extLst>
          </p:cNvPr>
          <p:cNvGrpSpPr>
            <a:grpSpLocks/>
          </p:cNvGrpSpPr>
          <p:nvPr/>
        </p:nvGrpSpPr>
        <p:grpSpPr bwMode="auto">
          <a:xfrm>
            <a:off x="2412283" y="625730"/>
            <a:ext cx="2068513" cy="1892301"/>
            <a:chOff x="108652614" y="112370316"/>
            <a:chExt cx="2069206" cy="1893194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3777E75-A5ED-A99F-37D9-106F55914F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52614" y="112370316"/>
              <a:ext cx="2069206" cy="1893194"/>
            </a:xfrm>
            <a:custGeom>
              <a:avLst/>
              <a:gdLst>
                <a:gd name="T0" fmla="*/ 109471 w 2069206"/>
                <a:gd name="T1" fmla="*/ 1363014 h 1893194"/>
                <a:gd name="T2" fmla="*/ 212501 w 2069206"/>
                <a:gd name="T3" fmla="*/ 448614 h 1893194"/>
                <a:gd name="T4" fmla="*/ 1023871 w 2069206"/>
                <a:gd name="T5" fmla="*/ 100884 h 1893194"/>
                <a:gd name="T6" fmla="*/ 1925392 w 2069206"/>
                <a:gd name="T7" fmla="*/ 603160 h 1893194"/>
                <a:gd name="T8" fmla="*/ 1435994 w 2069206"/>
                <a:gd name="T9" fmla="*/ 1453166 h 1893194"/>
                <a:gd name="T10" fmla="*/ 560231 w 2069206"/>
                <a:gd name="T11" fmla="*/ 1878169 h 1893194"/>
                <a:gd name="T12" fmla="*/ 109471 w 2069206"/>
                <a:gd name="T13" fmla="*/ 1363014 h 1893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69206" h="1893194">
                  <a:moveTo>
                    <a:pt x="109471" y="1363014"/>
                  </a:moveTo>
                  <a:cubicBezTo>
                    <a:pt x="105178" y="1350135"/>
                    <a:pt x="0" y="729803"/>
                    <a:pt x="212501" y="448614"/>
                  </a:cubicBezTo>
                  <a:cubicBezTo>
                    <a:pt x="425002" y="167425"/>
                    <a:pt x="502277" y="201768"/>
                    <a:pt x="1023871" y="100884"/>
                  </a:cubicBezTo>
                  <a:cubicBezTo>
                    <a:pt x="1545465" y="0"/>
                    <a:pt x="1781578" y="289774"/>
                    <a:pt x="1925392" y="603160"/>
                  </a:cubicBezTo>
                  <a:cubicBezTo>
                    <a:pt x="2069206" y="916546"/>
                    <a:pt x="1781577" y="1337256"/>
                    <a:pt x="1435994" y="1453166"/>
                  </a:cubicBezTo>
                  <a:cubicBezTo>
                    <a:pt x="1090411" y="1569076"/>
                    <a:pt x="781318" y="1893194"/>
                    <a:pt x="560231" y="1878169"/>
                  </a:cubicBezTo>
                  <a:cubicBezTo>
                    <a:pt x="339144" y="1863144"/>
                    <a:pt x="264017" y="1478924"/>
                    <a:pt x="109471" y="1363014"/>
                  </a:cubicBezTo>
                  <a:close/>
                </a:path>
              </a:pathLst>
            </a:custGeom>
            <a:solidFill>
              <a:srgbClr val="5B9BD5"/>
            </a:solidFill>
            <a:ln w="25400" cap="flat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2D0E43D-ED0F-D966-C327-15D8211934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35949" y="112647211"/>
              <a:ext cx="1472485" cy="1294327"/>
            </a:xfrm>
            <a:custGeom>
              <a:avLst/>
              <a:gdLst>
                <a:gd name="T0" fmla="*/ 392806 w 1472485"/>
                <a:gd name="T1" fmla="*/ 133082 h 1294327"/>
                <a:gd name="T2" fmla="*/ 1075386 w 1472485"/>
                <a:gd name="T3" fmla="*/ 55809 h 1294327"/>
                <a:gd name="T4" fmla="*/ 1371601 w 1472485"/>
                <a:gd name="T5" fmla="*/ 635358 h 1294327"/>
                <a:gd name="T6" fmla="*/ 869324 w 1472485"/>
                <a:gd name="T7" fmla="*/ 1073240 h 1294327"/>
                <a:gd name="T8" fmla="*/ 186744 w 1472485"/>
                <a:gd name="T9" fmla="*/ 1176271 h 1294327"/>
                <a:gd name="T10" fmla="*/ 109471 w 1472485"/>
                <a:gd name="T11" fmla="*/ 480812 h 1294327"/>
                <a:gd name="T12" fmla="*/ 392806 w 1472485"/>
                <a:gd name="T13" fmla="*/ 133082 h 1294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72485" h="1294327">
                  <a:moveTo>
                    <a:pt x="392806" y="133082"/>
                  </a:moveTo>
                  <a:cubicBezTo>
                    <a:pt x="680434" y="0"/>
                    <a:pt x="845713" y="21465"/>
                    <a:pt x="1075386" y="55809"/>
                  </a:cubicBezTo>
                  <a:cubicBezTo>
                    <a:pt x="1305059" y="90153"/>
                    <a:pt x="1472485" y="384220"/>
                    <a:pt x="1371601" y="635358"/>
                  </a:cubicBezTo>
                  <a:cubicBezTo>
                    <a:pt x="1270717" y="886496"/>
                    <a:pt x="1114023" y="946598"/>
                    <a:pt x="869324" y="1073240"/>
                  </a:cubicBezTo>
                  <a:cubicBezTo>
                    <a:pt x="624625" y="1199882"/>
                    <a:pt x="373488" y="1294327"/>
                    <a:pt x="186744" y="1176271"/>
                  </a:cubicBezTo>
                  <a:cubicBezTo>
                    <a:pt x="0" y="1058215"/>
                    <a:pt x="75127" y="654677"/>
                    <a:pt x="109471" y="480812"/>
                  </a:cubicBezTo>
                  <a:cubicBezTo>
                    <a:pt x="143815" y="306947"/>
                    <a:pt x="333778" y="205526"/>
                    <a:pt x="392806" y="133082"/>
                  </a:cubicBezTo>
                  <a:close/>
                </a:path>
              </a:pathLst>
            </a:custGeom>
            <a:solidFill>
              <a:srgbClr val="FFFFFF"/>
            </a:solidFill>
            <a:ln w="25400" cap="flat" cmpd="sng" algn="ctr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sp>
        <p:nvSpPr>
          <p:cNvPr id="10" name="Oval 10">
            <a:extLst>
              <a:ext uri="{FF2B5EF4-FFF2-40B4-BE49-F238E27FC236}">
                <a16:creationId xmlns:a16="http://schemas.microsoft.com/office/drawing/2014/main" id="{3ED433ED-D01D-4AA7-6C45-EE4107B2D3F9}"/>
              </a:ext>
            </a:extLst>
          </p:cNvPr>
          <p:cNvSpPr>
            <a:spLocks noChangeArrowheads="1"/>
          </p:cNvSpPr>
          <p:nvPr/>
        </p:nvSpPr>
        <p:spPr bwMode="auto">
          <a:xfrm rot="19642847">
            <a:off x="2926633" y="1251206"/>
            <a:ext cx="825500" cy="611187"/>
          </a:xfrm>
          <a:prstGeom prst="ellipse">
            <a:avLst/>
          </a:prstGeom>
          <a:solidFill>
            <a:srgbClr val="00B050"/>
          </a:solidFill>
          <a:ln w="254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BB3FD5D2-4E2A-CD01-455F-6DEBB3804E0D}"/>
              </a:ext>
            </a:extLst>
          </p:cNvPr>
          <p:cNvGrpSpPr>
            <a:grpSpLocks/>
          </p:cNvGrpSpPr>
          <p:nvPr/>
        </p:nvGrpSpPr>
        <p:grpSpPr bwMode="auto">
          <a:xfrm>
            <a:off x="456483" y="682881"/>
            <a:ext cx="2070100" cy="1893887"/>
            <a:chOff x="108652614" y="112370316"/>
            <a:chExt cx="2069206" cy="1893194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C803611B-BDBA-3FE4-E5C2-763CA834AB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52614" y="112370316"/>
              <a:ext cx="2069206" cy="1893194"/>
            </a:xfrm>
            <a:custGeom>
              <a:avLst/>
              <a:gdLst>
                <a:gd name="T0" fmla="*/ 109471 w 2069206"/>
                <a:gd name="T1" fmla="*/ 1363014 h 1893194"/>
                <a:gd name="T2" fmla="*/ 212501 w 2069206"/>
                <a:gd name="T3" fmla="*/ 448614 h 1893194"/>
                <a:gd name="T4" fmla="*/ 1023871 w 2069206"/>
                <a:gd name="T5" fmla="*/ 100884 h 1893194"/>
                <a:gd name="T6" fmla="*/ 1925392 w 2069206"/>
                <a:gd name="T7" fmla="*/ 603160 h 1893194"/>
                <a:gd name="T8" fmla="*/ 1435994 w 2069206"/>
                <a:gd name="T9" fmla="*/ 1453166 h 1893194"/>
                <a:gd name="T10" fmla="*/ 560231 w 2069206"/>
                <a:gd name="T11" fmla="*/ 1878169 h 1893194"/>
                <a:gd name="T12" fmla="*/ 109471 w 2069206"/>
                <a:gd name="T13" fmla="*/ 1363014 h 1893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69206" h="1893194">
                  <a:moveTo>
                    <a:pt x="109471" y="1363014"/>
                  </a:moveTo>
                  <a:cubicBezTo>
                    <a:pt x="105178" y="1350135"/>
                    <a:pt x="0" y="729803"/>
                    <a:pt x="212501" y="448614"/>
                  </a:cubicBezTo>
                  <a:cubicBezTo>
                    <a:pt x="425002" y="167425"/>
                    <a:pt x="502277" y="201768"/>
                    <a:pt x="1023871" y="100884"/>
                  </a:cubicBezTo>
                  <a:cubicBezTo>
                    <a:pt x="1545465" y="0"/>
                    <a:pt x="1781578" y="289774"/>
                    <a:pt x="1925392" y="603160"/>
                  </a:cubicBezTo>
                  <a:cubicBezTo>
                    <a:pt x="2069206" y="916546"/>
                    <a:pt x="1781577" y="1337256"/>
                    <a:pt x="1435994" y="1453166"/>
                  </a:cubicBezTo>
                  <a:cubicBezTo>
                    <a:pt x="1090411" y="1569076"/>
                    <a:pt x="781318" y="1893194"/>
                    <a:pt x="560231" y="1878169"/>
                  </a:cubicBezTo>
                  <a:cubicBezTo>
                    <a:pt x="339144" y="1863144"/>
                    <a:pt x="264017" y="1478924"/>
                    <a:pt x="109471" y="1363014"/>
                  </a:cubicBezTo>
                  <a:close/>
                </a:path>
              </a:pathLst>
            </a:custGeom>
            <a:solidFill>
              <a:srgbClr val="5B9BD5"/>
            </a:solidFill>
            <a:ln w="25400" cap="flat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2B485447-6F56-8C17-9449-9DA377E705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35949" y="112647211"/>
              <a:ext cx="1472485" cy="1294327"/>
            </a:xfrm>
            <a:custGeom>
              <a:avLst/>
              <a:gdLst>
                <a:gd name="T0" fmla="*/ 392806 w 1472485"/>
                <a:gd name="T1" fmla="*/ 133082 h 1294327"/>
                <a:gd name="T2" fmla="*/ 1075386 w 1472485"/>
                <a:gd name="T3" fmla="*/ 55809 h 1294327"/>
                <a:gd name="T4" fmla="*/ 1371601 w 1472485"/>
                <a:gd name="T5" fmla="*/ 635358 h 1294327"/>
                <a:gd name="T6" fmla="*/ 869324 w 1472485"/>
                <a:gd name="T7" fmla="*/ 1073240 h 1294327"/>
                <a:gd name="T8" fmla="*/ 186744 w 1472485"/>
                <a:gd name="T9" fmla="*/ 1176271 h 1294327"/>
                <a:gd name="T10" fmla="*/ 109471 w 1472485"/>
                <a:gd name="T11" fmla="*/ 480812 h 1294327"/>
                <a:gd name="T12" fmla="*/ 392806 w 1472485"/>
                <a:gd name="T13" fmla="*/ 133082 h 1294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72485" h="1294327">
                  <a:moveTo>
                    <a:pt x="392806" y="133082"/>
                  </a:moveTo>
                  <a:cubicBezTo>
                    <a:pt x="680434" y="0"/>
                    <a:pt x="845713" y="21465"/>
                    <a:pt x="1075386" y="55809"/>
                  </a:cubicBezTo>
                  <a:cubicBezTo>
                    <a:pt x="1305059" y="90153"/>
                    <a:pt x="1472485" y="384220"/>
                    <a:pt x="1371601" y="635358"/>
                  </a:cubicBezTo>
                  <a:cubicBezTo>
                    <a:pt x="1270717" y="886496"/>
                    <a:pt x="1114023" y="946598"/>
                    <a:pt x="869324" y="1073240"/>
                  </a:cubicBezTo>
                  <a:cubicBezTo>
                    <a:pt x="624625" y="1199882"/>
                    <a:pt x="373488" y="1294327"/>
                    <a:pt x="186744" y="1176271"/>
                  </a:cubicBezTo>
                  <a:cubicBezTo>
                    <a:pt x="0" y="1058215"/>
                    <a:pt x="75127" y="654677"/>
                    <a:pt x="109471" y="480812"/>
                  </a:cubicBezTo>
                  <a:cubicBezTo>
                    <a:pt x="143815" y="306947"/>
                    <a:pt x="333778" y="205526"/>
                    <a:pt x="392806" y="133082"/>
                  </a:cubicBezTo>
                  <a:close/>
                </a:path>
              </a:pathLst>
            </a:custGeom>
            <a:solidFill>
              <a:srgbClr val="FFFFFF"/>
            </a:solidFill>
            <a:ln w="25400" cap="flat" cmpd="sng" algn="ctr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sp>
        <p:nvSpPr>
          <p:cNvPr id="14" name="Oval 14">
            <a:extLst>
              <a:ext uri="{FF2B5EF4-FFF2-40B4-BE49-F238E27FC236}">
                <a16:creationId xmlns:a16="http://schemas.microsoft.com/office/drawing/2014/main" id="{F1FEC2FC-0C7A-0BAE-D600-691F0574ED0F}"/>
              </a:ext>
            </a:extLst>
          </p:cNvPr>
          <p:cNvSpPr>
            <a:spLocks noChangeArrowheads="1"/>
          </p:cNvSpPr>
          <p:nvPr/>
        </p:nvSpPr>
        <p:spPr bwMode="auto">
          <a:xfrm rot="19642847">
            <a:off x="764458" y="1670306"/>
            <a:ext cx="827088" cy="611187"/>
          </a:xfrm>
          <a:prstGeom prst="ellipse">
            <a:avLst/>
          </a:prstGeom>
          <a:solidFill>
            <a:srgbClr val="00B050">
              <a:alpha val="50000"/>
            </a:srgbClr>
          </a:solidFill>
          <a:ln w="254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grpSp>
        <p:nvGrpSpPr>
          <p:cNvPr id="15" name="Group 15">
            <a:extLst>
              <a:ext uri="{FF2B5EF4-FFF2-40B4-BE49-F238E27FC236}">
                <a16:creationId xmlns:a16="http://schemas.microsoft.com/office/drawing/2014/main" id="{2B6F7551-84D1-8E14-533C-BD804AAAEE8A}"/>
              </a:ext>
            </a:extLst>
          </p:cNvPr>
          <p:cNvGrpSpPr>
            <a:grpSpLocks/>
          </p:cNvGrpSpPr>
          <p:nvPr/>
        </p:nvGrpSpPr>
        <p:grpSpPr bwMode="auto">
          <a:xfrm>
            <a:off x="491408" y="3005393"/>
            <a:ext cx="2051050" cy="1849438"/>
            <a:chOff x="107338970" y="110732553"/>
            <a:chExt cx="2051853" cy="1849379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E9E3CFAD-DD73-D193-E967-176AF2A13E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338970" y="110732553"/>
              <a:ext cx="2051853" cy="1849379"/>
            </a:xfrm>
            <a:custGeom>
              <a:avLst/>
              <a:gdLst>
                <a:gd name="T0" fmla="*/ 165594 w 2051853"/>
                <a:gd name="T1" fmla="*/ 1421013 h 1849379"/>
                <a:gd name="T2" fmla="*/ 212501 w 2051853"/>
                <a:gd name="T3" fmla="*/ 448614 h 1849379"/>
                <a:gd name="T4" fmla="*/ 1023871 w 2051853"/>
                <a:gd name="T5" fmla="*/ 100884 h 1849379"/>
                <a:gd name="T6" fmla="*/ 1925392 w 2051853"/>
                <a:gd name="T7" fmla="*/ 603160 h 1849379"/>
                <a:gd name="T8" fmla="*/ 1821139 w 2051853"/>
                <a:gd name="T9" fmla="*/ 1190007 h 1849379"/>
                <a:gd name="T10" fmla="*/ 1575695 w 2051853"/>
                <a:gd name="T11" fmla="*/ 1267009 h 1849379"/>
                <a:gd name="T12" fmla="*/ 1493881 w 2051853"/>
                <a:gd name="T13" fmla="*/ 1180382 h 1849379"/>
                <a:gd name="T14" fmla="*/ 1460192 w 2051853"/>
                <a:gd name="T15" fmla="*/ 1026378 h 1849379"/>
                <a:gd name="T16" fmla="*/ 1657510 w 2051853"/>
                <a:gd name="T17" fmla="*/ 785746 h 1849379"/>
                <a:gd name="T18" fmla="*/ 1546819 w 2051853"/>
                <a:gd name="T19" fmla="*/ 352609 h 1849379"/>
                <a:gd name="T20" fmla="*/ 1118495 w 2051853"/>
                <a:gd name="T21" fmla="*/ 203418 h 1849379"/>
                <a:gd name="T22" fmla="*/ 430289 w 2051853"/>
                <a:gd name="T23" fmla="*/ 530676 h 1849379"/>
                <a:gd name="T24" fmla="*/ 377350 w 2051853"/>
                <a:gd name="T25" fmla="*/ 1281447 h 1849379"/>
                <a:gd name="T26" fmla="*/ 853801 w 2051853"/>
                <a:gd name="T27" fmla="*/ 1522079 h 1849379"/>
                <a:gd name="T28" fmla="*/ 670921 w 2051853"/>
                <a:gd name="T29" fmla="*/ 1801211 h 1849379"/>
                <a:gd name="T30" fmla="*/ 165594 w 2051853"/>
                <a:gd name="T31" fmla="*/ 1421013 h 1849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051853" h="1849379">
                  <a:moveTo>
                    <a:pt x="165594" y="1421013"/>
                  </a:moveTo>
                  <a:cubicBezTo>
                    <a:pt x="107843" y="1310323"/>
                    <a:pt x="0" y="729803"/>
                    <a:pt x="212501" y="448614"/>
                  </a:cubicBezTo>
                  <a:cubicBezTo>
                    <a:pt x="425002" y="167425"/>
                    <a:pt x="502277" y="201768"/>
                    <a:pt x="1023871" y="100884"/>
                  </a:cubicBezTo>
                  <a:cubicBezTo>
                    <a:pt x="1545465" y="0"/>
                    <a:pt x="1781578" y="289774"/>
                    <a:pt x="1925392" y="603160"/>
                  </a:cubicBezTo>
                  <a:cubicBezTo>
                    <a:pt x="2051853" y="738961"/>
                    <a:pt x="2006154" y="1061719"/>
                    <a:pt x="1821139" y="1190007"/>
                  </a:cubicBezTo>
                  <a:cubicBezTo>
                    <a:pt x="1762856" y="1300648"/>
                    <a:pt x="1630238" y="1268613"/>
                    <a:pt x="1575695" y="1267009"/>
                  </a:cubicBezTo>
                  <a:cubicBezTo>
                    <a:pt x="1515013" y="1252122"/>
                    <a:pt x="1512329" y="1211664"/>
                    <a:pt x="1493881" y="1180382"/>
                  </a:cubicBezTo>
                  <a:cubicBezTo>
                    <a:pt x="1474631" y="1140277"/>
                    <a:pt x="1432921" y="1092151"/>
                    <a:pt x="1460192" y="1026378"/>
                  </a:cubicBezTo>
                  <a:cubicBezTo>
                    <a:pt x="1452712" y="985999"/>
                    <a:pt x="1643072" y="898041"/>
                    <a:pt x="1657510" y="785746"/>
                  </a:cubicBezTo>
                  <a:cubicBezTo>
                    <a:pt x="1671948" y="673451"/>
                    <a:pt x="1636655" y="449664"/>
                    <a:pt x="1546819" y="352609"/>
                  </a:cubicBezTo>
                  <a:cubicBezTo>
                    <a:pt x="1456983" y="255554"/>
                    <a:pt x="1304583" y="173740"/>
                    <a:pt x="1118495" y="203418"/>
                  </a:cubicBezTo>
                  <a:cubicBezTo>
                    <a:pt x="932407" y="233096"/>
                    <a:pt x="553813" y="351005"/>
                    <a:pt x="430289" y="530676"/>
                  </a:cubicBezTo>
                  <a:cubicBezTo>
                    <a:pt x="367725" y="578803"/>
                    <a:pt x="327620" y="1117015"/>
                    <a:pt x="377350" y="1281447"/>
                  </a:cubicBezTo>
                  <a:cubicBezTo>
                    <a:pt x="447935" y="1446681"/>
                    <a:pt x="804873" y="1435452"/>
                    <a:pt x="853801" y="1522079"/>
                  </a:cubicBezTo>
                  <a:cubicBezTo>
                    <a:pt x="940428" y="1661646"/>
                    <a:pt x="773319" y="1849379"/>
                    <a:pt x="670921" y="1801211"/>
                  </a:cubicBezTo>
                  <a:cubicBezTo>
                    <a:pt x="449834" y="1786186"/>
                    <a:pt x="223345" y="1531703"/>
                    <a:pt x="165594" y="1421013"/>
                  </a:cubicBezTo>
                  <a:close/>
                </a:path>
              </a:pathLst>
            </a:custGeom>
            <a:solidFill>
              <a:srgbClr val="5B9BD5"/>
            </a:solidFill>
            <a:ln w="25400" cap="flat" cmpd="sng" algn="ctr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7" name="Oval 17">
              <a:extLst>
                <a:ext uri="{FF2B5EF4-FFF2-40B4-BE49-F238E27FC236}">
                  <a16:creationId xmlns:a16="http://schemas.microsoft.com/office/drawing/2014/main" id="{9C234345-E6D3-F9B4-DD0F-C57288C3A27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957153">
              <a:off x="107863292" y="111219875"/>
              <a:ext cx="826340" cy="612173"/>
            </a:xfrm>
            <a:prstGeom prst="ellipse">
              <a:avLst/>
            </a:prstGeom>
            <a:solidFill>
              <a:srgbClr val="00B050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sp>
        <p:nvSpPr>
          <p:cNvPr id="18" name="Freeform 18">
            <a:extLst>
              <a:ext uri="{FF2B5EF4-FFF2-40B4-BE49-F238E27FC236}">
                <a16:creationId xmlns:a16="http://schemas.microsoft.com/office/drawing/2014/main" id="{48E2FBAD-2FBF-A3FD-66D4-268F1925F914}"/>
              </a:ext>
            </a:extLst>
          </p:cNvPr>
          <p:cNvSpPr>
            <a:spLocks/>
          </p:cNvSpPr>
          <p:nvPr/>
        </p:nvSpPr>
        <p:spPr bwMode="auto">
          <a:xfrm>
            <a:off x="740646" y="6547106"/>
            <a:ext cx="2051050" cy="1849437"/>
          </a:xfrm>
          <a:custGeom>
            <a:avLst/>
            <a:gdLst>
              <a:gd name="T0" fmla="*/ 165594 w 2051853"/>
              <a:gd name="T1" fmla="*/ 1421013 h 1849379"/>
              <a:gd name="T2" fmla="*/ 212501 w 2051853"/>
              <a:gd name="T3" fmla="*/ 448614 h 1849379"/>
              <a:gd name="T4" fmla="*/ 1023871 w 2051853"/>
              <a:gd name="T5" fmla="*/ 100884 h 1849379"/>
              <a:gd name="T6" fmla="*/ 1925392 w 2051853"/>
              <a:gd name="T7" fmla="*/ 603160 h 1849379"/>
              <a:gd name="T8" fmla="*/ 1821139 w 2051853"/>
              <a:gd name="T9" fmla="*/ 1190007 h 1849379"/>
              <a:gd name="T10" fmla="*/ 1575695 w 2051853"/>
              <a:gd name="T11" fmla="*/ 1267009 h 1849379"/>
              <a:gd name="T12" fmla="*/ 1493881 w 2051853"/>
              <a:gd name="T13" fmla="*/ 1180382 h 1849379"/>
              <a:gd name="T14" fmla="*/ 1460192 w 2051853"/>
              <a:gd name="T15" fmla="*/ 1026378 h 1849379"/>
              <a:gd name="T16" fmla="*/ 1657510 w 2051853"/>
              <a:gd name="T17" fmla="*/ 785746 h 1849379"/>
              <a:gd name="T18" fmla="*/ 1546819 w 2051853"/>
              <a:gd name="T19" fmla="*/ 352609 h 1849379"/>
              <a:gd name="T20" fmla="*/ 1118495 w 2051853"/>
              <a:gd name="T21" fmla="*/ 203418 h 1849379"/>
              <a:gd name="T22" fmla="*/ 430289 w 2051853"/>
              <a:gd name="T23" fmla="*/ 530676 h 1849379"/>
              <a:gd name="T24" fmla="*/ 377350 w 2051853"/>
              <a:gd name="T25" fmla="*/ 1281447 h 1849379"/>
              <a:gd name="T26" fmla="*/ 853801 w 2051853"/>
              <a:gd name="T27" fmla="*/ 1522079 h 1849379"/>
              <a:gd name="T28" fmla="*/ 670921 w 2051853"/>
              <a:gd name="T29" fmla="*/ 1801211 h 1849379"/>
              <a:gd name="T30" fmla="*/ 165594 w 2051853"/>
              <a:gd name="T31" fmla="*/ 1421013 h 18493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051853" h="1849379">
                <a:moveTo>
                  <a:pt x="165594" y="1421013"/>
                </a:moveTo>
                <a:cubicBezTo>
                  <a:pt x="107843" y="1310323"/>
                  <a:pt x="0" y="729803"/>
                  <a:pt x="212501" y="448614"/>
                </a:cubicBezTo>
                <a:cubicBezTo>
                  <a:pt x="425002" y="167425"/>
                  <a:pt x="502277" y="201768"/>
                  <a:pt x="1023871" y="100884"/>
                </a:cubicBezTo>
                <a:cubicBezTo>
                  <a:pt x="1545465" y="0"/>
                  <a:pt x="1781578" y="289774"/>
                  <a:pt x="1925392" y="603160"/>
                </a:cubicBezTo>
                <a:cubicBezTo>
                  <a:pt x="2051853" y="738961"/>
                  <a:pt x="2006154" y="1061719"/>
                  <a:pt x="1821139" y="1190007"/>
                </a:cubicBezTo>
                <a:cubicBezTo>
                  <a:pt x="1762856" y="1300648"/>
                  <a:pt x="1630238" y="1268613"/>
                  <a:pt x="1575695" y="1267009"/>
                </a:cubicBezTo>
                <a:cubicBezTo>
                  <a:pt x="1515013" y="1252122"/>
                  <a:pt x="1512329" y="1211664"/>
                  <a:pt x="1493881" y="1180382"/>
                </a:cubicBezTo>
                <a:cubicBezTo>
                  <a:pt x="1474631" y="1140277"/>
                  <a:pt x="1432921" y="1092151"/>
                  <a:pt x="1460192" y="1026378"/>
                </a:cubicBezTo>
                <a:cubicBezTo>
                  <a:pt x="1452712" y="985999"/>
                  <a:pt x="1643072" y="898041"/>
                  <a:pt x="1657510" y="785746"/>
                </a:cubicBezTo>
                <a:cubicBezTo>
                  <a:pt x="1671948" y="673451"/>
                  <a:pt x="1636655" y="449664"/>
                  <a:pt x="1546819" y="352609"/>
                </a:cubicBezTo>
                <a:cubicBezTo>
                  <a:pt x="1456983" y="255554"/>
                  <a:pt x="1304583" y="173740"/>
                  <a:pt x="1118495" y="203418"/>
                </a:cubicBezTo>
                <a:cubicBezTo>
                  <a:pt x="932407" y="233096"/>
                  <a:pt x="553813" y="351005"/>
                  <a:pt x="430289" y="530676"/>
                </a:cubicBezTo>
                <a:cubicBezTo>
                  <a:pt x="367725" y="578803"/>
                  <a:pt x="327620" y="1117015"/>
                  <a:pt x="377350" y="1281447"/>
                </a:cubicBezTo>
                <a:cubicBezTo>
                  <a:pt x="447935" y="1446681"/>
                  <a:pt x="804873" y="1435452"/>
                  <a:pt x="853801" y="1522079"/>
                </a:cubicBezTo>
                <a:cubicBezTo>
                  <a:pt x="940428" y="1661646"/>
                  <a:pt x="773319" y="1849379"/>
                  <a:pt x="670921" y="1801211"/>
                </a:cubicBezTo>
                <a:cubicBezTo>
                  <a:pt x="449834" y="1786186"/>
                  <a:pt x="223345" y="1531703"/>
                  <a:pt x="165594" y="1421013"/>
                </a:cubicBezTo>
                <a:close/>
              </a:path>
            </a:pathLst>
          </a:custGeom>
          <a:solidFill>
            <a:srgbClr val="5B9BD5"/>
          </a:solidFill>
          <a:ln w="25400" cap="flat" cmpd="sng" algn="ctr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B72C8034-191F-FA88-A9EF-23F94C9CA702}"/>
              </a:ext>
            </a:extLst>
          </p:cNvPr>
          <p:cNvGrpSpPr>
            <a:grpSpLocks/>
          </p:cNvGrpSpPr>
          <p:nvPr/>
        </p:nvGrpSpPr>
        <p:grpSpPr bwMode="auto">
          <a:xfrm>
            <a:off x="3856908" y="4707193"/>
            <a:ext cx="2070100" cy="1893888"/>
            <a:chOff x="110531882" y="109985579"/>
            <a:chExt cx="2069206" cy="1893194"/>
          </a:xfrm>
        </p:grpSpPr>
        <p:grpSp>
          <p:nvGrpSpPr>
            <p:cNvPr id="20" name="Group 20">
              <a:extLst>
                <a:ext uri="{FF2B5EF4-FFF2-40B4-BE49-F238E27FC236}">
                  <a16:creationId xmlns:a16="http://schemas.microsoft.com/office/drawing/2014/main" id="{854B4BD2-7293-95F3-7B66-214647FCC7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531882" y="109985579"/>
              <a:ext cx="2069206" cy="1893194"/>
              <a:chOff x="108652614" y="112370316"/>
              <a:chExt cx="2069206" cy="1893194"/>
            </a:xfrm>
          </p:grpSpPr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6320CFC8-6CD0-843C-1DD9-1DB2F16E5B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652614" y="112370316"/>
                <a:ext cx="2069206" cy="1893194"/>
              </a:xfrm>
              <a:custGeom>
                <a:avLst/>
                <a:gdLst>
                  <a:gd name="T0" fmla="*/ 109471 w 2069206"/>
                  <a:gd name="T1" fmla="*/ 1363014 h 1893194"/>
                  <a:gd name="T2" fmla="*/ 212501 w 2069206"/>
                  <a:gd name="T3" fmla="*/ 448614 h 1893194"/>
                  <a:gd name="T4" fmla="*/ 1023871 w 2069206"/>
                  <a:gd name="T5" fmla="*/ 100884 h 1893194"/>
                  <a:gd name="T6" fmla="*/ 1925392 w 2069206"/>
                  <a:gd name="T7" fmla="*/ 603160 h 1893194"/>
                  <a:gd name="T8" fmla="*/ 1435994 w 2069206"/>
                  <a:gd name="T9" fmla="*/ 1453166 h 1893194"/>
                  <a:gd name="T10" fmla="*/ 560231 w 2069206"/>
                  <a:gd name="T11" fmla="*/ 1878169 h 1893194"/>
                  <a:gd name="T12" fmla="*/ 109471 w 2069206"/>
                  <a:gd name="T13" fmla="*/ 1363014 h 1893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69206" h="1893194">
                    <a:moveTo>
                      <a:pt x="109471" y="1363014"/>
                    </a:moveTo>
                    <a:cubicBezTo>
                      <a:pt x="105178" y="1350135"/>
                      <a:pt x="0" y="729803"/>
                      <a:pt x="212501" y="448614"/>
                    </a:cubicBezTo>
                    <a:cubicBezTo>
                      <a:pt x="425002" y="167425"/>
                      <a:pt x="502277" y="201768"/>
                      <a:pt x="1023871" y="100884"/>
                    </a:cubicBezTo>
                    <a:cubicBezTo>
                      <a:pt x="1545465" y="0"/>
                      <a:pt x="1781578" y="289774"/>
                      <a:pt x="1925392" y="603160"/>
                    </a:cubicBezTo>
                    <a:cubicBezTo>
                      <a:pt x="2069206" y="916546"/>
                      <a:pt x="1781577" y="1337256"/>
                      <a:pt x="1435994" y="1453166"/>
                    </a:cubicBezTo>
                    <a:cubicBezTo>
                      <a:pt x="1090411" y="1569076"/>
                      <a:pt x="781318" y="1893194"/>
                      <a:pt x="560231" y="1878169"/>
                    </a:cubicBezTo>
                    <a:cubicBezTo>
                      <a:pt x="339144" y="1863144"/>
                      <a:pt x="264017" y="1478924"/>
                      <a:pt x="109471" y="1363014"/>
                    </a:cubicBezTo>
                    <a:close/>
                  </a:path>
                </a:pathLst>
              </a:custGeom>
              <a:solidFill>
                <a:srgbClr val="5B9BD5"/>
              </a:solidFill>
              <a:ln w="25400" cap="flat" algn="ctr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CA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E017D4CB-F67E-BF38-A9D5-61759173C8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935949" y="112647211"/>
                <a:ext cx="1472485" cy="1294327"/>
              </a:xfrm>
              <a:custGeom>
                <a:avLst/>
                <a:gdLst>
                  <a:gd name="T0" fmla="*/ 392806 w 1472485"/>
                  <a:gd name="T1" fmla="*/ 133082 h 1294327"/>
                  <a:gd name="T2" fmla="*/ 1075386 w 1472485"/>
                  <a:gd name="T3" fmla="*/ 55809 h 1294327"/>
                  <a:gd name="T4" fmla="*/ 1371601 w 1472485"/>
                  <a:gd name="T5" fmla="*/ 635358 h 1294327"/>
                  <a:gd name="T6" fmla="*/ 869324 w 1472485"/>
                  <a:gd name="T7" fmla="*/ 1073240 h 1294327"/>
                  <a:gd name="T8" fmla="*/ 186744 w 1472485"/>
                  <a:gd name="T9" fmla="*/ 1176271 h 1294327"/>
                  <a:gd name="T10" fmla="*/ 109471 w 1472485"/>
                  <a:gd name="T11" fmla="*/ 480812 h 1294327"/>
                  <a:gd name="T12" fmla="*/ 392806 w 1472485"/>
                  <a:gd name="T13" fmla="*/ 133082 h 12943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72485" h="1294327">
                    <a:moveTo>
                      <a:pt x="392806" y="133082"/>
                    </a:moveTo>
                    <a:cubicBezTo>
                      <a:pt x="680434" y="0"/>
                      <a:pt x="845713" y="21465"/>
                      <a:pt x="1075386" y="55809"/>
                    </a:cubicBezTo>
                    <a:cubicBezTo>
                      <a:pt x="1305059" y="90153"/>
                      <a:pt x="1472485" y="384220"/>
                      <a:pt x="1371601" y="635358"/>
                    </a:cubicBezTo>
                    <a:cubicBezTo>
                      <a:pt x="1270717" y="886496"/>
                      <a:pt x="1114023" y="946598"/>
                      <a:pt x="869324" y="1073240"/>
                    </a:cubicBezTo>
                    <a:cubicBezTo>
                      <a:pt x="624625" y="1199882"/>
                      <a:pt x="373488" y="1294327"/>
                      <a:pt x="186744" y="1176271"/>
                    </a:cubicBezTo>
                    <a:cubicBezTo>
                      <a:pt x="0" y="1058215"/>
                      <a:pt x="75127" y="654677"/>
                      <a:pt x="109471" y="480812"/>
                    </a:cubicBezTo>
                    <a:cubicBezTo>
                      <a:pt x="143815" y="306947"/>
                      <a:pt x="333778" y="205526"/>
                      <a:pt x="392806" y="13308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5400" cap="flat" cmpd="sng" algn="ctr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CA"/>
              </a:p>
            </p:txBody>
          </p:sp>
        </p:grpSp>
        <p:sp>
          <p:nvSpPr>
            <p:cNvPr id="21" name="Oval 23">
              <a:extLst>
                <a:ext uri="{FF2B5EF4-FFF2-40B4-BE49-F238E27FC236}">
                  <a16:creationId xmlns:a16="http://schemas.microsoft.com/office/drawing/2014/main" id="{DA4F02F1-79DA-7CDD-FC14-8D9F322AE52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957153">
              <a:off x="111103947" y="110572426"/>
              <a:ext cx="826340" cy="612173"/>
            </a:xfrm>
            <a:prstGeom prst="ellipse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505257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5051CB7-53B0-58EF-7564-80AA508B2A66}"/>
              </a:ext>
            </a:extLst>
          </p:cNvPr>
          <p:cNvGrpSpPr>
            <a:grpSpLocks/>
          </p:cNvGrpSpPr>
          <p:nvPr/>
        </p:nvGrpSpPr>
        <p:grpSpPr bwMode="auto">
          <a:xfrm>
            <a:off x="2239709" y="1278890"/>
            <a:ext cx="2068512" cy="1892300"/>
            <a:chOff x="109086203" y="105902975"/>
            <a:chExt cx="2069206" cy="1893194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6754C3CD-E5E6-8B93-AA54-067E0E690B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9086203" y="105902975"/>
              <a:ext cx="2069206" cy="1893194"/>
              <a:chOff x="108652614" y="112370316"/>
              <a:chExt cx="2069206" cy="1893194"/>
            </a:xfrm>
          </p:grpSpPr>
          <p:sp>
            <p:nvSpPr>
              <p:cNvPr id="5" name="Freeform 4">
                <a:extLst>
                  <a:ext uri="{FF2B5EF4-FFF2-40B4-BE49-F238E27FC236}">
                    <a16:creationId xmlns:a16="http://schemas.microsoft.com/office/drawing/2014/main" id="{06AA7292-66F9-9D48-051A-9F2100DC62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652614" y="112370316"/>
                <a:ext cx="2069206" cy="1893194"/>
              </a:xfrm>
              <a:custGeom>
                <a:avLst/>
                <a:gdLst>
                  <a:gd name="T0" fmla="*/ 109471 w 2069206"/>
                  <a:gd name="T1" fmla="*/ 1363014 h 1893194"/>
                  <a:gd name="T2" fmla="*/ 212501 w 2069206"/>
                  <a:gd name="T3" fmla="*/ 448614 h 1893194"/>
                  <a:gd name="T4" fmla="*/ 1023871 w 2069206"/>
                  <a:gd name="T5" fmla="*/ 100884 h 1893194"/>
                  <a:gd name="T6" fmla="*/ 1925392 w 2069206"/>
                  <a:gd name="T7" fmla="*/ 603160 h 1893194"/>
                  <a:gd name="T8" fmla="*/ 1435994 w 2069206"/>
                  <a:gd name="T9" fmla="*/ 1453166 h 1893194"/>
                  <a:gd name="T10" fmla="*/ 560231 w 2069206"/>
                  <a:gd name="T11" fmla="*/ 1878169 h 1893194"/>
                  <a:gd name="T12" fmla="*/ 109471 w 2069206"/>
                  <a:gd name="T13" fmla="*/ 1363014 h 1893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69206" h="1893194">
                    <a:moveTo>
                      <a:pt x="109471" y="1363014"/>
                    </a:moveTo>
                    <a:cubicBezTo>
                      <a:pt x="105178" y="1350135"/>
                      <a:pt x="0" y="729803"/>
                      <a:pt x="212501" y="448614"/>
                    </a:cubicBezTo>
                    <a:cubicBezTo>
                      <a:pt x="425002" y="167425"/>
                      <a:pt x="502277" y="201768"/>
                      <a:pt x="1023871" y="100884"/>
                    </a:cubicBezTo>
                    <a:cubicBezTo>
                      <a:pt x="1545465" y="0"/>
                      <a:pt x="1781578" y="289774"/>
                      <a:pt x="1925392" y="603160"/>
                    </a:cubicBezTo>
                    <a:cubicBezTo>
                      <a:pt x="2069206" y="916546"/>
                      <a:pt x="1781577" y="1337256"/>
                      <a:pt x="1435994" y="1453166"/>
                    </a:cubicBezTo>
                    <a:cubicBezTo>
                      <a:pt x="1090411" y="1569076"/>
                      <a:pt x="781318" y="1893194"/>
                      <a:pt x="560231" y="1878169"/>
                    </a:cubicBezTo>
                    <a:cubicBezTo>
                      <a:pt x="339144" y="1863144"/>
                      <a:pt x="264017" y="1478924"/>
                      <a:pt x="109471" y="1363014"/>
                    </a:cubicBezTo>
                    <a:close/>
                  </a:path>
                </a:pathLst>
              </a:custGeom>
              <a:solidFill>
                <a:srgbClr val="5B9BD5"/>
              </a:solidFill>
              <a:ln w="25400" cap="flat" algn="ctr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CA"/>
              </a:p>
            </p:txBody>
          </p:sp>
          <p:sp>
            <p:nvSpPr>
              <p:cNvPr id="6" name="Freeform 5">
                <a:extLst>
                  <a:ext uri="{FF2B5EF4-FFF2-40B4-BE49-F238E27FC236}">
                    <a16:creationId xmlns:a16="http://schemas.microsoft.com/office/drawing/2014/main" id="{0CDEDCC2-6D3C-F251-BDD5-57D07617F9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935949" y="112647211"/>
                <a:ext cx="1472485" cy="1294327"/>
              </a:xfrm>
              <a:custGeom>
                <a:avLst/>
                <a:gdLst>
                  <a:gd name="T0" fmla="*/ 392806 w 1472485"/>
                  <a:gd name="T1" fmla="*/ 133082 h 1294327"/>
                  <a:gd name="T2" fmla="*/ 1075386 w 1472485"/>
                  <a:gd name="T3" fmla="*/ 55809 h 1294327"/>
                  <a:gd name="T4" fmla="*/ 1371601 w 1472485"/>
                  <a:gd name="T5" fmla="*/ 635358 h 1294327"/>
                  <a:gd name="T6" fmla="*/ 869324 w 1472485"/>
                  <a:gd name="T7" fmla="*/ 1073240 h 1294327"/>
                  <a:gd name="T8" fmla="*/ 186744 w 1472485"/>
                  <a:gd name="T9" fmla="*/ 1176271 h 1294327"/>
                  <a:gd name="T10" fmla="*/ 109471 w 1472485"/>
                  <a:gd name="T11" fmla="*/ 480812 h 1294327"/>
                  <a:gd name="T12" fmla="*/ 392806 w 1472485"/>
                  <a:gd name="T13" fmla="*/ 133082 h 12943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72485" h="1294327">
                    <a:moveTo>
                      <a:pt x="392806" y="133082"/>
                    </a:moveTo>
                    <a:cubicBezTo>
                      <a:pt x="680434" y="0"/>
                      <a:pt x="845713" y="21465"/>
                      <a:pt x="1075386" y="55809"/>
                    </a:cubicBezTo>
                    <a:cubicBezTo>
                      <a:pt x="1305059" y="90153"/>
                      <a:pt x="1472485" y="384220"/>
                      <a:pt x="1371601" y="635358"/>
                    </a:cubicBezTo>
                    <a:cubicBezTo>
                      <a:pt x="1270717" y="886496"/>
                      <a:pt x="1114023" y="946598"/>
                      <a:pt x="869324" y="1073240"/>
                    </a:cubicBezTo>
                    <a:cubicBezTo>
                      <a:pt x="624625" y="1199882"/>
                      <a:pt x="373488" y="1294327"/>
                      <a:pt x="186744" y="1176271"/>
                    </a:cubicBezTo>
                    <a:cubicBezTo>
                      <a:pt x="0" y="1058215"/>
                      <a:pt x="75127" y="654677"/>
                      <a:pt x="109471" y="480812"/>
                    </a:cubicBezTo>
                    <a:cubicBezTo>
                      <a:pt x="143815" y="306947"/>
                      <a:pt x="333778" y="205526"/>
                      <a:pt x="392806" y="13308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5400" cap="flat" cmpd="sng" algn="ctr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CA"/>
              </a:p>
            </p:txBody>
          </p:sp>
        </p:grpSp>
        <p:sp>
          <p:nvSpPr>
            <p:cNvPr id="4" name="Oval 6">
              <a:extLst>
                <a:ext uri="{FF2B5EF4-FFF2-40B4-BE49-F238E27FC236}">
                  <a16:creationId xmlns:a16="http://schemas.microsoft.com/office/drawing/2014/main" id="{89046D2E-8331-3D19-FADD-75E5BB36223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957153">
              <a:off x="109600312" y="106528459"/>
              <a:ext cx="826340" cy="612173"/>
            </a:xfrm>
            <a:prstGeom prst="ellipse">
              <a:avLst/>
            </a:prstGeom>
            <a:solidFill>
              <a:srgbClr val="00B050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19389A17-9AE1-34A1-6F5C-1ED5D8F3A66E}"/>
              </a:ext>
            </a:extLst>
          </p:cNvPr>
          <p:cNvGrpSpPr>
            <a:grpSpLocks/>
          </p:cNvGrpSpPr>
          <p:nvPr/>
        </p:nvGrpSpPr>
        <p:grpSpPr bwMode="auto">
          <a:xfrm>
            <a:off x="537908" y="4353878"/>
            <a:ext cx="2068513" cy="1893887"/>
            <a:chOff x="108652614" y="112370316"/>
            <a:chExt cx="2069206" cy="1893194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FCE7D23F-0FFB-DFA6-3CA0-E827047ADC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52614" y="112370316"/>
              <a:ext cx="2069206" cy="1893194"/>
            </a:xfrm>
            <a:custGeom>
              <a:avLst/>
              <a:gdLst>
                <a:gd name="T0" fmla="*/ 109471 w 2069206"/>
                <a:gd name="T1" fmla="*/ 1363014 h 1893194"/>
                <a:gd name="T2" fmla="*/ 212501 w 2069206"/>
                <a:gd name="T3" fmla="*/ 448614 h 1893194"/>
                <a:gd name="T4" fmla="*/ 1023871 w 2069206"/>
                <a:gd name="T5" fmla="*/ 100884 h 1893194"/>
                <a:gd name="T6" fmla="*/ 1925392 w 2069206"/>
                <a:gd name="T7" fmla="*/ 603160 h 1893194"/>
                <a:gd name="T8" fmla="*/ 1435994 w 2069206"/>
                <a:gd name="T9" fmla="*/ 1453166 h 1893194"/>
                <a:gd name="T10" fmla="*/ 560231 w 2069206"/>
                <a:gd name="T11" fmla="*/ 1878169 h 1893194"/>
                <a:gd name="T12" fmla="*/ 109471 w 2069206"/>
                <a:gd name="T13" fmla="*/ 1363014 h 1893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69206" h="1893194">
                  <a:moveTo>
                    <a:pt x="109471" y="1363014"/>
                  </a:moveTo>
                  <a:cubicBezTo>
                    <a:pt x="105178" y="1350135"/>
                    <a:pt x="0" y="729803"/>
                    <a:pt x="212501" y="448614"/>
                  </a:cubicBezTo>
                  <a:cubicBezTo>
                    <a:pt x="425002" y="167425"/>
                    <a:pt x="502277" y="201768"/>
                    <a:pt x="1023871" y="100884"/>
                  </a:cubicBezTo>
                  <a:cubicBezTo>
                    <a:pt x="1545465" y="0"/>
                    <a:pt x="1781578" y="289774"/>
                    <a:pt x="1925392" y="603160"/>
                  </a:cubicBezTo>
                  <a:cubicBezTo>
                    <a:pt x="2069206" y="916546"/>
                    <a:pt x="1781577" y="1337256"/>
                    <a:pt x="1435994" y="1453166"/>
                  </a:cubicBezTo>
                  <a:cubicBezTo>
                    <a:pt x="1090411" y="1569076"/>
                    <a:pt x="781318" y="1893194"/>
                    <a:pt x="560231" y="1878169"/>
                  </a:cubicBezTo>
                  <a:cubicBezTo>
                    <a:pt x="339144" y="1863144"/>
                    <a:pt x="264017" y="1478924"/>
                    <a:pt x="109471" y="1363014"/>
                  </a:cubicBezTo>
                  <a:close/>
                </a:path>
              </a:pathLst>
            </a:custGeom>
            <a:solidFill>
              <a:srgbClr val="5B9BD5"/>
            </a:solidFill>
            <a:ln w="25400" cap="flat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67452DD8-7153-1AC4-AD87-1A980BF02D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35949" y="112647211"/>
              <a:ext cx="1472485" cy="1294327"/>
            </a:xfrm>
            <a:custGeom>
              <a:avLst/>
              <a:gdLst>
                <a:gd name="T0" fmla="*/ 392806 w 1472485"/>
                <a:gd name="T1" fmla="*/ 133082 h 1294327"/>
                <a:gd name="T2" fmla="*/ 1075386 w 1472485"/>
                <a:gd name="T3" fmla="*/ 55809 h 1294327"/>
                <a:gd name="T4" fmla="*/ 1371601 w 1472485"/>
                <a:gd name="T5" fmla="*/ 635358 h 1294327"/>
                <a:gd name="T6" fmla="*/ 869324 w 1472485"/>
                <a:gd name="T7" fmla="*/ 1073240 h 1294327"/>
                <a:gd name="T8" fmla="*/ 186744 w 1472485"/>
                <a:gd name="T9" fmla="*/ 1176271 h 1294327"/>
                <a:gd name="T10" fmla="*/ 109471 w 1472485"/>
                <a:gd name="T11" fmla="*/ 480812 h 1294327"/>
                <a:gd name="T12" fmla="*/ 392806 w 1472485"/>
                <a:gd name="T13" fmla="*/ 133082 h 1294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72485" h="1294327">
                  <a:moveTo>
                    <a:pt x="392806" y="133082"/>
                  </a:moveTo>
                  <a:cubicBezTo>
                    <a:pt x="680434" y="0"/>
                    <a:pt x="845713" y="21465"/>
                    <a:pt x="1075386" y="55809"/>
                  </a:cubicBezTo>
                  <a:cubicBezTo>
                    <a:pt x="1305059" y="90153"/>
                    <a:pt x="1472485" y="384220"/>
                    <a:pt x="1371601" y="635358"/>
                  </a:cubicBezTo>
                  <a:cubicBezTo>
                    <a:pt x="1270717" y="886496"/>
                    <a:pt x="1114023" y="946598"/>
                    <a:pt x="869324" y="1073240"/>
                  </a:cubicBezTo>
                  <a:cubicBezTo>
                    <a:pt x="624625" y="1199882"/>
                    <a:pt x="373488" y="1294327"/>
                    <a:pt x="186744" y="1176271"/>
                  </a:cubicBezTo>
                  <a:cubicBezTo>
                    <a:pt x="0" y="1058215"/>
                    <a:pt x="75127" y="654677"/>
                    <a:pt x="109471" y="480812"/>
                  </a:cubicBezTo>
                  <a:cubicBezTo>
                    <a:pt x="143815" y="306947"/>
                    <a:pt x="333778" y="205526"/>
                    <a:pt x="392806" y="133082"/>
                  </a:cubicBezTo>
                  <a:close/>
                </a:path>
              </a:pathLst>
            </a:custGeom>
            <a:solidFill>
              <a:srgbClr val="FFFFFF"/>
            </a:solidFill>
            <a:ln w="25400" cap="flat" cmpd="sng" algn="ctr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sp>
        <p:nvSpPr>
          <p:cNvPr id="10" name="Oval 10">
            <a:extLst>
              <a:ext uri="{FF2B5EF4-FFF2-40B4-BE49-F238E27FC236}">
                <a16:creationId xmlns:a16="http://schemas.microsoft.com/office/drawing/2014/main" id="{FA497814-33AB-9284-5148-7EE834EDD816}"/>
              </a:ext>
            </a:extLst>
          </p:cNvPr>
          <p:cNvSpPr>
            <a:spLocks noChangeArrowheads="1"/>
          </p:cNvSpPr>
          <p:nvPr/>
        </p:nvSpPr>
        <p:spPr bwMode="auto">
          <a:xfrm rot="19642847">
            <a:off x="3782759" y="4117340"/>
            <a:ext cx="825500" cy="612775"/>
          </a:xfrm>
          <a:prstGeom prst="ellipse">
            <a:avLst/>
          </a:prstGeom>
          <a:solidFill>
            <a:srgbClr val="00B050"/>
          </a:solidFill>
          <a:ln w="254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126E2B2B-81AD-FEEB-69D8-A6D6D0B1D3DF}"/>
              </a:ext>
            </a:extLst>
          </p:cNvPr>
          <p:cNvGrpSpPr>
            <a:grpSpLocks/>
          </p:cNvGrpSpPr>
          <p:nvPr/>
        </p:nvGrpSpPr>
        <p:grpSpPr bwMode="auto">
          <a:xfrm>
            <a:off x="4241546" y="5965190"/>
            <a:ext cx="2070100" cy="1892300"/>
            <a:chOff x="108652614" y="112370316"/>
            <a:chExt cx="2069206" cy="1893194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8BD5A88C-78BB-0C04-B4F0-CA4E50AB78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52614" y="112370316"/>
              <a:ext cx="2069206" cy="1893194"/>
            </a:xfrm>
            <a:custGeom>
              <a:avLst/>
              <a:gdLst>
                <a:gd name="T0" fmla="*/ 109471 w 2069206"/>
                <a:gd name="T1" fmla="*/ 1363014 h 1893194"/>
                <a:gd name="T2" fmla="*/ 212501 w 2069206"/>
                <a:gd name="T3" fmla="*/ 448614 h 1893194"/>
                <a:gd name="T4" fmla="*/ 1023871 w 2069206"/>
                <a:gd name="T5" fmla="*/ 100884 h 1893194"/>
                <a:gd name="T6" fmla="*/ 1925392 w 2069206"/>
                <a:gd name="T7" fmla="*/ 603160 h 1893194"/>
                <a:gd name="T8" fmla="*/ 1435994 w 2069206"/>
                <a:gd name="T9" fmla="*/ 1453166 h 1893194"/>
                <a:gd name="T10" fmla="*/ 560231 w 2069206"/>
                <a:gd name="T11" fmla="*/ 1878169 h 1893194"/>
                <a:gd name="T12" fmla="*/ 109471 w 2069206"/>
                <a:gd name="T13" fmla="*/ 1363014 h 1893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69206" h="1893194">
                  <a:moveTo>
                    <a:pt x="109471" y="1363014"/>
                  </a:moveTo>
                  <a:cubicBezTo>
                    <a:pt x="105178" y="1350135"/>
                    <a:pt x="0" y="729803"/>
                    <a:pt x="212501" y="448614"/>
                  </a:cubicBezTo>
                  <a:cubicBezTo>
                    <a:pt x="425002" y="167425"/>
                    <a:pt x="502277" y="201768"/>
                    <a:pt x="1023871" y="100884"/>
                  </a:cubicBezTo>
                  <a:cubicBezTo>
                    <a:pt x="1545465" y="0"/>
                    <a:pt x="1781578" y="289774"/>
                    <a:pt x="1925392" y="603160"/>
                  </a:cubicBezTo>
                  <a:cubicBezTo>
                    <a:pt x="2069206" y="916546"/>
                    <a:pt x="1781577" y="1337256"/>
                    <a:pt x="1435994" y="1453166"/>
                  </a:cubicBezTo>
                  <a:cubicBezTo>
                    <a:pt x="1090411" y="1569076"/>
                    <a:pt x="781318" y="1893194"/>
                    <a:pt x="560231" y="1878169"/>
                  </a:cubicBezTo>
                  <a:cubicBezTo>
                    <a:pt x="339144" y="1863144"/>
                    <a:pt x="264017" y="1478924"/>
                    <a:pt x="109471" y="1363014"/>
                  </a:cubicBezTo>
                  <a:close/>
                </a:path>
              </a:pathLst>
            </a:custGeom>
            <a:solidFill>
              <a:srgbClr val="5B9BD5"/>
            </a:solidFill>
            <a:ln w="25400" cap="flat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5ED74601-3302-7297-54CE-66DDCB54E2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35949" y="112647211"/>
              <a:ext cx="1472485" cy="1294327"/>
            </a:xfrm>
            <a:custGeom>
              <a:avLst/>
              <a:gdLst>
                <a:gd name="T0" fmla="*/ 392806 w 1472485"/>
                <a:gd name="T1" fmla="*/ 133082 h 1294327"/>
                <a:gd name="T2" fmla="*/ 1075386 w 1472485"/>
                <a:gd name="T3" fmla="*/ 55809 h 1294327"/>
                <a:gd name="T4" fmla="*/ 1371601 w 1472485"/>
                <a:gd name="T5" fmla="*/ 635358 h 1294327"/>
                <a:gd name="T6" fmla="*/ 869324 w 1472485"/>
                <a:gd name="T7" fmla="*/ 1073240 h 1294327"/>
                <a:gd name="T8" fmla="*/ 186744 w 1472485"/>
                <a:gd name="T9" fmla="*/ 1176271 h 1294327"/>
                <a:gd name="T10" fmla="*/ 109471 w 1472485"/>
                <a:gd name="T11" fmla="*/ 480812 h 1294327"/>
                <a:gd name="T12" fmla="*/ 392806 w 1472485"/>
                <a:gd name="T13" fmla="*/ 133082 h 1294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72485" h="1294327">
                  <a:moveTo>
                    <a:pt x="392806" y="133082"/>
                  </a:moveTo>
                  <a:cubicBezTo>
                    <a:pt x="680434" y="0"/>
                    <a:pt x="845713" y="21465"/>
                    <a:pt x="1075386" y="55809"/>
                  </a:cubicBezTo>
                  <a:cubicBezTo>
                    <a:pt x="1305059" y="90153"/>
                    <a:pt x="1472485" y="384220"/>
                    <a:pt x="1371601" y="635358"/>
                  </a:cubicBezTo>
                  <a:cubicBezTo>
                    <a:pt x="1270717" y="886496"/>
                    <a:pt x="1114023" y="946598"/>
                    <a:pt x="869324" y="1073240"/>
                  </a:cubicBezTo>
                  <a:cubicBezTo>
                    <a:pt x="624625" y="1199882"/>
                    <a:pt x="373488" y="1294327"/>
                    <a:pt x="186744" y="1176271"/>
                  </a:cubicBezTo>
                  <a:cubicBezTo>
                    <a:pt x="0" y="1058215"/>
                    <a:pt x="75127" y="654677"/>
                    <a:pt x="109471" y="480812"/>
                  </a:cubicBezTo>
                  <a:cubicBezTo>
                    <a:pt x="143815" y="306947"/>
                    <a:pt x="333778" y="205526"/>
                    <a:pt x="392806" y="133082"/>
                  </a:cubicBezTo>
                  <a:close/>
                </a:path>
              </a:pathLst>
            </a:custGeom>
            <a:solidFill>
              <a:srgbClr val="FFFFFF"/>
            </a:solidFill>
            <a:ln w="25400" cap="flat" cmpd="sng" algn="ctr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3628534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8439E9F-94E7-32AD-38BD-592A7631BF82}"/>
              </a:ext>
            </a:extLst>
          </p:cNvPr>
          <p:cNvGrpSpPr>
            <a:grpSpLocks/>
          </p:cNvGrpSpPr>
          <p:nvPr/>
        </p:nvGrpSpPr>
        <p:grpSpPr bwMode="auto">
          <a:xfrm>
            <a:off x="2393950" y="280797"/>
            <a:ext cx="2070100" cy="1893888"/>
            <a:chOff x="108652614" y="112370316"/>
            <a:chExt cx="2069206" cy="189319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1D9F20C-4916-1CCA-4FD6-1589425526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52614" y="112370316"/>
              <a:ext cx="2069206" cy="1893194"/>
            </a:xfrm>
            <a:custGeom>
              <a:avLst/>
              <a:gdLst>
                <a:gd name="T0" fmla="*/ 109471 w 2069206"/>
                <a:gd name="T1" fmla="*/ 1363014 h 1893194"/>
                <a:gd name="T2" fmla="*/ 212501 w 2069206"/>
                <a:gd name="T3" fmla="*/ 448614 h 1893194"/>
                <a:gd name="T4" fmla="*/ 1023871 w 2069206"/>
                <a:gd name="T5" fmla="*/ 100884 h 1893194"/>
                <a:gd name="T6" fmla="*/ 1925392 w 2069206"/>
                <a:gd name="T7" fmla="*/ 603160 h 1893194"/>
                <a:gd name="T8" fmla="*/ 1435994 w 2069206"/>
                <a:gd name="T9" fmla="*/ 1453166 h 1893194"/>
                <a:gd name="T10" fmla="*/ 560231 w 2069206"/>
                <a:gd name="T11" fmla="*/ 1878169 h 1893194"/>
                <a:gd name="T12" fmla="*/ 109471 w 2069206"/>
                <a:gd name="T13" fmla="*/ 1363014 h 1893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69206" h="1893194">
                  <a:moveTo>
                    <a:pt x="109471" y="1363014"/>
                  </a:moveTo>
                  <a:cubicBezTo>
                    <a:pt x="105178" y="1350135"/>
                    <a:pt x="0" y="729803"/>
                    <a:pt x="212501" y="448614"/>
                  </a:cubicBezTo>
                  <a:cubicBezTo>
                    <a:pt x="425002" y="167425"/>
                    <a:pt x="502277" y="201768"/>
                    <a:pt x="1023871" y="100884"/>
                  </a:cubicBezTo>
                  <a:cubicBezTo>
                    <a:pt x="1545465" y="0"/>
                    <a:pt x="1781578" y="289774"/>
                    <a:pt x="1925392" y="603160"/>
                  </a:cubicBezTo>
                  <a:cubicBezTo>
                    <a:pt x="2069206" y="916546"/>
                    <a:pt x="1781577" y="1337256"/>
                    <a:pt x="1435994" y="1453166"/>
                  </a:cubicBezTo>
                  <a:cubicBezTo>
                    <a:pt x="1090411" y="1569076"/>
                    <a:pt x="781318" y="1893194"/>
                    <a:pt x="560231" y="1878169"/>
                  </a:cubicBezTo>
                  <a:cubicBezTo>
                    <a:pt x="339144" y="1863144"/>
                    <a:pt x="264017" y="1478924"/>
                    <a:pt x="109471" y="1363014"/>
                  </a:cubicBezTo>
                  <a:close/>
                </a:path>
              </a:pathLst>
            </a:custGeom>
            <a:solidFill>
              <a:srgbClr val="5B9BD5"/>
            </a:solidFill>
            <a:ln w="25400" cap="flat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6DF0B19-7C04-2186-A05B-692C9A6430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35949" y="112647211"/>
              <a:ext cx="1472485" cy="1294327"/>
            </a:xfrm>
            <a:custGeom>
              <a:avLst/>
              <a:gdLst>
                <a:gd name="T0" fmla="*/ 392806 w 1472485"/>
                <a:gd name="T1" fmla="*/ 133082 h 1294327"/>
                <a:gd name="T2" fmla="*/ 1075386 w 1472485"/>
                <a:gd name="T3" fmla="*/ 55809 h 1294327"/>
                <a:gd name="T4" fmla="*/ 1371601 w 1472485"/>
                <a:gd name="T5" fmla="*/ 635358 h 1294327"/>
                <a:gd name="T6" fmla="*/ 869324 w 1472485"/>
                <a:gd name="T7" fmla="*/ 1073240 h 1294327"/>
                <a:gd name="T8" fmla="*/ 186744 w 1472485"/>
                <a:gd name="T9" fmla="*/ 1176271 h 1294327"/>
                <a:gd name="T10" fmla="*/ 109471 w 1472485"/>
                <a:gd name="T11" fmla="*/ 480812 h 1294327"/>
                <a:gd name="T12" fmla="*/ 392806 w 1472485"/>
                <a:gd name="T13" fmla="*/ 133082 h 1294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72485" h="1294327">
                  <a:moveTo>
                    <a:pt x="392806" y="133082"/>
                  </a:moveTo>
                  <a:cubicBezTo>
                    <a:pt x="680434" y="0"/>
                    <a:pt x="845713" y="21465"/>
                    <a:pt x="1075386" y="55809"/>
                  </a:cubicBezTo>
                  <a:cubicBezTo>
                    <a:pt x="1305059" y="90153"/>
                    <a:pt x="1472485" y="384220"/>
                    <a:pt x="1371601" y="635358"/>
                  </a:cubicBezTo>
                  <a:cubicBezTo>
                    <a:pt x="1270717" y="886496"/>
                    <a:pt x="1114023" y="946598"/>
                    <a:pt x="869324" y="1073240"/>
                  </a:cubicBezTo>
                  <a:cubicBezTo>
                    <a:pt x="624625" y="1199882"/>
                    <a:pt x="373488" y="1294327"/>
                    <a:pt x="186744" y="1176271"/>
                  </a:cubicBezTo>
                  <a:cubicBezTo>
                    <a:pt x="0" y="1058215"/>
                    <a:pt x="75127" y="654677"/>
                    <a:pt x="109471" y="480812"/>
                  </a:cubicBezTo>
                  <a:cubicBezTo>
                    <a:pt x="143815" y="306947"/>
                    <a:pt x="333778" y="205526"/>
                    <a:pt x="392806" y="133082"/>
                  </a:cubicBezTo>
                  <a:close/>
                </a:path>
              </a:pathLst>
            </a:custGeom>
            <a:solidFill>
              <a:srgbClr val="FFFFFF"/>
            </a:solidFill>
            <a:ln w="25400" cap="flat" cmpd="sng" algn="ctr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D42E8C60-86C2-ED31-18D0-62334E983A50}"/>
              </a:ext>
            </a:extLst>
          </p:cNvPr>
          <p:cNvSpPr>
            <a:spLocks/>
          </p:cNvSpPr>
          <p:nvPr/>
        </p:nvSpPr>
        <p:spPr bwMode="auto">
          <a:xfrm>
            <a:off x="61912" y="304610"/>
            <a:ext cx="2068513" cy="1893887"/>
          </a:xfrm>
          <a:custGeom>
            <a:avLst/>
            <a:gdLst>
              <a:gd name="T0" fmla="*/ 109471 w 2069206"/>
              <a:gd name="T1" fmla="*/ 1363014 h 1893194"/>
              <a:gd name="T2" fmla="*/ 212501 w 2069206"/>
              <a:gd name="T3" fmla="*/ 448614 h 1893194"/>
              <a:gd name="T4" fmla="*/ 1023871 w 2069206"/>
              <a:gd name="T5" fmla="*/ 100884 h 1893194"/>
              <a:gd name="T6" fmla="*/ 1925392 w 2069206"/>
              <a:gd name="T7" fmla="*/ 603160 h 1893194"/>
              <a:gd name="T8" fmla="*/ 1435994 w 2069206"/>
              <a:gd name="T9" fmla="*/ 1453166 h 1893194"/>
              <a:gd name="T10" fmla="*/ 560231 w 2069206"/>
              <a:gd name="T11" fmla="*/ 1878169 h 1893194"/>
              <a:gd name="T12" fmla="*/ 109471 w 2069206"/>
              <a:gd name="T13" fmla="*/ 1363014 h 18931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69206" h="1893194">
                <a:moveTo>
                  <a:pt x="109471" y="1363014"/>
                </a:moveTo>
                <a:cubicBezTo>
                  <a:pt x="105178" y="1350135"/>
                  <a:pt x="0" y="729803"/>
                  <a:pt x="212501" y="448614"/>
                </a:cubicBezTo>
                <a:cubicBezTo>
                  <a:pt x="425002" y="167425"/>
                  <a:pt x="502277" y="201768"/>
                  <a:pt x="1023871" y="100884"/>
                </a:cubicBezTo>
                <a:cubicBezTo>
                  <a:pt x="1545465" y="0"/>
                  <a:pt x="1781578" y="289774"/>
                  <a:pt x="1925392" y="603160"/>
                </a:cubicBezTo>
                <a:cubicBezTo>
                  <a:pt x="2069206" y="916546"/>
                  <a:pt x="1781577" y="1337256"/>
                  <a:pt x="1435994" y="1453166"/>
                </a:cubicBezTo>
                <a:cubicBezTo>
                  <a:pt x="1090411" y="1569076"/>
                  <a:pt x="781318" y="1893194"/>
                  <a:pt x="560231" y="1878169"/>
                </a:cubicBezTo>
                <a:cubicBezTo>
                  <a:pt x="339144" y="1863144"/>
                  <a:pt x="264017" y="1478924"/>
                  <a:pt x="109471" y="1363014"/>
                </a:cubicBezTo>
                <a:close/>
              </a:path>
            </a:pathLst>
          </a:custGeom>
          <a:solidFill>
            <a:srgbClr val="5B9BD5"/>
          </a:solidFill>
          <a:ln w="25400" cap="flat" cmpd="sng" algn="ctr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8C2F8FA9-9E44-3B52-F5E9-89950AEA8296}"/>
              </a:ext>
            </a:extLst>
          </p:cNvPr>
          <p:cNvGrpSpPr>
            <a:grpSpLocks/>
          </p:cNvGrpSpPr>
          <p:nvPr/>
        </p:nvGrpSpPr>
        <p:grpSpPr bwMode="auto">
          <a:xfrm>
            <a:off x="4554537" y="161734"/>
            <a:ext cx="2068513" cy="1893888"/>
            <a:chOff x="110531882" y="109985579"/>
            <a:chExt cx="2069206" cy="1893194"/>
          </a:xfrm>
        </p:grpSpPr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35DA2FAC-16B9-92FF-3566-2866A9F84A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531882" y="109985579"/>
              <a:ext cx="2069206" cy="1893194"/>
              <a:chOff x="108652614" y="112370316"/>
              <a:chExt cx="2069206" cy="1893194"/>
            </a:xfrm>
          </p:grpSpPr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E8C5C5C5-D2BA-E7B3-A417-7BE74096AC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652614" y="112370316"/>
                <a:ext cx="2069206" cy="1893194"/>
              </a:xfrm>
              <a:custGeom>
                <a:avLst/>
                <a:gdLst>
                  <a:gd name="T0" fmla="*/ 109471 w 2069206"/>
                  <a:gd name="T1" fmla="*/ 1363014 h 1893194"/>
                  <a:gd name="T2" fmla="*/ 212501 w 2069206"/>
                  <a:gd name="T3" fmla="*/ 448614 h 1893194"/>
                  <a:gd name="T4" fmla="*/ 1023871 w 2069206"/>
                  <a:gd name="T5" fmla="*/ 100884 h 1893194"/>
                  <a:gd name="T6" fmla="*/ 1925392 w 2069206"/>
                  <a:gd name="T7" fmla="*/ 603160 h 1893194"/>
                  <a:gd name="T8" fmla="*/ 1435994 w 2069206"/>
                  <a:gd name="T9" fmla="*/ 1453166 h 1893194"/>
                  <a:gd name="T10" fmla="*/ 560231 w 2069206"/>
                  <a:gd name="T11" fmla="*/ 1878169 h 1893194"/>
                  <a:gd name="T12" fmla="*/ 109471 w 2069206"/>
                  <a:gd name="T13" fmla="*/ 1363014 h 1893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69206" h="1893194">
                    <a:moveTo>
                      <a:pt x="109471" y="1363014"/>
                    </a:moveTo>
                    <a:cubicBezTo>
                      <a:pt x="105178" y="1350135"/>
                      <a:pt x="0" y="729803"/>
                      <a:pt x="212501" y="448614"/>
                    </a:cubicBezTo>
                    <a:cubicBezTo>
                      <a:pt x="425002" y="167425"/>
                      <a:pt x="502277" y="201768"/>
                      <a:pt x="1023871" y="100884"/>
                    </a:cubicBezTo>
                    <a:cubicBezTo>
                      <a:pt x="1545465" y="0"/>
                      <a:pt x="1781578" y="289774"/>
                      <a:pt x="1925392" y="603160"/>
                    </a:cubicBezTo>
                    <a:cubicBezTo>
                      <a:pt x="2069206" y="916546"/>
                      <a:pt x="1781577" y="1337256"/>
                      <a:pt x="1435994" y="1453166"/>
                    </a:cubicBezTo>
                    <a:cubicBezTo>
                      <a:pt x="1090411" y="1569076"/>
                      <a:pt x="781318" y="1893194"/>
                      <a:pt x="560231" y="1878169"/>
                    </a:cubicBezTo>
                    <a:cubicBezTo>
                      <a:pt x="339144" y="1863144"/>
                      <a:pt x="264017" y="1478924"/>
                      <a:pt x="109471" y="1363014"/>
                    </a:cubicBezTo>
                    <a:close/>
                  </a:path>
                </a:pathLst>
              </a:custGeom>
              <a:solidFill>
                <a:srgbClr val="5B9BD5"/>
              </a:solidFill>
              <a:ln w="25400" cap="flat" algn="ctr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CA"/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1C31794D-37E2-E8DF-7FF4-3397B80E67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935949" y="112647211"/>
                <a:ext cx="1472485" cy="1294327"/>
              </a:xfrm>
              <a:custGeom>
                <a:avLst/>
                <a:gdLst>
                  <a:gd name="T0" fmla="*/ 392806 w 1472485"/>
                  <a:gd name="T1" fmla="*/ 133082 h 1294327"/>
                  <a:gd name="T2" fmla="*/ 1075386 w 1472485"/>
                  <a:gd name="T3" fmla="*/ 55809 h 1294327"/>
                  <a:gd name="T4" fmla="*/ 1371601 w 1472485"/>
                  <a:gd name="T5" fmla="*/ 635358 h 1294327"/>
                  <a:gd name="T6" fmla="*/ 869324 w 1472485"/>
                  <a:gd name="T7" fmla="*/ 1073240 h 1294327"/>
                  <a:gd name="T8" fmla="*/ 186744 w 1472485"/>
                  <a:gd name="T9" fmla="*/ 1176271 h 1294327"/>
                  <a:gd name="T10" fmla="*/ 109471 w 1472485"/>
                  <a:gd name="T11" fmla="*/ 480812 h 1294327"/>
                  <a:gd name="T12" fmla="*/ 392806 w 1472485"/>
                  <a:gd name="T13" fmla="*/ 133082 h 12943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72485" h="1294327">
                    <a:moveTo>
                      <a:pt x="392806" y="133082"/>
                    </a:moveTo>
                    <a:cubicBezTo>
                      <a:pt x="680434" y="0"/>
                      <a:pt x="845713" y="21465"/>
                      <a:pt x="1075386" y="55809"/>
                    </a:cubicBezTo>
                    <a:cubicBezTo>
                      <a:pt x="1305059" y="90153"/>
                      <a:pt x="1472485" y="384220"/>
                      <a:pt x="1371601" y="635358"/>
                    </a:cubicBezTo>
                    <a:cubicBezTo>
                      <a:pt x="1270717" y="886496"/>
                      <a:pt x="1114023" y="946598"/>
                      <a:pt x="869324" y="1073240"/>
                    </a:cubicBezTo>
                    <a:cubicBezTo>
                      <a:pt x="624625" y="1199882"/>
                      <a:pt x="373488" y="1294327"/>
                      <a:pt x="186744" y="1176271"/>
                    </a:cubicBezTo>
                    <a:cubicBezTo>
                      <a:pt x="0" y="1058215"/>
                      <a:pt x="75127" y="654677"/>
                      <a:pt x="109471" y="480812"/>
                    </a:cubicBezTo>
                    <a:cubicBezTo>
                      <a:pt x="143815" y="306947"/>
                      <a:pt x="333778" y="205526"/>
                      <a:pt x="392806" y="13308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5400" cap="flat" cmpd="sng" algn="ctr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CA"/>
              </a:p>
            </p:txBody>
          </p:sp>
        </p:grpSp>
        <p:sp>
          <p:nvSpPr>
            <p:cNvPr id="8" name="Oval 10">
              <a:extLst>
                <a:ext uri="{FF2B5EF4-FFF2-40B4-BE49-F238E27FC236}">
                  <a16:creationId xmlns:a16="http://schemas.microsoft.com/office/drawing/2014/main" id="{ADD40F12-A172-0C30-A461-2D038C85556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957153">
              <a:off x="111103947" y="110572426"/>
              <a:ext cx="826340" cy="612173"/>
            </a:xfrm>
            <a:prstGeom prst="ellipse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4144266D-FCAB-1F95-246E-D3C1E61DFB1F}"/>
              </a:ext>
            </a:extLst>
          </p:cNvPr>
          <p:cNvSpPr>
            <a:spLocks/>
          </p:cNvSpPr>
          <p:nvPr/>
        </p:nvSpPr>
        <p:spPr bwMode="auto">
          <a:xfrm>
            <a:off x="4464050" y="2354072"/>
            <a:ext cx="2051050" cy="1849438"/>
          </a:xfrm>
          <a:custGeom>
            <a:avLst/>
            <a:gdLst>
              <a:gd name="T0" fmla="*/ 165594 w 2051853"/>
              <a:gd name="T1" fmla="*/ 1421013 h 1849379"/>
              <a:gd name="T2" fmla="*/ 212501 w 2051853"/>
              <a:gd name="T3" fmla="*/ 448614 h 1849379"/>
              <a:gd name="T4" fmla="*/ 1023871 w 2051853"/>
              <a:gd name="T5" fmla="*/ 100884 h 1849379"/>
              <a:gd name="T6" fmla="*/ 1925392 w 2051853"/>
              <a:gd name="T7" fmla="*/ 603160 h 1849379"/>
              <a:gd name="T8" fmla="*/ 1821139 w 2051853"/>
              <a:gd name="T9" fmla="*/ 1190007 h 1849379"/>
              <a:gd name="T10" fmla="*/ 1575695 w 2051853"/>
              <a:gd name="T11" fmla="*/ 1267009 h 1849379"/>
              <a:gd name="T12" fmla="*/ 1493881 w 2051853"/>
              <a:gd name="T13" fmla="*/ 1180382 h 1849379"/>
              <a:gd name="T14" fmla="*/ 1460192 w 2051853"/>
              <a:gd name="T15" fmla="*/ 1026378 h 1849379"/>
              <a:gd name="T16" fmla="*/ 1657510 w 2051853"/>
              <a:gd name="T17" fmla="*/ 785746 h 1849379"/>
              <a:gd name="T18" fmla="*/ 1546819 w 2051853"/>
              <a:gd name="T19" fmla="*/ 352609 h 1849379"/>
              <a:gd name="T20" fmla="*/ 1118495 w 2051853"/>
              <a:gd name="T21" fmla="*/ 203418 h 1849379"/>
              <a:gd name="T22" fmla="*/ 430289 w 2051853"/>
              <a:gd name="T23" fmla="*/ 530676 h 1849379"/>
              <a:gd name="T24" fmla="*/ 377350 w 2051853"/>
              <a:gd name="T25" fmla="*/ 1281447 h 1849379"/>
              <a:gd name="T26" fmla="*/ 853801 w 2051853"/>
              <a:gd name="T27" fmla="*/ 1522079 h 1849379"/>
              <a:gd name="T28" fmla="*/ 670921 w 2051853"/>
              <a:gd name="T29" fmla="*/ 1801211 h 1849379"/>
              <a:gd name="T30" fmla="*/ 165594 w 2051853"/>
              <a:gd name="T31" fmla="*/ 1421013 h 18493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051853" h="1849379">
                <a:moveTo>
                  <a:pt x="165594" y="1421013"/>
                </a:moveTo>
                <a:cubicBezTo>
                  <a:pt x="107843" y="1310323"/>
                  <a:pt x="0" y="729803"/>
                  <a:pt x="212501" y="448614"/>
                </a:cubicBezTo>
                <a:cubicBezTo>
                  <a:pt x="425002" y="167425"/>
                  <a:pt x="502277" y="201768"/>
                  <a:pt x="1023871" y="100884"/>
                </a:cubicBezTo>
                <a:cubicBezTo>
                  <a:pt x="1545465" y="0"/>
                  <a:pt x="1781578" y="289774"/>
                  <a:pt x="1925392" y="603160"/>
                </a:cubicBezTo>
                <a:cubicBezTo>
                  <a:pt x="2051853" y="738961"/>
                  <a:pt x="2006154" y="1061719"/>
                  <a:pt x="1821139" y="1190007"/>
                </a:cubicBezTo>
                <a:cubicBezTo>
                  <a:pt x="1762856" y="1300648"/>
                  <a:pt x="1630238" y="1268613"/>
                  <a:pt x="1575695" y="1267009"/>
                </a:cubicBezTo>
                <a:cubicBezTo>
                  <a:pt x="1515013" y="1252122"/>
                  <a:pt x="1512329" y="1211664"/>
                  <a:pt x="1493881" y="1180382"/>
                </a:cubicBezTo>
                <a:cubicBezTo>
                  <a:pt x="1474631" y="1140277"/>
                  <a:pt x="1432921" y="1092151"/>
                  <a:pt x="1460192" y="1026378"/>
                </a:cubicBezTo>
                <a:cubicBezTo>
                  <a:pt x="1452712" y="985999"/>
                  <a:pt x="1643072" y="898041"/>
                  <a:pt x="1657510" y="785746"/>
                </a:cubicBezTo>
                <a:cubicBezTo>
                  <a:pt x="1671948" y="673451"/>
                  <a:pt x="1636655" y="449664"/>
                  <a:pt x="1546819" y="352609"/>
                </a:cubicBezTo>
                <a:cubicBezTo>
                  <a:pt x="1456983" y="255554"/>
                  <a:pt x="1304583" y="173740"/>
                  <a:pt x="1118495" y="203418"/>
                </a:cubicBezTo>
                <a:cubicBezTo>
                  <a:pt x="932407" y="233096"/>
                  <a:pt x="553813" y="351005"/>
                  <a:pt x="430289" y="530676"/>
                </a:cubicBezTo>
                <a:cubicBezTo>
                  <a:pt x="367725" y="578803"/>
                  <a:pt x="327620" y="1117015"/>
                  <a:pt x="377350" y="1281447"/>
                </a:cubicBezTo>
                <a:cubicBezTo>
                  <a:pt x="447935" y="1446681"/>
                  <a:pt x="804873" y="1435452"/>
                  <a:pt x="853801" y="1522079"/>
                </a:cubicBezTo>
                <a:cubicBezTo>
                  <a:pt x="940428" y="1661646"/>
                  <a:pt x="773319" y="1849379"/>
                  <a:pt x="670921" y="1801211"/>
                </a:cubicBezTo>
                <a:cubicBezTo>
                  <a:pt x="449834" y="1786186"/>
                  <a:pt x="223345" y="1531703"/>
                  <a:pt x="165594" y="1421013"/>
                </a:cubicBezTo>
                <a:close/>
              </a:path>
            </a:pathLst>
          </a:custGeom>
          <a:solidFill>
            <a:srgbClr val="00B050"/>
          </a:solidFill>
          <a:ln w="25400" cap="flat" cmpd="sng" algn="ctr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CC685BEB-97BF-12E3-0BE0-D34BAC94A430}"/>
              </a:ext>
            </a:extLst>
          </p:cNvPr>
          <p:cNvSpPr>
            <a:spLocks/>
          </p:cNvSpPr>
          <p:nvPr/>
        </p:nvSpPr>
        <p:spPr bwMode="auto">
          <a:xfrm>
            <a:off x="61912" y="2584260"/>
            <a:ext cx="2068513" cy="1893887"/>
          </a:xfrm>
          <a:custGeom>
            <a:avLst/>
            <a:gdLst>
              <a:gd name="T0" fmla="*/ 109471 w 2069206"/>
              <a:gd name="T1" fmla="*/ 1363014 h 1893194"/>
              <a:gd name="T2" fmla="*/ 212501 w 2069206"/>
              <a:gd name="T3" fmla="*/ 448614 h 1893194"/>
              <a:gd name="T4" fmla="*/ 1023871 w 2069206"/>
              <a:gd name="T5" fmla="*/ 100884 h 1893194"/>
              <a:gd name="T6" fmla="*/ 1925392 w 2069206"/>
              <a:gd name="T7" fmla="*/ 603160 h 1893194"/>
              <a:gd name="T8" fmla="*/ 1435994 w 2069206"/>
              <a:gd name="T9" fmla="*/ 1453166 h 1893194"/>
              <a:gd name="T10" fmla="*/ 560231 w 2069206"/>
              <a:gd name="T11" fmla="*/ 1878169 h 1893194"/>
              <a:gd name="T12" fmla="*/ 109471 w 2069206"/>
              <a:gd name="T13" fmla="*/ 1363014 h 18931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69206" h="1893194">
                <a:moveTo>
                  <a:pt x="109471" y="1363014"/>
                </a:moveTo>
                <a:cubicBezTo>
                  <a:pt x="105178" y="1350135"/>
                  <a:pt x="0" y="729803"/>
                  <a:pt x="212501" y="448614"/>
                </a:cubicBezTo>
                <a:cubicBezTo>
                  <a:pt x="425002" y="167425"/>
                  <a:pt x="502277" y="201768"/>
                  <a:pt x="1023871" y="100884"/>
                </a:cubicBezTo>
                <a:cubicBezTo>
                  <a:pt x="1545465" y="0"/>
                  <a:pt x="1781578" y="289774"/>
                  <a:pt x="1925392" y="603160"/>
                </a:cubicBezTo>
                <a:cubicBezTo>
                  <a:pt x="2069206" y="916546"/>
                  <a:pt x="1781577" y="1337256"/>
                  <a:pt x="1435994" y="1453166"/>
                </a:cubicBezTo>
                <a:cubicBezTo>
                  <a:pt x="1090411" y="1569076"/>
                  <a:pt x="781318" y="1893194"/>
                  <a:pt x="560231" y="1878169"/>
                </a:cubicBezTo>
                <a:cubicBezTo>
                  <a:pt x="339144" y="1863144"/>
                  <a:pt x="264017" y="1478924"/>
                  <a:pt x="109471" y="1363014"/>
                </a:cubicBezTo>
                <a:close/>
              </a:path>
            </a:pathLst>
          </a:custGeom>
          <a:solidFill>
            <a:srgbClr val="00B050"/>
          </a:solidFill>
          <a:ln w="25400" cap="flat" cmpd="sng" algn="ctr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7C5530FF-2CBA-5E36-9E3D-6220AFB30912}"/>
              </a:ext>
            </a:extLst>
          </p:cNvPr>
          <p:cNvGrpSpPr>
            <a:grpSpLocks/>
          </p:cNvGrpSpPr>
          <p:nvPr/>
        </p:nvGrpSpPr>
        <p:grpSpPr bwMode="auto">
          <a:xfrm>
            <a:off x="2278062" y="2766822"/>
            <a:ext cx="2070100" cy="1893888"/>
            <a:chOff x="108652614" y="112370316"/>
            <a:chExt cx="2069206" cy="1893194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66D7F71-C825-537F-E131-948CFF8296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52614" y="112370316"/>
              <a:ext cx="2069206" cy="1893194"/>
            </a:xfrm>
            <a:custGeom>
              <a:avLst/>
              <a:gdLst>
                <a:gd name="T0" fmla="*/ 109471 w 2069206"/>
                <a:gd name="T1" fmla="*/ 1363014 h 1893194"/>
                <a:gd name="T2" fmla="*/ 212501 w 2069206"/>
                <a:gd name="T3" fmla="*/ 448614 h 1893194"/>
                <a:gd name="T4" fmla="*/ 1023871 w 2069206"/>
                <a:gd name="T5" fmla="*/ 100884 h 1893194"/>
                <a:gd name="T6" fmla="*/ 1925392 w 2069206"/>
                <a:gd name="T7" fmla="*/ 603160 h 1893194"/>
                <a:gd name="T8" fmla="*/ 1435994 w 2069206"/>
                <a:gd name="T9" fmla="*/ 1453166 h 1893194"/>
                <a:gd name="T10" fmla="*/ 560231 w 2069206"/>
                <a:gd name="T11" fmla="*/ 1878169 h 1893194"/>
                <a:gd name="T12" fmla="*/ 109471 w 2069206"/>
                <a:gd name="T13" fmla="*/ 1363014 h 1893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69206" h="1893194">
                  <a:moveTo>
                    <a:pt x="109471" y="1363014"/>
                  </a:moveTo>
                  <a:cubicBezTo>
                    <a:pt x="105178" y="1350135"/>
                    <a:pt x="0" y="729803"/>
                    <a:pt x="212501" y="448614"/>
                  </a:cubicBezTo>
                  <a:cubicBezTo>
                    <a:pt x="425002" y="167425"/>
                    <a:pt x="502277" y="201768"/>
                    <a:pt x="1023871" y="100884"/>
                  </a:cubicBezTo>
                  <a:cubicBezTo>
                    <a:pt x="1545465" y="0"/>
                    <a:pt x="1781578" y="289774"/>
                    <a:pt x="1925392" y="603160"/>
                  </a:cubicBezTo>
                  <a:cubicBezTo>
                    <a:pt x="2069206" y="916546"/>
                    <a:pt x="1781577" y="1337256"/>
                    <a:pt x="1435994" y="1453166"/>
                  </a:cubicBezTo>
                  <a:cubicBezTo>
                    <a:pt x="1090411" y="1569076"/>
                    <a:pt x="781318" y="1893194"/>
                    <a:pt x="560231" y="1878169"/>
                  </a:cubicBezTo>
                  <a:cubicBezTo>
                    <a:pt x="339144" y="1863144"/>
                    <a:pt x="264017" y="1478924"/>
                    <a:pt x="109471" y="1363014"/>
                  </a:cubicBezTo>
                  <a:close/>
                </a:path>
              </a:pathLst>
            </a:custGeom>
            <a:solidFill>
              <a:srgbClr val="00B050"/>
            </a:solidFill>
            <a:ln w="25400" cap="flat" cmpd="sng" algn="ctr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FF14C806-0E63-DAF4-39C5-84B0A0FFF7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35949" y="112647211"/>
              <a:ext cx="1472485" cy="1294327"/>
            </a:xfrm>
            <a:custGeom>
              <a:avLst/>
              <a:gdLst>
                <a:gd name="T0" fmla="*/ 392806 w 1472485"/>
                <a:gd name="T1" fmla="*/ 133082 h 1294327"/>
                <a:gd name="T2" fmla="*/ 1075386 w 1472485"/>
                <a:gd name="T3" fmla="*/ 55809 h 1294327"/>
                <a:gd name="T4" fmla="*/ 1371601 w 1472485"/>
                <a:gd name="T5" fmla="*/ 635358 h 1294327"/>
                <a:gd name="T6" fmla="*/ 869324 w 1472485"/>
                <a:gd name="T7" fmla="*/ 1073240 h 1294327"/>
                <a:gd name="T8" fmla="*/ 186744 w 1472485"/>
                <a:gd name="T9" fmla="*/ 1176271 h 1294327"/>
                <a:gd name="T10" fmla="*/ 109471 w 1472485"/>
                <a:gd name="T11" fmla="*/ 480812 h 1294327"/>
                <a:gd name="T12" fmla="*/ 392806 w 1472485"/>
                <a:gd name="T13" fmla="*/ 133082 h 1294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72485" h="1294327">
                  <a:moveTo>
                    <a:pt x="392806" y="133082"/>
                  </a:moveTo>
                  <a:cubicBezTo>
                    <a:pt x="680434" y="0"/>
                    <a:pt x="845713" y="21465"/>
                    <a:pt x="1075386" y="55809"/>
                  </a:cubicBezTo>
                  <a:cubicBezTo>
                    <a:pt x="1305059" y="90153"/>
                    <a:pt x="1472485" y="384220"/>
                    <a:pt x="1371601" y="635358"/>
                  </a:cubicBezTo>
                  <a:cubicBezTo>
                    <a:pt x="1270717" y="886496"/>
                    <a:pt x="1114023" y="946598"/>
                    <a:pt x="869324" y="1073240"/>
                  </a:cubicBezTo>
                  <a:cubicBezTo>
                    <a:pt x="624625" y="1199882"/>
                    <a:pt x="373488" y="1294327"/>
                    <a:pt x="186744" y="1176271"/>
                  </a:cubicBezTo>
                  <a:cubicBezTo>
                    <a:pt x="0" y="1058215"/>
                    <a:pt x="75127" y="654677"/>
                    <a:pt x="109471" y="480812"/>
                  </a:cubicBezTo>
                  <a:cubicBezTo>
                    <a:pt x="143815" y="306947"/>
                    <a:pt x="333778" y="205526"/>
                    <a:pt x="392806" y="133082"/>
                  </a:cubicBezTo>
                  <a:close/>
                </a:path>
              </a:pathLst>
            </a:custGeom>
            <a:solidFill>
              <a:srgbClr val="FFFFFF"/>
            </a:solidFill>
            <a:ln w="25400" cap="flat" cmpd="sng" algn="ctr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sp>
        <p:nvSpPr>
          <p:cNvPr id="16" name="Oval 16">
            <a:extLst>
              <a:ext uri="{FF2B5EF4-FFF2-40B4-BE49-F238E27FC236}">
                <a16:creationId xmlns:a16="http://schemas.microsoft.com/office/drawing/2014/main" id="{5BF774F8-6437-A7A6-7101-23E1EBF7AC28}"/>
              </a:ext>
            </a:extLst>
          </p:cNvPr>
          <p:cNvSpPr>
            <a:spLocks noChangeArrowheads="1"/>
          </p:cNvSpPr>
          <p:nvPr/>
        </p:nvSpPr>
        <p:spPr bwMode="auto">
          <a:xfrm rot="19642847">
            <a:off x="319087" y="5297297"/>
            <a:ext cx="827088" cy="611188"/>
          </a:xfrm>
          <a:prstGeom prst="ellipse">
            <a:avLst/>
          </a:prstGeom>
          <a:solidFill>
            <a:srgbClr val="00B050"/>
          </a:solidFill>
          <a:ln w="254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853085AC-0CBB-3B92-BE12-7D20D608B20D}"/>
              </a:ext>
            </a:extLst>
          </p:cNvPr>
          <p:cNvGrpSpPr>
            <a:grpSpLocks/>
          </p:cNvGrpSpPr>
          <p:nvPr/>
        </p:nvGrpSpPr>
        <p:grpSpPr bwMode="auto">
          <a:xfrm>
            <a:off x="4149725" y="4836922"/>
            <a:ext cx="2070100" cy="1893888"/>
            <a:chOff x="110531882" y="109985579"/>
            <a:chExt cx="2069206" cy="1893194"/>
          </a:xfrm>
        </p:grpSpPr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520D698B-68D7-770F-189F-487A54CA40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531882" y="109985579"/>
              <a:ext cx="2069206" cy="1893194"/>
              <a:chOff x="108652614" y="112370316"/>
              <a:chExt cx="2069206" cy="1893194"/>
            </a:xfrm>
          </p:grpSpPr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44234B0C-7A81-0956-38D1-8E6AC57618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652614" y="112370316"/>
                <a:ext cx="2069206" cy="1893194"/>
              </a:xfrm>
              <a:custGeom>
                <a:avLst/>
                <a:gdLst>
                  <a:gd name="T0" fmla="*/ 109471 w 2069206"/>
                  <a:gd name="T1" fmla="*/ 1363014 h 1893194"/>
                  <a:gd name="T2" fmla="*/ 212501 w 2069206"/>
                  <a:gd name="T3" fmla="*/ 448614 h 1893194"/>
                  <a:gd name="T4" fmla="*/ 1023871 w 2069206"/>
                  <a:gd name="T5" fmla="*/ 100884 h 1893194"/>
                  <a:gd name="T6" fmla="*/ 1925392 w 2069206"/>
                  <a:gd name="T7" fmla="*/ 603160 h 1893194"/>
                  <a:gd name="T8" fmla="*/ 1435994 w 2069206"/>
                  <a:gd name="T9" fmla="*/ 1453166 h 1893194"/>
                  <a:gd name="T10" fmla="*/ 560231 w 2069206"/>
                  <a:gd name="T11" fmla="*/ 1878169 h 1893194"/>
                  <a:gd name="T12" fmla="*/ 109471 w 2069206"/>
                  <a:gd name="T13" fmla="*/ 1363014 h 1893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69206" h="1893194">
                    <a:moveTo>
                      <a:pt x="109471" y="1363014"/>
                    </a:moveTo>
                    <a:cubicBezTo>
                      <a:pt x="105178" y="1350135"/>
                      <a:pt x="0" y="729803"/>
                      <a:pt x="212501" y="448614"/>
                    </a:cubicBezTo>
                    <a:cubicBezTo>
                      <a:pt x="425002" y="167425"/>
                      <a:pt x="502277" y="201768"/>
                      <a:pt x="1023871" y="100884"/>
                    </a:cubicBezTo>
                    <a:cubicBezTo>
                      <a:pt x="1545465" y="0"/>
                      <a:pt x="1781578" y="289774"/>
                      <a:pt x="1925392" y="603160"/>
                    </a:cubicBezTo>
                    <a:cubicBezTo>
                      <a:pt x="2069206" y="916546"/>
                      <a:pt x="1781577" y="1337256"/>
                      <a:pt x="1435994" y="1453166"/>
                    </a:cubicBezTo>
                    <a:cubicBezTo>
                      <a:pt x="1090411" y="1569076"/>
                      <a:pt x="781318" y="1893194"/>
                      <a:pt x="560231" y="1878169"/>
                    </a:cubicBezTo>
                    <a:cubicBezTo>
                      <a:pt x="339144" y="1863144"/>
                      <a:pt x="264017" y="1478924"/>
                      <a:pt x="109471" y="1363014"/>
                    </a:cubicBezTo>
                    <a:close/>
                  </a:path>
                </a:pathLst>
              </a:custGeom>
              <a:solidFill>
                <a:srgbClr val="00B050"/>
              </a:solidFill>
              <a:ln w="25400" cap="flat" cmpd="sng" algn="ctr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CA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42C06937-B9A4-B10B-4457-04F42FD88B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935949" y="112647211"/>
                <a:ext cx="1472485" cy="1294327"/>
              </a:xfrm>
              <a:custGeom>
                <a:avLst/>
                <a:gdLst>
                  <a:gd name="T0" fmla="*/ 392806 w 1472485"/>
                  <a:gd name="T1" fmla="*/ 133082 h 1294327"/>
                  <a:gd name="T2" fmla="*/ 1075386 w 1472485"/>
                  <a:gd name="T3" fmla="*/ 55809 h 1294327"/>
                  <a:gd name="T4" fmla="*/ 1371601 w 1472485"/>
                  <a:gd name="T5" fmla="*/ 635358 h 1294327"/>
                  <a:gd name="T6" fmla="*/ 869324 w 1472485"/>
                  <a:gd name="T7" fmla="*/ 1073240 h 1294327"/>
                  <a:gd name="T8" fmla="*/ 186744 w 1472485"/>
                  <a:gd name="T9" fmla="*/ 1176271 h 1294327"/>
                  <a:gd name="T10" fmla="*/ 109471 w 1472485"/>
                  <a:gd name="T11" fmla="*/ 480812 h 1294327"/>
                  <a:gd name="T12" fmla="*/ 392806 w 1472485"/>
                  <a:gd name="T13" fmla="*/ 133082 h 12943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72485" h="1294327">
                    <a:moveTo>
                      <a:pt x="392806" y="133082"/>
                    </a:moveTo>
                    <a:cubicBezTo>
                      <a:pt x="680434" y="0"/>
                      <a:pt x="845713" y="21465"/>
                      <a:pt x="1075386" y="55809"/>
                    </a:cubicBezTo>
                    <a:cubicBezTo>
                      <a:pt x="1305059" y="90153"/>
                      <a:pt x="1472485" y="384220"/>
                      <a:pt x="1371601" y="635358"/>
                    </a:cubicBezTo>
                    <a:cubicBezTo>
                      <a:pt x="1270717" y="886496"/>
                      <a:pt x="1114023" y="946598"/>
                      <a:pt x="869324" y="1073240"/>
                    </a:cubicBezTo>
                    <a:cubicBezTo>
                      <a:pt x="624625" y="1199882"/>
                      <a:pt x="373488" y="1294327"/>
                      <a:pt x="186744" y="1176271"/>
                    </a:cubicBezTo>
                    <a:cubicBezTo>
                      <a:pt x="0" y="1058215"/>
                      <a:pt x="75127" y="654677"/>
                      <a:pt x="109471" y="480812"/>
                    </a:cubicBezTo>
                    <a:cubicBezTo>
                      <a:pt x="143815" y="306947"/>
                      <a:pt x="333778" y="205526"/>
                      <a:pt x="392806" y="13308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5400" cap="flat" cmpd="sng" algn="ctr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CA"/>
              </a:p>
            </p:txBody>
          </p:sp>
        </p:grpSp>
        <p:sp>
          <p:nvSpPr>
            <p:cNvPr id="19" name="Oval 21">
              <a:extLst>
                <a:ext uri="{FF2B5EF4-FFF2-40B4-BE49-F238E27FC236}">
                  <a16:creationId xmlns:a16="http://schemas.microsoft.com/office/drawing/2014/main" id="{B8EA40F2-3203-559B-FE69-44AF311A211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957153">
              <a:off x="111103947" y="110572426"/>
              <a:ext cx="826340" cy="612173"/>
            </a:xfrm>
            <a:prstGeom prst="ellipse">
              <a:avLst/>
            </a:prstGeom>
            <a:solidFill>
              <a:srgbClr val="00B050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sp>
        <p:nvSpPr>
          <p:cNvPr id="22" name="Oval 22">
            <a:extLst>
              <a:ext uri="{FF2B5EF4-FFF2-40B4-BE49-F238E27FC236}">
                <a16:creationId xmlns:a16="http://schemas.microsoft.com/office/drawing/2014/main" id="{524F251C-6268-6845-EA2B-BC4468D8E482}"/>
              </a:ext>
            </a:extLst>
          </p:cNvPr>
          <p:cNvSpPr>
            <a:spLocks noChangeArrowheads="1"/>
          </p:cNvSpPr>
          <p:nvPr/>
        </p:nvSpPr>
        <p:spPr bwMode="auto">
          <a:xfrm rot="-1957153">
            <a:off x="2432050" y="5567172"/>
            <a:ext cx="825500" cy="612775"/>
          </a:xfrm>
          <a:prstGeom prst="ellipse">
            <a:avLst/>
          </a:prstGeom>
          <a:solidFill>
            <a:srgbClr val="5B9BD5"/>
          </a:solidFill>
          <a:ln w="254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pic>
        <p:nvPicPr>
          <p:cNvPr id="4119" name="Picture 23">
            <a:extLst>
              <a:ext uri="{FF2B5EF4-FFF2-40B4-BE49-F238E27FC236}">
                <a16:creationId xmlns:a16="http://schemas.microsoft.com/office/drawing/2014/main" id="{F2EB2A6F-F3CD-3B16-9D40-28D1E32A87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762" y="6713347"/>
            <a:ext cx="1943100" cy="1876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</p:pic>
      <p:sp>
        <p:nvSpPr>
          <p:cNvPr id="23" name="Freeform 24">
            <a:extLst>
              <a:ext uri="{FF2B5EF4-FFF2-40B4-BE49-F238E27FC236}">
                <a16:creationId xmlns:a16="http://schemas.microsoft.com/office/drawing/2014/main" id="{52F00365-ADFF-A0C3-C966-6271883E7597}"/>
              </a:ext>
            </a:extLst>
          </p:cNvPr>
          <p:cNvSpPr>
            <a:spLocks/>
          </p:cNvSpPr>
          <p:nvPr/>
        </p:nvSpPr>
        <p:spPr bwMode="auto">
          <a:xfrm>
            <a:off x="3282950" y="7035610"/>
            <a:ext cx="1471612" cy="1293812"/>
          </a:xfrm>
          <a:custGeom>
            <a:avLst/>
            <a:gdLst>
              <a:gd name="T0" fmla="*/ 392806 w 1472485"/>
              <a:gd name="T1" fmla="*/ 133082 h 1294327"/>
              <a:gd name="T2" fmla="*/ 1075386 w 1472485"/>
              <a:gd name="T3" fmla="*/ 55809 h 1294327"/>
              <a:gd name="T4" fmla="*/ 1371601 w 1472485"/>
              <a:gd name="T5" fmla="*/ 635358 h 1294327"/>
              <a:gd name="T6" fmla="*/ 869324 w 1472485"/>
              <a:gd name="T7" fmla="*/ 1073240 h 1294327"/>
              <a:gd name="T8" fmla="*/ 186744 w 1472485"/>
              <a:gd name="T9" fmla="*/ 1176271 h 1294327"/>
              <a:gd name="T10" fmla="*/ 109471 w 1472485"/>
              <a:gd name="T11" fmla="*/ 480812 h 1294327"/>
              <a:gd name="T12" fmla="*/ 392806 w 1472485"/>
              <a:gd name="T13" fmla="*/ 133082 h 12943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72485" h="1294327">
                <a:moveTo>
                  <a:pt x="392806" y="133082"/>
                </a:moveTo>
                <a:cubicBezTo>
                  <a:pt x="680434" y="0"/>
                  <a:pt x="845713" y="21465"/>
                  <a:pt x="1075386" y="55809"/>
                </a:cubicBezTo>
                <a:cubicBezTo>
                  <a:pt x="1305059" y="90153"/>
                  <a:pt x="1472485" y="384220"/>
                  <a:pt x="1371601" y="635358"/>
                </a:cubicBezTo>
                <a:cubicBezTo>
                  <a:pt x="1270717" y="886496"/>
                  <a:pt x="1114023" y="946598"/>
                  <a:pt x="869324" y="1073240"/>
                </a:cubicBezTo>
                <a:cubicBezTo>
                  <a:pt x="624625" y="1199882"/>
                  <a:pt x="373488" y="1294327"/>
                  <a:pt x="186744" y="1176271"/>
                </a:cubicBezTo>
                <a:cubicBezTo>
                  <a:pt x="0" y="1058215"/>
                  <a:pt x="75127" y="654677"/>
                  <a:pt x="109471" y="480812"/>
                </a:cubicBezTo>
                <a:cubicBezTo>
                  <a:pt x="143815" y="306947"/>
                  <a:pt x="333778" y="205526"/>
                  <a:pt x="392806" y="133082"/>
                </a:cubicBezTo>
                <a:close/>
              </a:path>
            </a:pathLst>
          </a:custGeom>
          <a:solidFill>
            <a:srgbClr val="FFFFFF"/>
          </a:solidFill>
          <a:ln w="25400" cap="flat" cmpd="sng" algn="ctr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62549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2">
            <a:extLst>
              <a:ext uri="{FF2B5EF4-FFF2-40B4-BE49-F238E27FC236}">
                <a16:creationId xmlns:a16="http://schemas.microsoft.com/office/drawing/2014/main" id="{015B20AD-9A35-4369-7DC3-96D43551F417}"/>
              </a:ext>
            </a:extLst>
          </p:cNvPr>
          <p:cNvSpPr>
            <a:spLocks noChangeArrowheads="1"/>
          </p:cNvSpPr>
          <p:nvPr/>
        </p:nvSpPr>
        <p:spPr bwMode="auto">
          <a:xfrm rot="19642847">
            <a:off x="3015456" y="963994"/>
            <a:ext cx="827087" cy="612775"/>
          </a:xfrm>
          <a:prstGeom prst="ellipse">
            <a:avLst/>
          </a:prstGeom>
          <a:solidFill>
            <a:srgbClr val="5B9BD5"/>
          </a:solidFill>
          <a:ln w="254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B03E2C0-5591-456F-00ED-B8C9DB1A82FE}"/>
              </a:ext>
            </a:extLst>
          </p:cNvPr>
          <p:cNvSpPr>
            <a:spLocks/>
          </p:cNvSpPr>
          <p:nvPr/>
        </p:nvSpPr>
        <p:spPr bwMode="auto">
          <a:xfrm>
            <a:off x="392906" y="2387981"/>
            <a:ext cx="2068512" cy="1893888"/>
          </a:xfrm>
          <a:custGeom>
            <a:avLst/>
            <a:gdLst>
              <a:gd name="T0" fmla="*/ 109471 w 2069206"/>
              <a:gd name="T1" fmla="*/ 1363014 h 1893194"/>
              <a:gd name="T2" fmla="*/ 212501 w 2069206"/>
              <a:gd name="T3" fmla="*/ 448614 h 1893194"/>
              <a:gd name="T4" fmla="*/ 1023871 w 2069206"/>
              <a:gd name="T5" fmla="*/ 100884 h 1893194"/>
              <a:gd name="T6" fmla="*/ 1925392 w 2069206"/>
              <a:gd name="T7" fmla="*/ 603160 h 1893194"/>
              <a:gd name="T8" fmla="*/ 1435994 w 2069206"/>
              <a:gd name="T9" fmla="*/ 1453166 h 1893194"/>
              <a:gd name="T10" fmla="*/ 560231 w 2069206"/>
              <a:gd name="T11" fmla="*/ 1878169 h 1893194"/>
              <a:gd name="T12" fmla="*/ 109471 w 2069206"/>
              <a:gd name="T13" fmla="*/ 1363014 h 18931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69206" h="1893194">
                <a:moveTo>
                  <a:pt x="109471" y="1363014"/>
                </a:moveTo>
                <a:cubicBezTo>
                  <a:pt x="105178" y="1350135"/>
                  <a:pt x="0" y="729803"/>
                  <a:pt x="212501" y="448614"/>
                </a:cubicBezTo>
                <a:cubicBezTo>
                  <a:pt x="425002" y="167425"/>
                  <a:pt x="502277" y="201768"/>
                  <a:pt x="1023871" y="100884"/>
                </a:cubicBezTo>
                <a:cubicBezTo>
                  <a:pt x="1545465" y="0"/>
                  <a:pt x="1781578" y="289774"/>
                  <a:pt x="1925392" y="603160"/>
                </a:cubicBezTo>
                <a:cubicBezTo>
                  <a:pt x="2069206" y="916546"/>
                  <a:pt x="1781577" y="1337256"/>
                  <a:pt x="1435994" y="1453166"/>
                </a:cubicBezTo>
                <a:cubicBezTo>
                  <a:pt x="1090411" y="1569076"/>
                  <a:pt x="781318" y="1893194"/>
                  <a:pt x="560231" y="1878169"/>
                </a:cubicBezTo>
                <a:cubicBezTo>
                  <a:pt x="339144" y="1863144"/>
                  <a:pt x="264017" y="1478924"/>
                  <a:pt x="109471" y="1363014"/>
                </a:cubicBezTo>
                <a:close/>
              </a:path>
            </a:pathLst>
          </a:custGeom>
          <a:solidFill>
            <a:srgbClr val="00B050"/>
          </a:solidFill>
          <a:ln w="25400" cap="flat" cmpd="sng" algn="ctr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BEBFEF2E-E884-22C6-94E9-2CA6E15BEE2F}"/>
              </a:ext>
            </a:extLst>
          </p:cNvPr>
          <p:cNvGrpSpPr>
            <a:grpSpLocks/>
          </p:cNvGrpSpPr>
          <p:nvPr/>
        </p:nvGrpSpPr>
        <p:grpSpPr bwMode="auto">
          <a:xfrm>
            <a:off x="553243" y="189293"/>
            <a:ext cx="2068513" cy="1893888"/>
            <a:chOff x="108652614" y="112370316"/>
            <a:chExt cx="2069206" cy="189319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30C55F8-338E-0E65-5224-A685912A9A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52614" y="112370316"/>
              <a:ext cx="2069206" cy="1893194"/>
            </a:xfrm>
            <a:custGeom>
              <a:avLst/>
              <a:gdLst>
                <a:gd name="T0" fmla="*/ 109471 w 2069206"/>
                <a:gd name="T1" fmla="*/ 1363014 h 1893194"/>
                <a:gd name="T2" fmla="*/ 212501 w 2069206"/>
                <a:gd name="T3" fmla="*/ 448614 h 1893194"/>
                <a:gd name="T4" fmla="*/ 1023871 w 2069206"/>
                <a:gd name="T5" fmla="*/ 100884 h 1893194"/>
                <a:gd name="T6" fmla="*/ 1925392 w 2069206"/>
                <a:gd name="T7" fmla="*/ 603160 h 1893194"/>
                <a:gd name="T8" fmla="*/ 1435994 w 2069206"/>
                <a:gd name="T9" fmla="*/ 1453166 h 1893194"/>
                <a:gd name="T10" fmla="*/ 560231 w 2069206"/>
                <a:gd name="T11" fmla="*/ 1878169 h 1893194"/>
                <a:gd name="T12" fmla="*/ 109471 w 2069206"/>
                <a:gd name="T13" fmla="*/ 1363014 h 1893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69206" h="1893194">
                  <a:moveTo>
                    <a:pt x="109471" y="1363014"/>
                  </a:moveTo>
                  <a:cubicBezTo>
                    <a:pt x="105178" y="1350135"/>
                    <a:pt x="0" y="729803"/>
                    <a:pt x="212501" y="448614"/>
                  </a:cubicBezTo>
                  <a:cubicBezTo>
                    <a:pt x="425002" y="167425"/>
                    <a:pt x="502277" y="201768"/>
                    <a:pt x="1023871" y="100884"/>
                  </a:cubicBezTo>
                  <a:cubicBezTo>
                    <a:pt x="1545465" y="0"/>
                    <a:pt x="1781578" y="289774"/>
                    <a:pt x="1925392" y="603160"/>
                  </a:cubicBezTo>
                  <a:cubicBezTo>
                    <a:pt x="2069206" y="916546"/>
                    <a:pt x="1781577" y="1337256"/>
                    <a:pt x="1435994" y="1453166"/>
                  </a:cubicBezTo>
                  <a:cubicBezTo>
                    <a:pt x="1090411" y="1569076"/>
                    <a:pt x="781318" y="1893194"/>
                    <a:pt x="560231" y="1878169"/>
                  </a:cubicBezTo>
                  <a:cubicBezTo>
                    <a:pt x="339144" y="1863144"/>
                    <a:pt x="264017" y="1478924"/>
                    <a:pt x="109471" y="1363014"/>
                  </a:cubicBezTo>
                  <a:close/>
                </a:path>
              </a:pathLst>
            </a:custGeom>
            <a:solidFill>
              <a:srgbClr val="5B9BD5"/>
            </a:solidFill>
            <a:ln w="25400" cap="flat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565E51F2-9AEC-71B6-8C66-3A3AC8DA95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35949" y="112647211"/>
              <a:ext cx="1472485" cy="1294327"/>
            </a:xfrm>
            <a:custGeom>
              <a:avLst/>
              <a:gdLst>
                <a:gd name="T0" fmla="*/ 392806 w 1472485"/>
                <a:gd name="T1" fmla="*/ 133082 h 1294327"/>
                <a:gd name="T2" fmla="*/ 1075386 w 1472485"/>
                <a:gd name="T3" fmla="*/ 55809 h 1294327"/>
                <a:gd name="T4" fmla="*/ 1371601 w 1472485"/>
                <a:gd name="T5" fmla="*/ 635358 h 1294327"/>
                <a:gd name="T6" fmla="*/ 869324 w 1472485"/>
                <a:gd name="T7" fmla="*/ 1073240 h 1294327"/>
                <a:gd name="T8" fmla="*/ 186744 w 1472485"/>
                <a:gd name="T9" fmla="*/ 1176271 h 1294327"/>
                <a:gd name="T10" fmla="*/ 109471 w 1472485"/>
                <a:gd name="T11" fmla="*/ 480812 h 1294327"/>
                <a:gd name="T12" fmla="*/ 392806 w 1472485"/>
                <a:gd name="T13" fmla="*/ 133082 h 1294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72485" h="1294327">
                  <a:moveTo>
                    <a:pt x="392806" y="133082"/>
                  </a:moveTo>
                  <a:cubicBezTo>
                    <a:pt x="680434" y="0"/>
                    <a:pt x="845713" y="21465"/>
                    <a:pt x="1075386" y="55809"/>
                  </a:cubicBezTo>
                  <a:cubicBezTo>
                    <a:pt x="1305059" y="90153"/>
                    <a:pt x="1472485" y="384220"/>
                    <a:pt x="1371601" y="635358"/>
                  </a:cubicBezTo>
                  <a:cubicBezTo>
                    <a:pt x="1270717" y="886496"/>
                    <a:pt x="1114023" y="946598"/>
                    <a:pt x="869324" y="1073240"/>
                  </a:cubicBezTo>
                  <a:cubicBezTo>
                    <a:pt x="624625" y="1199882"/>
                    <a:pt x="373488" y="1294327"/>
                    <a:pt x="186744" y="1176271"/>
                  </a:cubicBezTo>
                  <a:cubicBezTo>
                    <a:pt x="0" y="1058215"/>
                    <a:pt x="75127" y="654677"/>
                    <a:pt x="109471" y="480812"/>
                  </a:cubicBezTo>
                  <a:cubicBezTo>
                    <a:pt x="143815" y="306947"/>
                    <a:pt x="333778" y="205526"/>
                    <a:pt x="392806" y="133082"/>
                  </a:cubicBezTo>
                  <a:close/>
                </a:path>
              </a:pathLst>
            </a:custGeom>
            <a:solidFill>
              <a:srgbClr val="FFFFFF"/>
            </a:solidFill>
            <a:ln w="25400" cap="flat" cmpd="sng" algn="ctr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3296436D-CBC3-7BDA-423F-32070E7762EA}"/>
              </a:ext>
            </a:extLst>
          </p:cNvPr>
          <p:cNvGrpSpPr>
            <a:grpSpLocks/>
          </p:cNvGrpSpPr>
          <p:nvPr/>
        </p:nvGrpSpPr>
        <p:grpSpPr bwMode="auto">
          <a:xfrm>
            <a:off x="2461418" y="2387981"/>
            <a:ext cx="2070100" cy="1893888"/>
            <a:chOff x="110531882" y="109985579"/>
            <a:chExt cx="2069206" cy="1893194"/>
          </a:xfrm>
        </p:grpSpPr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FCD84EB5-F699-7CF8-987E-3CEF6ED41E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531882" y="109985579"/>
              <a:ext cx="2069206" cy="1893194"/>
              <a:chOff x="108652614" y="112370316"/>
              <a:chExt cx="2069206" cy="1893194"/>
            </a:xfrm>
          </p:grpSpPr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B2AC2D82-B1BA-F835-EE34-6EF000D11B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652614" y="112370316"/>
                <a:ext cx="2069206" cy="1893194"/>
              </a:xfrm>
              <a:custGeom>
                <a:avLst/>
                <a:gdLst>
                  <a:gd name="T0" fmla="*/ 109471 w 2069206"/>
                  <a:gd name="T1" fmla="*/ 1363014 h 1893194"/>
                  <a:gd name="T2" fmla="*/ 212501 w 2069206"/>
                  <a:gd name="T3" fmla="*/ 448614 h 1893194"/>
                  <a:gd name="T4" fmla="*/ 1023871 w 2069206"/>
                  <a:gd name="T5" fmla="*/ 100884 h 1893194"/>
                  <a:gd name="T6" fmla="*/ 1925392 w 2069206"/>
                  <a:gd name="T7" fmla="*/ 603160 h 1893194"/>
                  <a:gd name="T8" fmla="*/ 1435994 w 2069206"/>
                  <a:gd name="T9" fmla="*/ 1453166 h 1893194"/>
                  <a:gd name="T10" fmla="*/ 560231 w 2069206"/>
                  <a:gd name="T11" fmla="*/ 1878169 h 1893194"/>
                  <a:gd name="T12" fmla="*/ 109471 w 2069206"/>
                  <a:gd name="T13" fmla="*/ 1363014 h 1893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69206" h="1893194">
                    <a:moveTo>
                      <a:pt x="109471" y="1363014"/>
                    </a:moveTo>
                    <a:cubicBezTo>
                      <a:pt x="105178" y="1350135"/>
                      <a:pt x="0" y="729803"/>
                      <a:pt x="212501" y="448614"/>
                    </a:cubicBezTo>
                    <a:cubicBezTo>
                      <a:pt x="425002" y="167425"/>
                      <a:pt x="502277" y="201768"/>
                      <a:pt x="1023871" y="100884"/>
                    </a:cubicBezTo>
                    <a:cubicBezTo>
                      <a:pt x="1545465" y="0"/>
                      <a:pt x="1781578" y="289774"/>
                      <a:pt x="1925392" y="603160"/>
                    </a:cubicBezTo>
                    <a:cubicBezTo>
                      <a:pt x="2069206" y="916546"/>
                      <a:pt x="1781577" y="1337256"/>
                      <a:pt x="1435994" y="1453166"/>
                    </a:cubicBezTo>
                    <a:cubicBezTo>
                      <a:pt x="1090411" y="1569076"/>
                      <a:pt x="781318" y="1893194"/>
                      <a:pt x="560231" y="1878169"/>
                    </a:cubicBezTo>
                    <a:cubicBezTo>
                      <a:pt x="339144" y="1863144"/>
                      <a:pt x="264017" y="1478924"/>
                      <a:pt x="109471" y="1363014"/>
                    </a:cubicBezTo>
                    <a:close/>
                  </a:path>
                </a:pathLst>
              </a:custGeom>
              <a:solidFill>
                <a:srgbClr val="5B9BD5"/>
              </a:solidFill>
              <a:ln w="25400" cap="flat" algn="ctr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CA"/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EC727594-D6BA-8ADF-5F1D-8BFF03EF4E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935949" y="112647211"/>
                <a:ext cx="1472485" cy="1294327"/>
              </a:xfrm>
              <a:custGeom>
                <a:avLst/>
                <a:gdLst>
                  <a:gd name="T0" fmla="*/ 392806 w 1472485"/>
                  <a:gd name="T1" fmla="*/ 133082 h 1294327"/>
                  <a:gd name="T2" fmla="*/ 1075386 w 1472485"/>
                  <a:gd name="T3" fmla="*/ 55809 h 1294327"/>
                  <a:gd name="T4" fmla="*/ 1371601 w 1472485"/>
                  <a:gd name="T5" fmla="*/ 635358 h 1294327"/>
                  <a:gd name="T6" fmla="*/ 869324 w 1472485"/>
                  <a:gd name="T7" fmla="*/ 1073240 h 1294327"/>
                  <a:gd name="T8" fmla="*/ 186744 w 1472485"/>
                  <a:gd name="T9" fmla="*/ 1176271 h 1294327"/>
                  <a:gd name="T10" fmla="*/ 109471 w 1472485"/>
                  <a:gd name="T11" fmla="*/ 480812 h 1294327"/>
                  <a:gd name="T12" fmla="*/ 392806 w 1472485"/>
                  <a:gd name="T13" fmla="*/ 133082 h 12943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72485" h="1294327">
                    <a:moveTo>
                      <a:pt x="392806" y="133082"/>
                    </a:moveTo>
                    <a:cubicBezTo>
                      <a:pt x="680434" y="0"/>
                      <a:pt x="845713" y="21465"/>
                      <a:pt x="1075386" y="55809"/>
                    </a:cubicBezTo>
                    <a:cubicBezTo>
                      <a:pt x="1305059" y="90153"/>
                      <a:pt x="1472485" y="384220"/>
                      <a:pt x="1371601" y="635358"/>
                    </a:cubicBezTo>
                    <a:cubicBezTo>
                      <a:pt x="1270717" y="886496"/>
                      <a:pt x="1114023" y="946598"/>
                      <a:pt x="869324" y="1073240"/>
                    </a:cubicBezTo>
                    <a:cubicBezTo>
                      <a:pt x="624625" y="1199882"/>
                      <a:pt x="373488" y="1294327"/>
                      <a:pt x="186744" y="1176271"/>
                    </a:cubicBezTo>
                    <a:cubicBezTo>
                      <a:pt x="0" y="1058215"/>
                      <a:pt x="75127" y="654677"/>
                      <a:pt x="109471" y="480812"/>
                    </a:cubicBezTo>
                    <a:cubicBezTo>
                      <a:pt x="143815" y="306947"/>
                      <a:pt x="333778" y="205526"/>
                      <a:pt x="392806" y="13308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5400" cap="flat" cmpd="sng" algn="ctr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CA"/>
              </a:p>
            </p:txBody>
          </p:sp>
        </p:grpSp>
        <p:sp>
          <p:nvSpPr>
            <p:cNvPr id="9" name="Oval 11">
              <a:extLst>
                <a:ext uri="{FF2B5EF4-FFF2-40B4-BE49-F238E27FC236}">
                  <a16:creationId xmlns:a16="http://schemas.microsoft.com/office/drawing/2014/main" id="{7C6A95C4-B133-5FE8-158D-5FA3EE5D459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957153">
              <a:off x="111103947" y="110572426"/>
              <a:ext cx="826340" cy="612173"/>
            </a:xfrm>
            <a:prstGeom prst="ellipse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1E58E4F1-2258-8BAC-611A-77E27DA0CB62}"/>
              </a:ext>
            </a:extLst>
          </p:cNvPr>
          <p:cNvGrpSpPr>
            <a:grpSpLocks/>
          </p:cNvGrpSpPr>
          <p:nvPr/>
        </p:nvGrpSpPr>
        <p:grpSpPr bwMode="auto">
          <a:xfrm>
            <a:off x="4682331" y="2929319"/>
            <a:ext cx="1422400" cy="1220787"/>
            <a:chOff x="111124349" y="108650602"/>
            <a:chExt cx="1423747" cy="1220841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F38C766A-C150-55CC-7518-CC6BDA3E7D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24349" y="108650602"/>
              <a:ext cx="1423747" cy="1220841"/>
            </a:xfrm>
            <a:custGeom>
              <a:avLst/>
              <a:gdLst>
                <a:gd name="T0" fmla="*/ 109471 w 2069206"/>
                <a:gd name="T1" fmla="*/ 1363014 h 1893194"/>
                <a:gd name="T2" fmla="*/ 212501 w 2069206"/>
                <a:gd name="T3" fmla="*/ 448614 h 1893194"/>
                <a:gd name="T4" fmla="*/ 1023871 w 2069206"/>
                <a:gd name="T5" fmla="*/ 100884 h 1893194"/>
                <a:gd name="T6" fmla="*/ 1925392 w 2069206"/>
                <a:gd name="T7" fmla="*/ 603160 h 1893194"/>
                <a:gd name="T8" fmla="*/ 1435994 w 2069206"/>
                <a:gd name="T9" fmla="*/ 1453166 h 1893194"/>
                <a:gd name="T10" fmla="*/ 560231 w 2069206"/>
                <a:gd name="T11" fmla="*/ 1878169 h 1893194"/>
                <a:gd name="T12" fmla="*/ 109471 w 2069206"/>
                <a:gd name="T13" fmla="*/ 1363014 h 1893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69206" h="1893194">
                  <a:moveTo>
                    <a:pt x="109471" y="1363014"/>
                  </a:moveTo>
                  <a:cubicBezTo>
                    <a:pt x="105178" y="1350135"/>
                    <a:pt x="0" y="729803"/>
                    <a:pt x="212501" y="448614"/>
                  </a:cubicBezTo>
                  <a:cubicBezTo>
                    <a:pt x="425002" y="167425"/>
                    <a:pt x="502277" y="201768"/>
                    <a:pt x="1023871" y="100884"/>
                  </a:cubicBezTo>
                  <a:cubicBezTo>
                    <a:pt x="1545465" y="0"/>
                    <a:pt x="1781578" y="289774"/>
                    <a:pt x="1925392" y="603160"/>
                  </a:cubicBezTo>
                  <a:cubicBezTo>
                    <a:pt x="2069206" y="916546"/>
                    <a:pt x="1781577" y="1337256"/>
                    <a:pt x="1435994" y="1453166"/>
                  </a:cubicBezTo>
                  <a:cubicBezTo>
                    <a:pt x="1090411" y="1569076"/>
                    <a:pt x="781318" y="1893194"/>
                    <a:pt x="560231" y="1878169"/>
                  </a:cubicBezTo>
                  <a:cubicBezTo>
                    <a:pt x="339144" y="1863144"/>
                    <a:pt x="264017" y="1478924"/>
                    <a:pt x="109471" y="1363014"/>
                  </a:cubicBezTo>
                  <a:close/>
                </a:path>
              </a:pathLst>
            </a:custGeom>
            <a:solidFill>
              <a:srgbClr val="00B050"/>
            </a:solidFill>
            <a:ln w="25400" cap="flat" cmpd="sng" algn="ctr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1D960FB3-D50B-CEA0-149F-0DE0ECC3D4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319302" y="108829160"/>
              <a:ext cx="1013164" cy="834657"/>
            </a:xfrm>
            <a:custGeom>
              <a:avLst/>
              <a:gdLst>
                <a:gd name="T0" fmla="*/ 392806 w 1472485"/>
                <a:gd name="T1" fmla="*/ 133082 h 1294327"/>
                <a:gd name="T2" fmla="*/ 1075386 w 1472485"/>
                <a:gd name="T3" fmla="*/ 55809 h 1294327"/>
                <a:gd name="T4" fmla="*/ 1371601 w 1472485"/>
                <a:gd name="T5" fmla="*/ 635358 h 1294327"/>
                <a:gd name="T6" fmla="*/ 869324 w 1472485"/>
                <a:gd name="T7" fmla="*/ 1073240 h 1294327"/>
                <a:gd name="T8" fmla="*/ 186744 w 1472485"/>
                <a:gd name="T9" fmla="*/ 1176271 h 1294327"/>
                <a:gd name="T10" fmla="*/ 109471 w 1472485"/>
                <a:gd name="T11" fmla="*/ 480812 h 1294327"/>
                <a:gd name="T12" fmla="*/ 392806 w 1472485"/>
                <a:gd name="T13" fmla="*/ 133082 h 1294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72485" h="1294327">
                  <a:moveTo>
                    <a:pt x="392806" y="133082"/>
                  </a:moveTo>
                  <a:cubicBezTo>
                    <a:pt x="680434" y="0"/>
                    <a:pt x="845713" y="21465"/>
                    <a:pt x="1075386" y="55809"/>
                  </a:cubicBezTo>
                  <a:cubicBezTo>
                    <a:pt x="1305059" y="90153"/>
                    <a:pt x="1472485" y="384220"/>
                    <a:pt x="1371601" y="635358"/>
                  </a:cubicBezTo>
                  <a:cubicBezTo>
                    <a:pt x="1270717" y="886496"/>
                    <a:pt x="1114023" y="946598"/>
                    <a:pt x="869324" y="1073240"/>
                  </a:cubicBezTo>
                  <a:cubicBezTo>
                    <a:pt x="624625" y="1199882"/>
                    <a:pt x="373488" y="1294327"/>
                    <a:pt x="186744" y="1176271"/>
                  </a:cubicBezTo>
                  <a:cubicBezTo>
                    <a:pt x="0" y="1058215"/>
                    <a:pt x="75127" y="654677"/>
                    <a:pt x="109471" y="480812"/>
                  </a:cubicBezTo>
                  <a:cubicBezTo>
                    <a:pt x="143815" y="306947"/>
                    <a:pt x="333778" y="205526"/>
                    <a:pt x="392806" y="133082"/>
                  </a:cubicBezTo>
                  <a:close/>
                </a:path>
              </a:pathLst>
            </a:custGeom>
            <a:solidFill>
              <a:srgbClr val="00B050"/>
            </a:solidFill>
            <a:ln w="25400" cap="flat" cmpd="sng" algn="ctr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sp>
        <p:nvSpPr>
          <p:cNvPr id="15" name="AutoShape 15">
            <a:extLst>
              <a:ext uri="{FF2B5EF4-FFF2-40B4-BE49-F238E27FC236}">
                <a16:creationId xmlns:a16="http://schemas.microsoft.com/office/drawing/2014/main" id="{69AAD08B-A0E3-639F-5F3E-9FA732D051DC}"/>
              </a:ext>
            </a:extLst>
          </p:cNvPr>
          <p:cNvSpPr>
            <a:spLocks noChangeArrowheads="1"/>
          </p:cNvSpPr>
          <p:nvPr/>
        </p:nvSpPr>
        <p:spPr bwMode="auto">
          <a:xfrm rot="19389051">
            <a:off x="4488656" y="840169"/>
            <a:ext cx="1330325" cy="860425"/>
          </a:xfrm>
          <a:custGeom>
            <a:avLst/>
            <a:gdLst>
              <a:gd name="G0" fmla="+- 1830 0 0"/>
              <a:gd name="G1" fmla="+- 21600 0 1830"/>
              <a:gd name="G2" fmla="+- 21600 0 1830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830" y="10800"/>
                </a:moveTo>
                <a:cubicBezTo>
                  <a:pt x="1830" y="15754"/>
                  <a:pt x="5846" y="19770"/>
                  <a:pt x="10800" y="19770"/>
                </a:cubicBezTo>
                <a:cubicBezTo>
                  <a:pt x="15754" y="19770"/>
                  <a:pt x="19770" y="15754"/>
                  <a:pt x="19770" y="10800"/>
                </a:cubicBezTo>
                <a:cubicBezTo>
                  <a:pt x="19770" y="5846"/>
                  <a:pt x="15754" y="1830"/>
                  <a:pt x="10800" y="1830"/>
                </a:cubicBezTo>
                <a:cubicBezTo>
                  <a:pt x="5846" y="1830"/>
                  <a:pt x="1830" y="5846"/>
                  <a:pt x="1830" y="10800"/>
                </a:cubicBezTo>
                <a:close/>
              </a:path>
            </a:pathLst>
          </a:custGeom>
          <a:solidFill>
            <a:srgbClr val="00B050"/>
          </a:solidFill>
          <a:ln w="254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CCD0EAE6-7729-8905-F0AC-D21F4DFA87BA}"/>
              </a:ext>
            </a:extLst>
          </p:cNvPr>
          <p:cNvGrpSpPr>
            <a:grpSpLocks/>
          </p:cNvGrpSpPr>
          <p:nvPr/>
        </p:nvGrpSpPr>
        <p:grpSpPr bwMode="auto">
          <a:xfrm>
            <a:off x="43655" y="6918706"/>
            <a:ext cx="2068513" cy="1893888"/>
            <a:chOff x="107303793" y="111037188"/>
            <a:chExt cx="2069206" cy="1893194"/>
          </a:xfrm>
        </p:grpSpPr>
        <p:grpSp>
          <p:nvGrpSpPr>
            <p:cNvPr id="17" name="Group 17">
              <a:extLst>
                <a:ext uri="{FF2B5EF4-FFF2-40B4-BE49-F238E27FC236}">
                  <a16:creationId xmlns:a16="http://schemas.microsoft.com/office/drawing/2014/main" id="{459A6B5C-4C95-1037-387F-680585D29A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7303793" y="111037188"/>
              <a:ext cx="2069206" cy="1893194"/>
              <a:chOff x="110531882" y="109985579"/>
              <a:chExt cx="2069206" cy="1893194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9C7400A3-1136-9CB4-9717-1BDA8066A33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0531882" y="109985579"/>
                <a:ext cx="2069206" cy="1893194"/>
                <a:chOff x="108652614" y="112370316"/>
                <a:chExt cx="2069206" cy="1893194"/>
              </a:xfrm>
            </p:grpSpPr>
            <p:sp>
              <p:nvSpPr>
                <p:cNvPr id="21" name="Freeform 19">
                  <a:extLst>
                    <a:ext uri="{FF2B5EF4-FFF2-40B4-BE49-F238E27FC236}">
                      <a16:creationId xmlns:a16="http://schemas.microsoft.com/office/drawing/2014/main" id="{A71640BD-6CBA-A138-A42E-7E63A8E0803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8652614" y="112370316"/>
                  <a:ext cx="2069206" cy="1893194"/>
                </a:xfrm>
                <a:custGeom>
                  <a:avLst/>
                  <a:gdLst>
                    <a:gd name="T0" fmla="*/ 109471 w 2069206"/>
                    <a:gd name="T1" fmla="*/ 1363014 h 1893194"/>
                    <a:gd name="T2" fmla="*/ 212501 w 2069206"/>
                    <a:gd name="T3" fmla="*/ 448614 h 1893194"/>
                    <a:gd name="T4" fmla="*/ 1023871 w 2069206"/>
                    <a:gd name="T5" fmla="*/ 100884 h 1893194"/>
                    <a:gd name="T6" fmla="*/ 1925392 w 2069206"/>
                    <a:gd name="T7" fmla="*/ 603160 h 1893194"/>
                    <a:gd name="T8" fmla="*/ 1435994 w 2069206"/>
                    <a:gd name="T9" fmla="*/ 1453166 h 1893194"/>
                    <a:gd name="T10" fmla="*/ 560231 w 2069206"/>
                    <a:gd name="T11" fmla="*/ 1878169 h 1893194"/>
                    <a:gd name="T12" fmla="*/ 109471 w 2069206"/>
                    <a:gd name="T13" fmla="*/ 1363014 h 18931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069206" h="1893194">
                      <a:moveTo>
                        <a:pt x="109471" y="1363014"/>
                      </a:moveTo>
                      <a:cubicBezTo>
                        <a:pt x="105178" y="1350135"/>
                        <a:pt x="0" y="729803"/>
                        <a:pt x="212501" y="448614"/>
                      </a:cubicBezTo>
                      <a:cubicBezTo>
                        <a:pt x="425002" y="167425"/>
                        <a:pt x="502277" y="201768"/>
                        <a:pt x="1023871" y="100884"/>
                      </a:cubicBezTo>
                      <a:cubicBezTo>
                        <a:pt x="1545465" y="0"/>
                        <a:pt x="1781578" y="289774"/>
                        <a:pt x="1925392" y="603160"/>
                      </a:cubicBezTo>
                      <a:cubicBezTo>
                        <a:pt x="2069206" y="916546"/>
                        <a:pt x="1781577" y="1337256"/>
                        <a:pt x="1435994" y="1453166"/>
                      </a:cubicBezTo>
                      <a:cubicBezTo>
                        <a:pt x="1090411" y="1569076"/>
                        <a:pt x="781318" y="1893194"/>
                        <a:pt x="560231" y="1878169"/>
                      </a:cubicBezTo>
                      <a:cubicBezTo>
                        <a:pt x="339144" y="1863144"/>
                        <a:pt x="264017" y="1478924"/>
                        <a:pt x="109471" y="1363014"/>
                      </a:cubicBezTo>
                      <a:close/>
                    </a:path>
                  </a:pathLst>
                </a:custGeom>
                <a:solidFill>
                  <a:srgbClr val="5B9BD5"/>
                </a:solidFill>
                <a:ln w="25400" cap="flat" algn="ctr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000000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36576" tIns="36576" rIns="36576" bIns="365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CA"/>
                </a:p>
              </p:txBody>
            </p:sp>
            <p:sp>
              <p:nvSpPr>
                <p:cNvPr id="22" name="Freeform 20">
                  <a:extLst>
                    <a:ext uri="{FF2B5EF4-FFF2-40B4-BE49-F238E27FC236}">
                      <a16:creationId xmlns:a16="http://schemas.microsoft.com/office/drawing/2014/main" id="{63C976C2-0DFC-1CF4-591E-EFDC3BA4D4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8935949" y="112647211"/>
                  <a:ext cx="1472485" cy="1294327"/>
                </a:xfrm>
                <a:custGeom>
                  <a:avLst/>
                  <a:gdLst>
                    <a:gd name="T0" fmla="*/ 392806 w 1472485"/>
                    <a:gd name="T1" fmla="*/ 133082 h 1294327"/>
                    <a:gd name="T2" fmla="*/ 1075386 w 1472485"/>
                    <a:gd name="T3" fmla="*/ 55809 h 1294327"/>
                    <a:gd name="T4" fmla="*/ 1371601 w 1472485"/>
                    <a:gd name="T5" fmla="*/ 635358 h 1294327"/>
                    <a:gd name="T6" fmla="*/ 869324 w 1472485"/>
                    <a:gd name="T7" fmla="*/ 1073240 h 1294327"/>
                    <a:gd name="T8" fmla="*/ 186744 w 1472485"/>
                    <a:gd name="T9" fmla="*/ 1176271 h 1294327"/>
                    <a:gd name="T10" fmla="*/ 109471 w 1472485"/>
                    <a:gd name="T11" fmla="*/ 480812 h 1294327"/>
                    <a:gd name="T12" fmla="*/ 392806 w 1472485"/>
                    <a:gd name="T13" fmla="*/ 133082 h 12943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472485" h="1294327">
                      <a:moveTo>
                        <a:pt x="392806" y="133082"/>
                      </a:moveTo>
                      <a:cubicBezTo>
                        <a:pt x="680434" y="0"/>
                        <a:pt x="845713" y="21465"/>
                        <a:pt x="1075386" y="55809"/>
                      </a:cubicBezTo>
                      <a:cubicBezTo>
                        <a:pt x="1305059" y="90153"/>
                        <a:pt x="1472485" y="384220"/>
                        <a:pt x="1371601" y="635358"/>
                      </a:cubicBezTo>
                      <a:cubicBezTo>
                        <a:pt x="1270717" y="886496"/>
                        <a:pt x="1114023" y="946598"/>
                        <a:pt x="869324" y="1073240"/>
                      </a:cubicBezTo>
                      <a:cubicBezTo>
                        <a:pt x="624625" y="1199882"/>
                        <a:pt x="373488" y="1294327"/>
                        <a:pt x="186744" y="1176271"/>
                      </a:cubicBezTo>
                      <a:cubicBezTo>
                        <a:pt x="0" y="1058215"/>
                        <a:pt x="75127" y="654677"/>
                        <a:pt x="109471" y="480812"/>
                      </a:cubicBezTo>
                      <a:cubicBezTo>
                        <a:pt x="143815" y="306947"/>
                        <a:pt x="333778" y="205526"/>
                        <a:pt x="392806" y="13308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5400" cap="flat" cmpd="sng" algn="ctr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000000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36576" tIns="36576" rIns="36576" bIns="365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CA"/>
                </a:p>
              </p:txBody>
            </p:sp>
          </p:grpSp>
          <p:sp>
            <p:nvSpPr>
              <p:cNvPr id="20" name="Oval 21">
                <a:extLst>
                  <a:ext uri="{FF2B5EF4-FFF2-40B4-BE49-F238E27FC236}">
                    <a16:creationId xmlns:a16="http://schemas.microsoft.com/office/drawing/2014/main" id="{BA7F9E76-8E24-1544-7F5D-7A71E84F1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1957153">
                <a:off x="111103947" y="110572426"/>
                <a:ext cx="826340" cy="612173"/>
              </a:xfrm>
              <a:prstGeom prst="ellipse">
                <a:avLst/>
              </a:prstGeom>
              <a:solidFill>
                <a:srgbClr val="5B9BD5"/>
              </a:solidFill>
              <a:ln w="25400" algn="ctr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CA"/>
              </a:p>
            </p:txBody>
          </p:sp>
        </p:grpSp>
        <p:sp>
          <p:nvSpPr>
            <p:cNvPr id="18" name="AutoShape 22">
              <a:extLst>
                <a:ext uri="{FF2B5EF4-FFF2-40B4-BE49-F238E27FC236}">
                  <a16:creationId xmlns:a16="http://schemas.microsoft.com/office/drawing/2014/main" id="{71DF8060-D856-8D38-3BB7-5B4A59AD3E9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2210949">
              <a:off x="107628832" y="111494011"/>
              <a:ext cx="1330756" cy="861058"/>
            </a:xfrm>
            <a:custGeom>
              <a:avLst/>
              <a:gdLst>
                <a:gd name="G0" fmla="+- 1830 0 0"/>
                <a:gd name="G1" fmla="+- 21600 0 1830"/>
                <a:gd name="G2" fmla="+- 21600 0 1830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830" y="10800"/>
                  </a:moveTo>
                  <a:cubicBezTo>
                    <a:pt x="1830" y="15754"/>
                    <a:pt x="5846" y="19770"/>
                    <a:pt x="10800" y="19770"/>
                  </a:cubicBezTo>
                  <a:cubicBezTo>
                    <a:pt x="15754" y="19770"/>
                    <a:pt x="19770" y="15754"/>
                    <a:pt x="19770" y="10800"/>
                  </a:cubicBezTo>
                  <a:cubicBezTo>
                    <a:pt x="19770" y="5846"/>
                    <a:pt x="15754" y="1830"/>
                    <a:pt x="10800" y="1830"/>
                  </a:cubicBezTo>
                  <a:cubicBezTo>
                    <a:pt x="5846" y="1830"/>
                    <a:pt x="1830" y="5846"/>
                    <a:pt x="1830" y="10800"/>
                  </a:cubicBezTo>
                  <a:close/>
                </a:path>
              </a:pathLst>
            </a:custGeom>
            <a:solidFill>
              <a:srgbClr val="00B050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EAA6DC32-F085-4610-219D-385E60FCF617}"/>
              </a:ext>
            </a:extLst>
          </p:cNvPr>
          <p:cNvGrpSpPr>
            <a:grpSpLocks/>
          </p:cNvGrpSpPr>
          <p:nvPr/>
        </p:nvGrpSpPr>
        <p:grpSpPr bwMode="auto">
          <a:xfrm>
            <a:off x="2274093" y="6918706"/>
            <a:ext cx="2070100" cy="1893888"/>
            <a:chOff x="109150597" y="111842030"/>
            <a:chExt cx="2069206" cy="1893194"/>
          </a:xfrm>
        </p:grpSpPr>
        <p:grpSp>
          <p:nvGrpSpPr>
            <p:cNvPr id="24" name="Group 24">
              <a:extLst>
                <a:ext uri="{FF2B5EF4-FFF2-40B4-BE49-F238E27FC236}">
                  <a16:creationId xmlns:a16="http://schemas.microsoft.com/office/drawing/2014/main" id="{94755A6E-ABC8-DCAA-E8E4-F95D9ABFB3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9150597" y="111842030"/>
              <a:ext cx="2069206" cy="1893194"/>
              <a:chOff x="108652614" y="112370316"/>
              <a:chExt cx="2069206" cy="1893194"/>
            </a:xfrm>
          </p:grpSpPr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BE1B2341-7E89-2A24-A22F-10FE7D821C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652614" y="112370316"/>
                <a:ext cx="2069206" cy="1893194"/>
              </a:xfrm>
              <a:custGeom>
                <a:avLst/>
                <a:gdLst>
                  <a:gd name="T0" fmla="*/ 109471 w 2069206"/>
                  <a:gd name="T1" fmla="*/ 1363014 h 1893194"/>
                  <a:gd name="T2" fmla="*/ 212501 w 2069206"/>
                  <a:gd name="T3" fmla="*/ 448614 h 1893194"/>
                  <a:gd name="T4" fmla="*/ 1023871 w 2069206"/>
                  <a:gd name="T5" fmla="*/ 100884 h 1893194"/>
                  <a:gd name="T6" fmla="*/ 1925392 w 2069206"/>
                  <a:gd name="T7" fmla="*/ 603160 h 1893194"/>
                  <a:gd name="T8" fmla="*/ 1435994 w 2069206"/>
                  <a:gd name="T9" fmla="*/ 1453166 h 1893194"/>
                  <a:gd name="T10" fmla="*/ 560231 w 2069206"/>
                  <a:gd name="T11" fmla="*/ 1878169 h 1893194"/>
                  <a:gd name="T12" fmla="*/ 109471 w 2069206"/>
                  <a:gd name="T13" fmla="*/ 1363014 h 1893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69206" h="1893194">
                    <a:moveTo>
                      <a:pt x="109471" y="1363014"/>
                    </a:moveTo>
                    <a:cubicBezTo>
                      <a:pt x="105178" y="1350135"/>
                      <a:pt x="0" y="729803"/>
                      <a:pt x="212501" y="448614"/>
                    </a:cubicBezTo>
                    <a:cubicBezTo>
                      <a:pt x="425002" y="167425"/>
                      <a:pt x="502277" y="201768"/>
                      <a:pt x="1023871" y="100884"/>
                    </a:cubicBezTo>
                    <a:cubicBezTo>
                      <a:pt x="1545465" y="0"/>
                      <a:pt x="1781578" y="289774"/>
                      <a:pt x="1925392" y="603160"/>
                    </a:cubicBezTo>
                    <a:cubicBezTo>
                      <a:pt x="2069206" y="916546"/>
                      <a:pt x="1781577" y="1337256"/>
                      <a:pt x="1435994" y="1453166"/>
                    </a:cubicBezTo>
                    <a:cubicBezTo>
                      <a:pt x="1090411" y="1569076"/>
                      <a:pt x="781318" y="1893194"/>
                      <a:pt x="560231" y="1878169"/>
                    </a:cubicBezTo>
                    <a:cubicBezTo>
                      <a:pt x="339144" y="1863144"/>
                      <a:pt x="264017" y="1478924"/>
                      <a:pt x="109471" y="1363014"/>
                    </a:cubicBezTo>
                    <a:close/>
                  </a:path>
                </a:pathLst>
              </a:custGeom>
              <a:solidFill>
                <a:srgbClr val="5B9BD5"/>
              </a:solidFill>
              <a:ln w="25400" cap="flat" algn="ctr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CA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6B371719-EF94-EC93-0788-3992EAA4F2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935949" y="112647211"/>
                <a:ext cx="1472485" cy="1294327"/>
              </a:xfrm>
              <a:custGeom>
                <a:avLst/>
                <a:gdLst>
                  <a:gd name="T0" fmla="*/ 392806 w 1472485"/>
                  <a:gd name="T1" fmla="*/ 133082 h 1294327"/>
                  <a:gd name="T2" fmla="*/ 1075386 w 1472485"/>
                  <a:gd name="T3" fmla="*/ 55809 h 1294327"/>
                  <a:gd name="T4" fmla="*/ 1371601 w 1472485"/>
                  <a:gd name="T5" fmla="*/ 635358 h 1294327"/>
                  <a:gd name="T6" fmla="*/ 869324 w 1472485"/>
                  <a:gd name="T7" fmla="*/ 1073240 h 1294327"/>
                  <a:gd name="T8" fmla="*/ 186744 w 1472485"/>
                  <a:gd name="T9" fmla="*/ 1176271 h 1294327"/>
                  <a:gd name="T10" fmla="*/ 109471 w 1472485"/>
                  <a:gd name="T11" fmla="*/ 480812 h 1294327"/>
                  <a:gd name="T12" fmla="*/ 392806 w 1472485"/>
                  <a:gd name="T13" fmla="*/ 133082 h 12943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72485" h="1294327">
                    <a:moveTo>
                      <a:pt x="392806" y="133082"/>
                    </a:moveTo>
                    <a:cubicBezTo>
                      <a:pt x="680434" y="0"/>
                      <a:pt x="845713" y="21465"/>
                      <a:pt x="1075386" y="55809"/>
                    </a:cubicBezTo>
                    <a:cubicBezTo>
                      <a:pt x="1305059" y="90153"/>
                      <a:pt x="1472485" y="384220"/>
                      <a:pt x="1371601" y="635358"/>
                    </a:cubicBezTo>
                    <a:cubicBezTo>
                      <a:pt x="1270717" y="886496"/>
                      <a:pt x="1114023" y="946598"/>
                      <a:pt x="869324" y="1073240"/>
                    </a:cubicBezTo>
                    <a:cubicBezTo>
                      <a:pt x="624625" y="1199882"/>
                      <a:pt x="373488" y="1294327"/>
                      <a:pt x="186744" y="1176271"/>
                    </a:cubicBezTo>
                    <a:cubicBezTo>
                      <a:pt x="0" y="1058215"/>
                      <a:pt x="75127" y="654677"/>
                      <a:pt x="109471" y="480812"/>
                    </a:cubicBezTo>
                    <a:cubicBezTo>
                      <a:pt x="143815" y="306947"/>
                      <a:pt x="333778" y="205526"/>
                      <a:pt x="392806" y="13308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5400" cap="flat" cmpd="sng" algn="ctr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CA"/>
              </a:p>
            </p:txBody>
          </p:sp>
        </p:grpSp>
        <p:sp>
          <p:nvSpPr>
            <p:cNvPr id="25" name="AutoShape 27">
              <a:extLst>
                <a:ext uri="{FF2B5EF4-FFF2-40B4-BE49-F238E27FC236}">
                  <a16:creationId xmlns:a16="http://schemas.microsoft.com/office/drawing/2014/main" id="{7157C02C-3182-7EFC-E58E-3A40CEF3E10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2210949">
              <a:off x="109475636" y="112298853"/>
              <a:ext cx="1330756" cy="861058"/>
            </a:xfrm>
            <a:custGeom>
              <a:avLst/>
              <a:gdLst>
                <a:gd name="G0" fmla="+- 1830 0 0"/>
                <a:gd name="G1" fmla="+- 21600 0 1830"/>
                <a:gd name="G2" fmla="+- 21600 0 1830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830" y="10800"/>
                  </a:moveTo>
                  <a:cubicBezTo>
                    <a:pt x="1830" y="15754"/>
                    <a:pt x="5846" y="19770"/>
                    <a:pt x="10800" y="19770"/>
                  </a:cubicBezTo>
                  <a:cubicBezTo>
                    <a:pt x="15754" y="19770"/>
                    <a:pt x="19770" y="15754"/>
                    <a:pt x="19770" y="10800"/>
                  </a:cubicBezTo>
                  <a:cubicBezTo>
                    <a:pt x="19770" y="5846"/>
                    <a:pt x="15754" y="1830"/>
                    <a:pt x="10800" y="1830"/>
                  </a:cubicBezTo>
                  <a:cubicBezTo>
                    <a:pt x="5846" y="1830"/>
                    <a:pt x="1830" y="5846"/>
                    <a:pt x="1830" y="10800"/>
                  </a:cubicBezTo>
                  <a:close/>
                </a:path>
              </a:pathLst>
            </a:custGeom>
            <a:solidFill>
              <a:srgbClr val="00B050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0686B7A9-0C73-AAE0-529B-3CCBA23CE133}"/>
              </a:ext>
            </a:extLst>
          </p:cNvPr>
          <p:cNvGrpSpPr>
            <a:grpSpLocks/>
          </p:cNvGrpSpPr>
          <p:nvPr/>
        </p:nvGrpSpPr>
        <p:grpSpPr bwMode="auto">
          <a:xfrm>
            <a:off x="4831556" y="7375906"/>
            <a:ext cx="1330325" cy="860425"/>
            <a:chOff x="111707438" y="112298853"/>
            <a:chExt cx="1330756" cy="861058"/>
          </a:xfrm>
        </p:grpSpPr>
        <p:sp>
          <p:nvSpPr>
            <p:cNvPr id="29" name="Oval 29">
              <a:extLst>
                <a:ext uri="{FF2B5EF4-FFF2-40B4-BE49-F238E27FC236}">
                  <a16:creationId xmlns:a16="http://schemas.microsoft.com/office/drawing/2014/main" id="{D6E12E0C-2EA6-457A-2C6B-5E463E79F2B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957153">
              <a:off x="111954464" y="112428877"/>
              <a:ext cx="826340" cy="612173"/>
            </a:xfrm>
            <a:prstGeom prst="ellipse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30" name="AutoShape 30">
              <a:extLst>
                <a:ext uri="{FF2B5EF4-FFF2-40B4-BE49-F238E27FC236}">
                  <a16:creationId xmlns:a16="http://schemas.microsoft.com/office/drawing/2014/main" id="{B89A0354-544C-BD08-1888-095F568DF90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2210949">
              <a:off x="111707438" y="112298853"/>
              <a:ext cx="1330756" cy="861058"/>
            </a:xfrm>
            <a:custGeom>
              <a:avLst/>
              <a:gdLst>
                <a:gd name="G0" fmla="+- 1830 0 0"/>
                <a:gd name="G1" fmla="+- 21600 0 1830"/>
                <a:gd name="G2" fmla="+- 21600 0 1830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830" y="10800"/>
                  </a:moveTo>
                  <a:cubicBezTo>
                    <a:pt x="1830" y="15754"/>
                    <a:pt x="5846" y="19770"/>
                    <a:pt x="10800" y="19770"/>
                  </a:cubicBezTo>
                  <a:cubicBezTo>
                    <a:pt x="15754" y="19770"/>
                    <a:pt x="19770" y="15754"/>
                    <a:pt x="19770" y="10800"/>
                  </a:cubicBezTo>
                  <a:cubicBezTo>
                    <a:pt x="19770" y="5846"/>
                    <a:pt x="15754" y="1830"/>
                    <a:pt x="10800" y="1830"/>
                  </a:cubicBezTo>
                  <a:cubicBezTo>
                    <a:pt x="5846" y="1830"/>
                    <a:pt x="1830" y="5846"/>
                    <a:pt x="1830" y="10800"/>
                  </a:cubicBezTo>
                  <a:close/>
                </a:path>
              </a:pathLst>
            </a:custGeom>
            <a:solidFill>
              <a:srgbClr val="00B050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FAEE18BB-E25E-91D4-4E36-23489E803E5A}"/>
              </a:ext>
            </a:extLst>
          </p:cNvPr>
          <p:cNvGrpSpPr>
            <a:grpSpLocks/>
          </p:cNvGrpSpPr>
          <p:nvPr/>
        </p:nvGrpSpPr>
        <p:grpSpPr bwMode="auto">
          <a:xfrm>
            <a:off x="2304256" y="4686681"/>
            <a:ext cx="2070100" cy="1892300"/>
            <a:chOff x="109055143" y="110465503"/>
            <a:chExt cx="2069206" cy="1893194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3B052335-723E-0585-E319-5AF836ECD4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55143" y="110465503"/>
              <a:ext cx="2069206" cy="1893194"/>
            </a:xfrm>
            <a:custGeom>
              <a:avLst/>
              <a:gdLst>
                <a:gd name="T0" fmla="*/ 109471 w 2069206"/>
                <a:gd name="T1" fmla="*/ 1363014 h 1893194"/>
                <a:gd name="T2" fmla="*/ 212501 w 2069206"/>
                <a:gd name="T3" fmla="*/ 448614 h 1893194"/>
                <a:gd name="T4" fmla="*/ 1023871 w 2069206"/>
                <a:gd name="T5" fmla="*/ 100884 h 1893194"/>
                <a:gd name="T6" fmla="*/ 1925392 w 2069206"/>
                <a:gd name="T7" fmla="*/ 603160 h 1893194"/>
                <a:gd name="T8" fmla="*/ 1435994 w 2069206"/>
                <a:gd name="T9" fmla="*/ 1453166 h 1893194"/>
                <a:gd name="T10" fmla="*/ 560231 w 2069206"/>
                <a:gd name="T11" fmla="*/ 1878169 h 1893194"/>
                <a:gd name="T12" fmla="*/ 109471 w 2069206"/>
                <a:gd name="T13" fmla="*/ 1363014 h 1893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69206" h="1893194">
                  <a:moveTo>
                    <a:pt x="109471" y="1363014"/>
                  </a:moveTo>
                  <a:cubicBezTo>
                    <a:pt x="105178" y="1350135"/>
                    <a:pt x="0" y="729803"/>
                    <a:pt x="212501" y="448614"/>
                  </a:cubicBezTo>
                  <a:cubicBezTo>
                    <a:pt x="425002" y="167425"/>
                    <a:pt x="502277" y="201768"/>
                    <a:pt x="1023871" y="100884"/>
                  </a:cubicBezTo>
                  <a:cubicBezTo>
                    <a:pt x="1545465" y="0"/>
                    <a:pt x="1781578" y="289774"/>
                    <a:pt x="1925392" y="603160"/>
                  </a:cubicBezTo>
                  <a:cubicBezTo>
                    <a:pt x="2069206" y="916546"/>
                    <a:pt x="1781577" y="1337256"/>
                    <a:pt x="1435994" y="1453166"/>
                  </a:cubicBezTo>
                  <a:cubicBezTo>
                    <a:pt x="1090411" y="1569076"/>
                    <a:pt x="781318" y="1893194"/>
                    <a:pt x="560231" y="1878169"/>
                  </a:cubicBezTo>
                  <a:cubicBezTo>
                    <a:pt x="339144" y="1863144"/>
                    <a:pt x="264017" y="1478924"/>
                    <a:pt x="109471" y="1363014"/>
                  </a:cubicBezTo>
                  <a:close/>
                </a:path>
              </a:pathLst>
            </a:custGeom>
            <a:solidFill>
              <a:srgbClr val="5B9BD5"/>
            </a:solidFill>
            <a:ln w="25400" cap="flat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620A98D5-15E3-CF07-0E3D-53776B0D05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338478" y="110742398"/>
              <a:ext cx="1472485" cy="1294327"/>
            </a:xfrm>
            <a:custGeom>
              <a:avLst/>
              <a:gdLst>
                <a:gd name="T0" fmla="*/ 392806 w 1472485"/>
                <a:gd name="T1" fmla="*/ 133082 h 1294327"/>
                <a:gd name="T2" fmla="*/ 1075386 w 1472485"/>
                <a:gd name="T3" fmla="*/ 55809 h 1294327"/>
                <a:gd name="T4" fmla="*/ 1371601 w 1472485"/>
                <a:gd name="T5" fmla="*/ 635358 h 1294327"/>
                <a:gd name="T6" fmla="*/ 869324 w 1472485"/>
                <a:gd name="T7" fmla="*/ 1073240 h 1294327"/>
                <a:gd name="T8" fmla="*/ 186744 w 1472485"/>
                <a:gd name="T9" fmla="*/ 1176271 h 1294327"/>
                <a:gd name="T10" fmla="*/ 109471 w 1472485"/>
                <a:gd name="T11" fmla="*/ 480812 h 1294327"/>
                <a:gd name="T12" fmla="*/ 392806 w 1472485"/>
                <a:gd name="T13" fmla="*/ 133082 h 1294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72485" h="1294327">
                  <a:moveTo>
                    <a:pt x="392806" y="133082"/>
                  </a:moveTo>
                  <a:cubicBezTo>
                    <a:pt x="680434" y="0"/>
                    <a:pt x="845713" y="21465"/>
                    <a:pt x="1075386" y="55809"/>
                  </a:cubicBezTo>
                  <a:cubicBezTo>
                    <a:pt x="1305059" y="90153"/>
                    <a:pt x="1472485" y="384220"/>
                    <a:pt x="1371601" y="635358"/>
                  </a:cubicBezTo>
                  <a:cubicBezTo>
                    <a:pt x="1270717" y="886496"/>
                    <a:pt x="1114023" y="946598"/>
                    <a:pt x="869324" y="1073240"/>
                  </a:cubicBezTo>
                  <a:cubicBezTo>
                    <a:pt x="624625" y="1199882"/>
                    <a:pt x="373488" y="1294327"/>
                    <a:pt x="186744" y="1176271"/>
                  </a:cubicBezTo>
                  <a:cubicBezTo>
                    <a:pt x="0" y="1058215"/>
                    <a:pt x="75127" y="654677"/>
                    <a:pt x="109471" y="480812"/>
                  </a:cubicBezTo>
                  <a:cubicBezTo>
                    <a:pt x="143815" y="306947"/>
                    <a:pt x="333778" y="205526"/>
                    <a:pt x="392806" y="133082"/>
                  </a:cubicBezTo>
                  <a:close/>
                </a:path>
              </a:pathLst>
            </a:custGeom>
            <a:solidFill>
              <a:srgbClr val="00B050"/>
            </a:solidFill>
            <a:ln w="25400" cap="flat" cmpd="sng" algn="ctr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34" name="Oval 34">
              <a:extLst>
                <a:ext uri="{FF2B5EF4-FFF2-40B4-BE49-F238E27FC236}">
                  <a16:creationId xmlns:a16="http://schemas.microsoft.com/office/drawing/2014/main" id="{569EDE4A-A007-2775-0550-897585B9F3C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957153">
              <a:off x="109607957" y="111042725"/>
              <a:ext cx="826340" cy="612173"/>
            </a:xfrm>
            <a:prstGeom prst="ellipse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pic>
        <p:nvPicPr>
          <p:cNvPr id="5155" name="Picture 35">
            <a:extLst>
              <a:ext uri="{FF2B5EF4-FFF2-40B4-BE49-F238E27FC236}">
                <a16:creationId xmlns:a16="http://schemas.microsoft.com/office/drawing/2014/main" id="{0421B37A-7190-A556-0C79-63B975321F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3756" y="4351719"/>
            <a:ext cx="1943100" cy="187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34379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05D8F63-B291-3F89-E476-49AFB3AEB02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51612" y="2102295"/>
            <a:ext cx="1371600" cy="1371600"/>
            <a:chOff x="107549576" y="107455447"/>
            <a:chExt cx="5486400" cy="5486400"/>
          </a:xfrm>
        </p:grpSpPr>
        <p:sp>
          <p:nvSpPr>
            <p:cNvPr id="3" name="Oval 3">
              <a:extLst>
                <a:ext uri="{FF2B5EF4-FFF2-40B4-BE49-F238E27FC236}">
                  <a16:creationId xmlns:a16="http://schemas.microsoft.com/office/drawing/2014/main" id="{60461ED6-67BC-9266-C53F-C56AADAC100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7549576" y="107455447"/>
              <a:ext cx="5486400" cy="5486400"/>
            </a:xfrm>
            <a:prstGeom prst="ellipse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4" name="Oval 4">
              <a:extLst>
                <a:ext uri="{FF2B5EF4-FFF2-40B4-BE49-F238E27FC236}">
                  <a16:creationId xmlns:a16="http://schemas.microsoft.com/office/drawing/2014/main" id="{B3DB70B2-754D-76FE-999D-A400D5F7A66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8463976" y="108369847"/>
              <a:ext cx="3657600" cy="3657600"/>
            </a:xfrm>
            <a:prstGeom prst="ellipse">
              <a:avLst/>
            </a:prstGeom>
            <a:solidFill>
              <a:srgbClr val="FFFFFF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1983120A-8D5C-AAB1-2C2C-92DFBF745CD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692576" y="108598447"/>
              <a:ext cx="3200400" cy="3200400"/>
              <a:chOff x="112473441" y="113058389"/>
              <a:chExt cx="3200400" cy="3200400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17ABC0A0-0073-DC89-1838-74431404F9D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12473441" y="113058389"/>
                <a:ext cx="3200400" cy="3200400"/>
              </a:xfrm>
              <a:prstGeom prst="ellipse">
                <a:avLst/>
              </a:prstGeom>
              <a:solidFill>
                <a:srgbClr val="00B050"/>
              </a:solidFill>
              <a:ln w="25400" algn="ctr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CA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C8BB8DBB-C874-B93D-4731-AA24F046938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12930640" y="113515588"/>
                <a:ext cx="2286000" cy="2286000"/>
              </a:xfrm>
              <a:prstGeom prst="ellipse">
                <a:avLst/>
              </a:prstGeom>
              <a:solidFill>
                <a:srgbClr val="FFFFFF"/>
              </a:solidFill>
              <a:ln w="25400" algn="ctr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CA"/>
              </a:p>
            </p:txBody>
          </p:sp>
        </p:grpSp>
        <p:sp>
          <p:nvSpPr>
            <p:cNvPr id="6" name="Oval 8">
              <a:extLst>
                <a:ext uri="{FF2B5EF4-FFF2-40B4-BE49-F238E27FC236}">
                  <a16:creationId xmlns:a16="http://schemas.microsoft.com/office/drawing/2014/main" id="{CFB581BD-8FEA-659B-8340-974902E3AC7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9378376" y="109284247"/>
              <a:ext cx="1828800" cy="1828800"/>
            </a:xfrm>
            <a:prstGeom prst="ellipse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5FFA6B9F-B0EF-FE46-C4E9-3F36C097176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304225" y="2102295"/>
            <a:ext cx="1371600" cy="1371600"/>
            <a:chOff x="107549576" y="107455447"/>
            <a:chExt cx="5486400" cy="5486400"/>
          </a:xfrm>
        </p:grpSpPr>
        <p:sp>
          <p:nvSpPr>
            <p:cNvPr id="10" name="Oval 10">
              <a:extLst>
                <a:ext uri="{FF2B5EF4-FFF2-40B4-BE49-F238E27FC236}">
                  <a16:creationId xmlns:a16="http://schemas.microsoft.com/office/drawing/2014/main" id="{6ADD0098-4041-F00C-8F20-C546A038018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7549576" y="107455447"/>
              <a:ext cx="5486400" cy="5486400"/>
            </a:xfrm>
            <a:prstGeom prst="ellipse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1" name="Oval 11">
              <a:extLst>
                <a:ext uri="{FF2B5EF4-FFF2-40B4-BE49-F238E27FC236}">
                  <a16:creationId xmlns:a16="http://schemas.microsoft.com/office/drawing/2014/main" id="{767199A0-3B68-06A6-B7A0-DC1AE4D0EBF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8692576" y="108598447"/>
              <a:ext cx="3200400" cy="3200400"/>
            </a:xfrm>
            <a:prstGeom prst="ellipse">
              <a:avLst/>
            </a:prstGeom>
            <a:solidFill>
              <a:srgbClr val="00B050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2" name="Oval 12">
              <a:extLst>
                <a:ext uri="{FF2B5EF4-FFF2-40B4-BE49-F238E27FC236}">
                  <a16:creationId xmlns:a16="http://schemas.microsoft.com/office/drawing/2014/main" id="{1639C9EE-C362-E114-679F-B783C744F87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9149775" y="109055646"/>
              <a:ext cx="2286000" cy="2286000"/>
            </a:xfrm>
            <a:prstGeom prst="ellipse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1C81A79E-9D34-3B81-FBC4-2D1DC669874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155250" y="2330895"/>
            <a:ext cx="914400" cy="914400"/>
            <a:chOff x="108463976" y="108369847"/>
            <a:chExt cx="3657600" cy="3657600"/>
          </a:xfrm>
        </p:grpSpPr>
        <p:sp>
          <p:nvSpPr>
            <p:cNvPr id="14" name="Oval 14">
              <a:extLst>
                <a:ext uri="{FF2B5EF4-FFF2-40B4-BE49-F238E27FC236}">
                  <a16:creationId xmlns:a16="http://schemas.microsoft.com/office/drawing/2014/main" id="{33BA16E9-5575-5645-EA6E-5B0D60CD9AF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8463976" y="108369847"/>
              <a:ext cx="3657600" cy="3657600"/>
            </a:xfrm>
            <a:prstGeom prst="ellipse">
              <a:avLst/>
            </a:prstGeom>
            <a:pattFill prst="pct70">
              <a:fgClr>
                <a:srgbClr val="FFFFFF"/>
              </a:fgClr>
              <a:bgClr>
                <a:srgbClr val="000000"/>
              </a:bgClr>
            </a:patt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5" name="Oval 15">
              <a:extLst>
                <a:ext uri="{FF2B5EF4-FFF2-40B4-BE49-F238E27FC236}">
                  <a16:creationId xmlns:a16="http://schemas.microsoft.com/office/drawing/2014/main" id="{245EF6C8-1AEE-EE48-FA42-54C454442EF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8692576" y="108598447"/>
              <a:ext cx="3200400" cy="3200400"/>
            </a:xfrm>
            <a:prstGeom prst="ellipse">
              <a:avLst/>
            </a:prstGeom>
            <a:solidFill>
              <a:srgbClr val="00B050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6" name="Oval 16">
              <a:extLst>
                <a:ext uri="{FF2B5EF4-FFF2-40B4-BE49-F238E27FC236}">
                  <a16:creationId xmlns:a16="http://schemas.microsoft.com/office/drawing/2014/main" id="{FD7A7ABA-E411-FA80-A8A8-5B12B9C8C03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9149775" y="109055646"/>
              <a:ext cx="2286000" cy="2286000"/>
            </a:xfrm>
            <a:prstGeom prst="ellipse">
              <a:avLst/>
            </a:prstGeom>
            <a:pattFill prst="pct70">
              <a:fgClr>
                <a:srgbClr val="FFFFFF"/>
              </a:fgClr>
              <a:bgClr>
                <a:srgbClr val="000000"/>
              </a:bgClr>
            </a:patt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FAEAE2FC-DEBC-DC1C-1C6B-81BB274F813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550662" y="2388045"/>
            <a:ext cx="800100" cy="800100"/>
            <a:chOff x="108692576" y="108598447"/>
            <a:chExt cx="3200400" cy="3200400"/>
          </a:xfrm>
        </p:grpSpPr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0577C907-621B-6860-E98B-A8307427A43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692576" y="108598447"/>
              <a:ext cx="3200400" cy="3200400"/>
              <a:chOff x="112473441" y="113058389"/>
              <a:chExt cx="3200400" cy="3200400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B7F2D38F-8CB6-DE8F-9CD6-5D8A7837202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12473441" y="113058389"/>
                <a:ext cx="3200400" cy="3200400"/>
              </a:xfrm>
              <a:prstGeom prst="ellipse">
                <a:avLst/>
              </a:prstGeom>
              <a:solidFill>
                <a:srgbClr val="00B050"/>
              </a:solidFill>
              <a:ln w="25400" algn="ctr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CA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844AEEC6-B68F-2820-ECB5-AAA549BCDC5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12930640" y="113515588"/>
                <a:ext cx="2286000" cy="2286000"/>
              </a:xfrm>
              <a:prstGeom prst="ellipse">
                <a:avLst/>
              </a:prstGeom>
              <a:solidFill>
                <a:srgbClr val="FFFFFF"/>
              </a:solidFill>
              <a:ln w="25400" algn="ctr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CA"/>
              </a:p>
            </p:txBody>
          </p:sp>
        </p:grpSp>
        <p:sp>
          <p:nvSpPr>
            <p:cNvPr id="19" name="Oval 21">
              <a:extLst>
                <a:ext uri="{FF2B5EF4-FFF2-40B4-BE49-F238E27FC236}">
                  <a16:creationId xmlns:a16="http://schemas.microsoft.com/office/drawing/2014/main" id="{6CFB0965-9CCE-D02B-7D60-2E09873BD01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9378376" y="109284247"/>
              <a:ext cx="1828800" cy="1828800"/>
            </a:xfrm>
            <a:prstGeom prst="ellipse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62F8254-A9A4-6F59-8EA8-77AA1355342F}"/>
              </a:ext>
            </a:extLst>
          </p:cNvPr>
          <p:cNvGrpSpPr>
            <a:grpSpLocks/>
          </p:cNvGrpSpPr>
          <p:nvPr/>
        </p:nvGrpSpPr>
        <p:grpSpPr bwMode="auto">
          <a:xfrm>
            <a:off x="526225" y="5620195"/>
            <a:ext cx="1570037" cy="827087"/>
            <a:chOff x="107309967" y="111007900"/>
            <a:chExt cx="1570482" cy="826340"/>
          </a:xfrm>
        </p:grpSpPr>
        <p:sp>
          <p:nvSpPr>
            <p:cNvPr id="23" name="Oval 23">
              <a:extLst>
                <a:ext uri="{FF2B5EF4-FFF2-40B4-BE49-F238E27FC236}">
                  <a16:creationId xmlns:a16="http://schemas.microsoft.com/office/drawing/2014/main" id="{0A44B91B-797D-4FB1-7057-3B1696F2CF3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957153">
              <a:off x="107309967" y="111114983"/>
              <a:ext cx="826340" cy="612173"/>
            </a:xfrm>
            <a:prstGeom prst="ellipse">
              <a:avLst/>
            </a:prstGeom>
            <a:solidFill>
              <a:srgbClr val="00B050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4" name="Oval 24">
              <a:extLst>
                <a:ext uri="{FF2B5EF4-FFF2-40B4-BE49-F238E27FC236}">
                  <a16:creationId xmlns:a16="http://schemas.microsoft.com/office/drawing/2014/main" id="{753DF10F-1F0D-5FAA-A8DE-E88AE434968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4800000">
              <a:off x="108161193" y="111114983"/>
              <a:ext cx="826340" cy="612173"/>
            </a:xfrm>
            <a:prstGeom prst="ellipse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sp>
        <p:nvSpPr>
          <p:cNvPr id="31" name="AutoShape 31">
            <a:extLst>
              <a:ext uri="{FF2B5EF4-FFF2-40B4-BE49-F238E27FC236}">
                <a16:creationId xmlns:a16="http://schemas.microsoft.com/office/drawing/2014/main" id="{72BAC6C5-4987-0334-54AA-14AB9EBB9A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5775" y="4572000"/>
            <a:ext cx="457200" cy="1452562"/>
          </a:xfrm>
          <a:prstGeom prst="can">
            <a:avLst>
              <a:gd name="adj" fmla="val 79427"/>
            </a:avLst>
          </a:prstGeom>
          <a:solidFill>
            <a:srgbClr val="FFC000"/>
          </a:solidFill>
          <a:ln w="38100">
            <a:solidFill>
              <a:srgbClr val="F3F3F3"/>
            </a:solidFill>
            <a:round/>
            <a:headEnd/>
            <a:tailEnd/>
          </a:ln>
          <a:effectLst>
            <a:outerShdw dist="28398" dir="3806097" algn="ctr" rotWithShape="0">
              <a:srgbClr val="806000">
                <a:alpha val="50000"/>
              </a:srgbClr>
            </a:outerShdw>
          </a:effec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32" name="AutoShape 32">
            <a:extLst>
              <a:ext uri="{FF2B5EF4-FFF2-40B4-BE49-F238E27FC236}">
                <a16:creationId xmlns:a16="http://schemas.microsoft.com/office/drawing/2014/main" id="{F0124E66-0F76-A24E-6167-E6F0D7A5A6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9850" y="4572000"/>
            <a:ext cx="1276350" cy="1849437"/>
          </a:xfrm>
          <a:prstGeom prst="can">
            <a:avLst>
              <a:gd name="adj" fmla="val 36225"/>
            </a:avLst>
          </a:prstGeom>
          <a:solidFill>
            <a:srgbClr val="5B9BD5">
              <a:alpha val="35001"/>
            </a:srgbClr>
          </a:solidFill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33" name="AutoShape 33">
            <a:extLst>
              <a:ext uri="{FF2B5EF4-FFF2-40B4-BE49-F238E27FC236}">
                <a16:creationId xmlns:a16="http://schemas.microsoft.com/office/drawing/2014/main" id="{1D4FCEBA-0725-DC71-927B-3CD4EAC2F1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5775" y="4154487"/>
            <a:ext cx="457200" cy="779463"/>
          </a:xfrm>
          <a:prstGeom prst="can">
            <a:avLst>
              <a:gd name="adj" fmla="val 42622"/>
            </a:avLst>
          </a:prstGeom>
          <a:solidFill>
            <a:srgbClr val="FFC000"/>
          </a:solidFill>
          <a:ln w="38100" algn="ctr">
            <a:solidFill>
              <a:srgbClr val="F3F3F3"/>
            </a:solidFill>
            <a:round/>
            <a:headEnd/>
            <a:tailEnd/>
          </a:ln>
          <a:effectLst>
            <a:outerShdw dist="28398" dir="3806097" algn="ctr" rotWithShape="0">
              <a:srgbClr val="806000">
                <a:alpha val="50000"/>
              </a:srgbClr>
            </a:outerShdw>
          </a:effec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grpSp>
        <p:nvGrpSpPr>
          <p:cNvPr id="34" name="Group 34">
            <a:extLst>
              <a:ext uri="{FF2B5EF4-FFF2-40B4-BE49-F238E27FC236}">
                <a16:creationId xmlns:a16="http://schemas.microsoft.com/office/drawing/2014/main" id="{D2AC630F-ADDE-4D5E-41F4-A3F2A42ACB94}"/>
              </a:ext>
            </a:extLst>
          </p:cNvPr>
          <p:cNvGrpSpPr>
            <a:grpSpLocks/>
          </p:cNvGrpSpPr>
          <p:nvPr/>
        </p:nvGrpSpPr>
        <p:grpSpPr bwMode="auto">
          <a:xfrm>
            <a:off x="5428425" y="7302500"/>
            <a:ext cx="693738" cy="976312"/>
            <a:chOff x="110576415" y="109622301"/>
            <a:chExt cx="693306" cy="976319"/>
          </a:xfrm>
        </p:grpSpPr>
        <p:sp>
          <p:nvSpPr>
            <p:cNvPr id="35" name="Rectangle 35">
              <a:extLst>
                <a:ext uri="{FF2B5EF4-FFF2-40B4-BE49-F238E27FC236}">
                  <a16:creationId xmlns:a16="http://schemas.microsoft.com/office/drawing/2014/main" id="{652BA459-1524-822E-35E9-111DF17C45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576415" y="109837766"/>
              <a:ext cx="693306" cy="760854"/>
            </a:xfrm>
            <a:prstGeom prst="rect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36" name="Rectangle 36">
              <a:extLst>
                <a:ext uri="{FF2B5EF4-FFF2-40B4-BE49-F238E27FC236}">
                  <a16:creationId xmlns:a16="http://schemas.microsoft.com/office/drawing/2014/main" id="{C311BCAF-0EDB-1AD4-6048-9112E59D8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98690" y="109622301"/>
              <a:ext cx="454073" cy="786183"/>
            </a:xfrm>
            <a:prstGeom prst="rect">
              <a:avLst/>
            </a:prstGeom>
            <a:solidFill>
              <a:srgbClr val="00B050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1280956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F4AF85-860D-1A56-5978-B4078789A9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57" y="2586285"/>
            <a:ext cx="4914286" cy="39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86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0484C5C-E056-ED5A-A9A0-AE7BDC4D81F6}"/>
              </a:ext>
            </a:extLst>
          </p:cNvPr>
          <p:cNvGrpSpPr>
            <a:grpSpLocks/>
          </p:cNvGrpSpPr>
          <p:nvPr/>
        </p:nvGrpSpPr>
        <p:grpSpPr bwMode="auto">
          <a:xfrm>
            <a:off x="604266" y="3892106"/>
            <a:ext cx="2286000" cy="1054100"/>
            <a:chOff x="107261850" y="111159287"/>
            <a:chExt cx="2286000" cy="1054530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486E6065-AE72-2BE9-A0DF-AF5FEFCDA8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79160" y="111159287"/>
              <a:ext cx="1636734" cy="773023"/>
            </a:xfrm>
            <a:prstGeom prst="rect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9310D2A1-CFBD-F6F6-4039-AC211EFE36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57190" y="111397511"/>
              <a:ext cx="1071961" cy="530556"/>
            </a:xfrm>
            <a:prstGeom prst="rect">
              <a:avLst/>
            </a:prstGeom>
            <a:solidFill>
              <a:srgbClr val="FFFFFF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31F9F58D-3B01-2342-9BA0-0544551BFE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932220" y="111683261"/>
              <a:ext cx="914400" cy="530556"/>
            </a:xfrm>
            <a:prstGeom prst="rect">
              <a:avLst/>
            </a:prstGeom>
            <a:solidFill>
              <a:srgbClr val="00B050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cxnSp>
          <p:nvCxnSpPr>
            <p:cNvPr id="7174" name="AutoShape 6">
              <a:extLst>
                <a:ext uri="{FF2B5EF4-FFF2-40B4-BE49-F238E27FC236}">
                  <a16:creationId xmlns:a16="http://schemas.microsoft.com/office/drawing/2014/main" id="{F273865B-3CCF-AEB8-05F5-53A1282FD0B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7261850" y="111930911"/>
              <a:ext cx="2286000" cy="0"/>
            </a:xfrm>
            <a:prstGeom prst="straightConnector1">
              <a:avLst/>
            </a:prstGeom>
            <a:noFill/>
            <a:ln w="25400" algn="ctr">
              <a:solidFill>
                <a:srgbClr val="808080"/>
              </a:solidFill>
              <a:prstDash val="lgDashDot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cxnSp>
      </p:grpSp>
      <p:grpSp>
        <p:nvGrpSpPr>
          <p:cNvPr id="6" name="Group 7">
            <a:extLst>
              <a:ext uri="{FF2B5EF4-FFF2-40B4-BE49-F238E27FC236}">
                <a16:creationId xmlns:a16="http://schemas.microsoft.com/office/drawing/2014/main" id="{5F67F798-E653-770C-70D1-D3B4B0231ACE}"/>
              </a:ext>
            </a:extLst>
          </p:cNvPr>
          <p:cNvGrpSpPr>
            <a:grpSpLocks/>
          </p:cNvGrpSpPr>
          <p:nvPr/>
        </p:nvGrpSpPr>
        <p:grpSpPr bwMode="auto">
          <a:xfrm>
            <a:off x="604266" y="5601843"/>
            <a:ext cx="2286000" cy="1306513"/>
            <a:chOff x="107261850" y="112868924"/>
            <a:chExt cx="2286000" cy="1307458"/>
          </a:xfrm>
        </p:grpSpPr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09C22FEC-4526-23DA-3ECA-C966D1F805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84938" y="112868924"/>
              <a:ext cx="1636734" cy="773023"/>
            </a:xfrm>
            <a:prstGeom prst="rect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3C6316A1-E3B7-9609-DD5C-86373A7845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62968" y="113107148"/>
              <a:ext cx="1071961" cy="530556"/>
            </a:xfrm>
            <a:prstGeom prst="rect">
              <a:avLst/>
            </a:prstGeom>
            <a:solidFill>
              <a:srgbClr val="FFFFFF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9" name="Rectangle 10">
              <a:extLst>
                <a:ext uri="{FF2B5EF4-FFF2-40B4-BE49-F238E27FC236}">
                  <a16:creationId xmlns:a16="http://schemas.microsoft.com/office/drawing/2014/main" id="{9CA603E8-8D66-4607-D034-71E3EC3DD0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62968" y="113645826"/>
              <a:ext cx="1071961" cy="530556"/>
            </a:xfrm>
            <a:prstGeom prst="rect">
              <a:avLst/>
            </a:prstGeom>
            <a:solidFill>
              <a:srgbClr val="00B050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cxnSp>
          <p:nvCxnSpPr>
            <p:cNvPr id="7179" name="AutoShape 11">
              <a:extLst>
                <a:ext uri="{FF2B5EF4-FFF2-40B4-BE49-F238E27FC236}">
                  <a16:creationId xmlns:a16="http://schemas.microsoft.com/office/drawing/2014/main" id="{5009AB10-0F06-70D9-6AF2-8A57EEC783C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7261850" y="113645826"/>
              <a:ext cx="2286000" cy="0"/>
            </a:xfrm>
            <a:prstGeom prst="straightConnector1">
              <a:avLst/>
            </a:prstGeom>
            <a:noFill/>
            <a:ln w="25400" algn="ctr">
              <a:solidFill>
                <a:srgbClr val="808080"/>
              </a:solidFill>
              <a:prstDash val="lgDashDot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cxnSp>
      </p:grpSp>
      <p:grpSp>
        <p:nvGrpSpPr>
          <p:cNvPr id="10" name="Group 12">
            <a:extLst>
              <a:ext uri="{FF2B5EF4-FFF2-40B4-BE49-F238E27FC236}">
                <a16:creationId xmlns:a16="http://schemas.microsoft.com/office/drawing/2014/main" id="{3316D267-3578-96C1-31A3-B82FB7568C07}"/>
              </a:ext>
            </a:extLst>
          </p:cNvPr>
          <p:cNvGrpSpPr>
            <a:grpSpLocks/>
          </p:cNvGrpSpPr>
          <p:nvPr/>
        </p:nvGrpSpPr>
        <p:grpSpPr bwMode="auto">
          <a:xfrm>
            <a:off x="3569716" y="3342831"/>
            <a:ext cx="2286000" cy="1503362"/>
            <a:chOff x="110228771" y="110610193"/>
            <a:chExt cx="2286000" cy="1503326"/>
          </a:xfrm>
        </p:grpSpPr>
        <p:sp>
          <p:nvSpPr>
            <p:cNvPr id="11" name="Rectangle 13">
              <a:extLst>
                <a:ext uri="{FF2B5EF4-FFF2-40B4-BE49-F238E27FC236}">
                  <a16:creationId xmlns:a16="http://schemas.microsoft.com/office/drawing/2014/main" id="{A5A5B38D-6A76-27D1-EBFD-457CDCF71B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57371" y="111360445"/>
              <a:ext cx="1828800" cy="753074"/>
            </a:xfrm>
            <a:prstGeom prst="rect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2" name="Rectangle 14">
              <a:extLst>
                <a:ext uri="{FF2B5EF4-FFF2-40B4-BE49-F238E27FC236}">
                  <a16:creationId xmlns:a16="http://schemas.microsoft.com/office/drawing/2014/main" id="{9C8CC3A6-6F67-2C27-2BC5-648E2DF43A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57371" y="110610193"/>
              <a:ext cx="1828800" cy="753074"/>
            </a:xfrm>
            <a:prstGeom prst="rect">
              <a:avLst/>
            </a:prstGeom>
            <a:solidFill>
              <a:srgbClr val="00B050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3" name="Rectangle 15">
              <a:extLst>
                <a:ext uri="{FF2B5EF4-FFF2-40B4-BE49-F238E27FC236}">
                  <a16:creationId xmlns:a16="http://schemas.microsoft.com/office/drawing/2014/main" id="{0A9CCAEE-485B-A339-240B-85147681274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10777411" y="110843581"/>
              <a:ext cx="1188720" cy="516864"/>
            </a:xfrm>
            <a:prstGeom prst="rect">
              <a:avLst/>
            </a:prstGeom>
            <a:solidFill>
              <a:srgbClr val="FFFFFF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cxnSp>
          <p:nvCxnSpPr>
            <p:cNvPr id="7184" name="AutoShape 16">
              <a:extLst>
                <a:ext uri="{FF2B5EF4-FFF2-40B4-BE49-F238E27FC236}">
                  <a16:creationId xmlns:a16="http://schemas.microsoft.com/office/drawing/2014/main" id="{BB88B987-F081-E3D1-CE9D-571475BE3E2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10455432" y="111360445"/>
              <a:ext cx="320040" cy="2822"/>
            </a:xfrm>
            <a:prstGeom prst="straightConnector1">
              <a:avLst/>
            </a:prstGeom>
            <a:noFill/>
            <a:ln w="31750" algn="ctr">
              <a:solidFill>
                <a:srgbClr val="FFC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</p:cxnSp>
        <p:cxnSp>
          <p:nvCxnSpPr>
            <p:cNvPr id="7185" name="AutoShape 17">
              <a:extLst>
                <a:ext uri="{FF2B5EF4-FFF2-40B4-BE49-F238E27FC236}">
                  <a16:creationId xmlns:a16="http://schemas.microsoft.com/office/drawing/2014/main" id="{DAAA6B10-B914-494A-CF88-9A4EC85D9E2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11964192" y="111360445"/>
              <a:ext cx="320040" cy="2822"/>
            </a:xfrm>
            <a:prstGeom prst="straightConnector1">
              <a:avLst/>
            </a:prstGeom>
            <a:noFill/>
            <a:ln w="31750" algn="ctr">
              <a:solidFill>
                <a:srgbClr val="FFC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</p:cxnSp>
        <p:cxnSp>
          <p:nvCxnSpPr>
            <p:cNvPr id="7186" name="AutoShape 18">
              <a:extLst>
                <a:ext uri="{FF2B5EF4-FFF2-40B4-BE49-F238E27FC236}">
                  <a16:creationId xmlns:a16="http://schemas.microsoft.com/office/drawing/2014/main" id="{EF8A88AE-F1CC-EECC-A0BD-3B12A081D3C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10228771" y="111363267"/>
              <a:ext cx="2286000" cy="0"/>
            </a:xfrm>
            <a:prstGeom prst="straightConnector1">
              <a:avLst/>
            </a:prstGeom>
            <a:noFill/>
            <a:ln w="25400" algn="ctr">
              <a:solidFill>
                <a:srgbClr val="808080"/>
              </a:solidFill>
              <a:prstDash val="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cxnSp>
      </p:grpSp>
      <p:grpSp>
        <p:nvGrpSpPr>
          <p:cNvPr id="14" name="Group 19">
            <a:extLst>
              <a:ext uri="{FF2B5EF4-FFF2-40B4-BE49-F238E27FC236}">
                <a16:creationId xmlns:a16="http://schemas.microsoft.com/office/drawing/2014/main" id="{E0EED481-2E1D-9CCC-0CFF-344E056DA213}"/>
              </a:ext>
            </a:extLst>
          </p:cNvPr>
          <p:cNvGrpSpPr>
            <a:grpSpLocks/>
          </p:cNvGrpSpPr>
          <p:nvPr/>
        </p:nvGrpSpPr>
        <p:grpSpPr bwMode="auto">
          <a:xfrm>
            <a:off x="3790379" y="1590231"/>
            <a:ext cx="2286000" cy="1497012"/>
            <a:chOff x="110449513" y="108858824"/>
            <a:chExt cx="2286000" cy="1495823"/>
          </a:xfrm>
        </p:grpSpPr>
        <p:sp>
          <p:nvSpPr>
            <p:cNvPr id="15" name="Rectangle 20">
              <a:extLst>
                <a:ext uri="{FF2B5EF4-FFF2-40B4-BE49-F238E27FC236}">
                  <a16:creationId xmlns:a16="http://schemas.microsoft.com/office/drawing/2014/main" id="{EC7EFC43-3B9B-DB54-935A-A61D98C3A3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78113" y="109601573"/>
              <a:ext cx="1828800" cy="753074"/>
            </a:xfrm>
            <a:prstGeom prst="rect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6" name="Rectangle 21">
              <a:extLst>
                <a:ext uri="{FF2B5EF4-FFF2-40B4-BE49-F238E27FC236}">
                  <a16:creationId xmlns:a16="http://schemas.microsoft.com/office/drawing/2014/main" id="{50D3D59B-6035-C3C8-8CD6-42F16D5227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998153" y="109601573"/>
              <a:ext cx="1188720" cy="516864"/>
            </a:xfrm>
            <a:prstGeom prst="rect">
              <a:avLst/>
            </a:prstGeom>
            <a:solidFill>
              <a:srgbClr val="FFFFFF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7" name="Rectangle 22">
              <a:extLst>
                <a:ext uri="{FF2B5EF4-FFF2-40B4-BE49-F238E27FC236}">
                  <a16:creationId xmlns:a16="http://schemas.microsoft.com/office/drawing/2014/main" id="{F0CFA9B8-26CB-0AE2-B366-74696C9357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78113" y="108858824"/>
              <a:ext cx="1828800" cy="753074"/>
            </a:xfrm>
            <a:prstGeom prst="rect">
              <a:avLst/>
            </a:prstGeom>
            <a:solidFill>
              <a:srgbClr val="00B050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8" name="Rectangle 23">
              <a:extLst>
                <a:ext uri="{FF2B5EF4-FFF2-40B4-BE49-F238E27FC236}">
                  <a16:creationId xmlns:a16="http://schemas.microsoft.com/office/drawing/2014/main" id="{8C67AFCE-E1E2-3315-C14D-3F9E198FA31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10998153" y="109095034"/>
              <a:ext cx="1188720" cy="516864"/>
            </a:xfrm>
            <a:prstGeom prst="rect">
              <a:avLst/>
            </a:prstGeom>
            <a:solidFill>
              <a:srgbClr val="FFFFFF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cxnSp>
          <p:nvCxnSpPr>
            <p:cNvPr id="7192" name="AutoShape 24">
              <a:extLst>
                <a:ext uri="{FF2B5EF4-FFF2-40B4-BE49-F238E27FC236}">
                  <a16:creationId xmlns:a16="http://schemas.microsoft.com/office/drawing/2014/main" id="{6FBE1B2D-09BE-4E4F-EBB1-0E4B6266940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10678113" y="109611898"/>
              <a:ext cx="320040" cy="0"/>
            </a:xfrm>
            <a:prstGeom prst="straightConnector1">
              <a:avLst/>
            </a:prstGeom>
            <a:noFill/>
            <a:ln w="31750">
              <a:solidFill>
                <a:srgbClr val="FFC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</p:cxnSp>
        <p:cxnSp>
          <p:nvCxnSpPr>
            <p:cNvPr id="7193" name="AutoShape 25">
              <a:extLst>
                <a:ext uri="{FF2B5EF4-FFF2-40B4-BE49-F238E27FC236}">
                  <a16:creationId xmlns:a16="http://schemas.microsoft.com/office/drawing/2014/main" id="{7E8412F3-DC66-63FE-80DD-1BB74350361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12186873" y="109609076"/>
              <a:ext cx="320040" cy="2822"/>
            </a:xfrm>
            <a:prstGeom prst="straightConnector1">
              <a:avLst/>
            </a:prstGeom>
            <a:noFill/>
            <a:ln w="31750" algn="ctr">
              <a:solidFill>
                <a:srgbClr val="FFC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</p:cxnSp>
        <p:cxnSp>
          <p:nvCxnSpPr>
            <p:cNvPr id="7194" name="AutoShape 26">
              <a:extLst>
                <a:ext uri="{FF2B5EF4-FFF2-40B4-BE49-F238E27FC236}">
                  <a16:creationId xmlns:a16="http://schemas.microsoft.com/office/drawing/2014/main" id="{31D78A20-0FDB-4618-570D-5C14DF23692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10449513" y="109611898"/>
              <a:ext cx="2286000" cy="0"/>
            </a:xfrm>
            <a:prstGeom prst="straightConnector1">
              <a:avLst/>
            </a:prstGeom>
            <a:noFill/>
            <a:ln w="25400">
              <a:solidFill>
                <a:srgbClr val="808080"/>
              </a:solidFill>
              <a:prstDash val="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cxnSp>
      </p:grpSp>
      <p:grpSp>
        <p:nvGrpSpPr>
          <p:cNvPr id="19" name="Group 27">
            <a:extLst>
              <a:ext uri="{FF2B5EF4-FFF2-40B4-BE49-F238E27FC236}">
                <a16:creationId xmlns:a16="http://schemas.microsoft.com/office/drawing/2014/main" id="{54B9DF12-EDFD-3060-3DB7-B626D6FD30F0}"/>
              </a:ext>
            </a:extLst>
          </p:cNvPr>
          <p:cNvGrpSpPr>
            <a:grpSpLocks/>
          </p:cNvGrpSpPr>
          <p:nvPr/>
        </p:nvGrpSpPr>
        <p:grpSpPr bwMode="auto">
          <a:xfrm>
            <a:off x="3841179" y="5524056"/>
            <a:ext cx="2286000" cy="914400"/>
            <a:chOff x="110499228" y="112792337"/>
            <a:chExt cx="2286000" cy="914400"/>
          </a:xfrm>
        </p:grpSpPr>
        <p:sp>
          <p:nvSpPr>
            <p:cNvPr id="20" name="Rectangle 28">
              <a:extLst>
                <a:ext uri="{FF2B5EF4-FFF2-40B4-BE49-F238E27FC236}">
                  <a16:creationId xmlns:a16="http://schemas.microsoft.com/office/drawing/2014/main" id="{7EA8C3DA-3309-A557-04F1-86EDCAD9E1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26389" y="112792337"/>
              <a:ext cx="1828800" cy="914400"/>
            </a:xfrm>
            <a:prstGeom prst="rect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1" name="Rectangle 29">
              <a:extLst>
                <a:ext uri="{FF2B5EF4-FFF2-40B4-BE49-F238E27FC236}">
                  <a16:creationId xmlns:a16="http://schemas.microsoft.com/office/drawing/2014/main" id="{7624BE0E-85EF-4FD4-57C2-41AF4E7B00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954989" y="112975714"/>
              <a:ext cx="1371600" cy="548640"/>
            </a:xfrm>
            <a:prstGeom prst="rect">
              <a:avLst/>
            </a:prstGeom>
            <a:solidFill>
              <a:srgbClr val="FFFFFF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2" name="Rectangle 30">
              <a:extLst>
                <a:ext uri="{FF2B5EF4-FFF2-40B4-BE49-F238E27FC236}">
                  <a16:creationId xmlns:a16="http://schemas.microsoft.com/office/drawing/2014/main" id="{0C4A96CD-0A06-5AE9-2D1B-7C6001B647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92149" y="112975217"/>
              <a:ext cx="1097280" cy="409886"/>
            </a:xfrm>
            <a:prstGeom prst="rect">
              <a:avLst/>
            </a:prstGeom>
            <a:solidFill>
              <a:srgbClr val="00B050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cxnSp>
          <p:nvCxnSpPr>
            <p:cNvPr id="7199" name="AutoShape 31">
              <a:extLst>
                <a:ext uri="{FF2B5EF4-FFF2-40B4-BE49-F238E27FC236}">
                  <a16:creationId xmlns:a16="http://schemas.microsoft.com/office/drawing/2014/main" id="{DE54E61B-B7E1-6477-FD13-511657FF415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11092149" y="112975217"/>
              <a:ext cx="1097280" cy="0"/>
            </a:xfrm>
            <a:prstGeom prst="straightConnector1">
              <a:avLst/>
            </a:prstGeom>
            <a:noFill/>
            <a:ln w="25400" algn="ctr">
              <a:solidFill>
                <a:srgbClr val="FFDA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cxnSp>
        <p:cxnSp>
          <p:nvCxnSpPr>
            <p:cNvPr id="7200" name="AutoShape 32">
              <a:extLst>
                <a:ext uri="{FF2B5EF4-FFF2-40B4-BE49-F238E27FC236}">
                  <a16:creationId xmlns:a16="http://schemas.microsoft.com/office/drawing/2014/main" id="{94A16E11-077B-06CC-2EA1-3C9871FB396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10499228" y="112971904"/>
              <a:ext cx="2286000" cy="0"/>
            </a:xfrm>
            <a:prstGeom prst="straightConnector1">
              <a:avLst/>
            </a:prstGeom>
            <a:noFill/>
            <a:ln w="25400" algn="ctr">
              <a:solidFill>
                <a:srgbClr val="808080"/>
              </a:solidFill>
              <a:prstDash val="lgDashDot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cxnSp>
      </p:grpSp>
      <p:grpSp>
        <p:nvGrpSpPr>
          <p:cNvPr id="23" name="Group 33">
            <a:extLst>
              <a:ext uri="{FF2B5EF4-FFF2-40B4-BE49-F238E27FC236}">
                <a16:creationId xmlns:a16="http://schemas.microsoft.com/office/drawing/2014/main" id="{852E0B7E-A506-BAC4-0279-92743611FABC}"/>
              </a:ext>
            </a:extLst>
          </p:cNvPr>
          <p:cNvGrpSpPr>
            <a:grpSpLocks/>
          </p:cNvGrpSpPr>
          <p:nvPr/>
        </p:nvGrpSpPr>
        <p:grpSpPr bwMode="auto">
          <a:xfrm>
            <a:off x="655066" y="1604518"/>
            <a:ext cx="2286000" cy="914400"/>
            <a:chOff x="107312648" y="108872765"/>
            <a:chExt cx="2286000" cy="914400"/>
          </a:xfrm>
        </p:grpSpPr>
        <p:sp>
          <p:nvSpPr>
            <p:cNvPr id="24" name="Rectangle 34">
              <a:extLst>
                <a:ext uri="{FF2B5EF4-FFF2-40B4-BE49-F238E27FC236}">
                  <a16:creationId xmlns:a16="http://schemas.microsoft.com/office/drawing/2014/main" id="{227E5C07-71E9-D8C5-86DA-D4A97B92CE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41248" y="108872765"/>
              <a:ext cx="1828800" cy="914400"/>
            </a:xfrm>
            <a:prstGeom prst="rect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5" name="Rectangle 35">
              <a:extLst>
                <a:ext uri="{FF2B5EF4-FFF2-40B4-BE49-F238E27FC236}">
                  <a16:creationId xmlns:a16="http://schemas.microsoft.com/office/drawing/2014/main" id="{F835B359-02D4-D5BF-E406-CB6CB27719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51904" y="109052933"/>
              <a:ext cx="1197752" cy="548640"/>
            </a:xfrm>
            <a:prstGeom prst="rect">
              <a:avLst/>
            </a:prstGeom>
            <a:solidFill>
              <a:srgbClr val="FFFFFF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6" name="Rectangle 36">
              <a:extLst>
                <a:ext uri="{FF2B5EF4-FFF2-40B4-BE49-F238E27FC236}">
                  <a16:creationId xmlns:a16="http://schemas.microsoft.com/office/drawing/2014/main" id="{8A307437-AE6A-3D90-1306-450D04EE62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999821" y="109390437"/>
              <a:ext cx="914400" cy="164592"/>
            </a:xfrm>
            <a:prstGeom prst="rect">
              <a:avLst/>
            </a:prstGeom>
            <a:solidFill>
              <a:srgbClr val="00B050"/>
            </a:solidFill>
            <a:ln w="3175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cxnSp>
          <p:nvCxnSpPr>
            <p:cNvPr id="7205" name="AutoShape 37">
              <a:extLst>
                <a:ext uri="{FF2B5EF4-FFF2-40B4-BE49-F238E27FC236}">
                  <a16:creationId xmlns:a16="http://schemas.microsoft.com/office/drawing/2014/main" id="{7B8EB7E0-0064-DE5F-A79D-A980563EB3D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07846179" y="109390268"/>
              <a:ext cx="1206473" cy="0"/>
            </a:xfrm>
            <a:prstGeom prst="straightConnector1">
              <a:avLst/>
            </a:prstGeom>
            <a:noFill/>
            <a:ln w="317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cxnSp>
        <p:cxnSp>
          <p:nvCxnSpPr>
            <p:cNvPr id="7206" name="AutoShape 38">
              <a:extLst>
                <a:ext uri="{FF2B5EF4-FFF2-40B4-BE49-F238E27FC236}">
                  <a16:creationId xmlns:a16="http://schemas.microsoft.com/office/drawing/2014/main" id="{5AAB2D2C-7640-4A6E-0446-F6C7EBFE6D1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7312648" y="109390268"/>
              <a:ext cx="2286000" cy="0"/>
            </a:xfrm>
            <a:prstGeom prst="straightConnector1">
              <a:avLst/>
            </a:prstGeom>
            <a:noFill/>
            <a:ln w="25400" algn="ctr">
              <a:solidFill>
                <a:srgbClr val="808080"/>
              </a:solidFill>
              <a:prstDash val="lgDashDot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cxnSp>
      </p:grpSp>
      <p:grpSp>
        <p:nvGrpSpPr>
          <p:cNvPr id="27" name="Group 39">
            <a:extLst>
              <a:ext uri="{FF2B5EF4-FFF2-40B4-BE49-F238E27FC236}">
                <a16:creationId xmlns:a16="http://schemas.microsoft.com/office/drawing/2014/main" id="{0B693FEE-B25D-9B30-FB51-CC50859FF043}"/>
              </a:ext>
            </a:extLst>
          </p:cNvPr>
          <p:cNvGrpSpPr>
            <a:grpSpLocks/>
          </p:cNvGrpSpPr>
          <p:nvPr/>
        </p:nvGrpSpPr>
        <p:grpSpPr bwMode="auto">
          <a:xfrm>
            <a:off x="596329" y="2731643"/>
            <a:ext cx="2286000" cy="844550"/>
            <a:chOff x="107254896" y="109998861"/>
            <a:chExt cx="2286000" cy="845457"/>
          </a:xfrm>
        </p:grpSpPr>
        <p:sp>
          <p:nvSpPr>
            <p:cNvPr id="28" name="Rectangle 40">
              <a:extLst>
                <a:ext uri="{FF2B5EF4-FFF2-40B4-BE49-F238E27FC236}">
                  <a16:creationId xmlns:a16="http://schemas.microsoft.com/office/drawing/2014/main" id="{39EF3576-252D-E243-3A82-6FAA50301E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66650" y="109998861"/>
              <a:ext cx="1701354" cy="845457"/>
            </a:xfrm>
            <a:prstGeom prst="rect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9" name="Rectangle 41">
              <a:extLst>
                <a:ext uri="{FF2B5EF4-FFF2-40B4-BE49-F238E27FC236}">
                  <a16:creationId xmlns:a16="http://schemas.microsoft.com/office/drawing/2014/main" id="{5C52ADE3-1807-D820-CFEE-9516155284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55657" y="110126533"/>
              <a:ext cx="1114283" cy="322448"/>
            </a:xfrm>
            <a:prstGeom prst="rect">
              <a:avLst/>
            </a:prstGeom>
            <a:solidFill>
              <a:srgbClr val="FFFFFF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30" name="Rectangle 42">
              <a:extLst>
                <a:ext uri="{FF2B5EF4-FFF2-40B4-BE49-F238E27FC236}">
                  <a16:creationId xmlns:a16="http://schemas.microsoft.com/office/drawing/2014/main" id="{2238FA6F-E24F-1A0B-D40D-4DDCA3DB32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963234" y="110448981"/>
              <a:ext cx="914400" cy="258269"/>
            </a:xfrm>
            <a:prstGeom prst="rect">
              <a:avLst/>
            </a:prstGeom>
            <a:solidFill>
              <a:srgbClr val="FFC000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cxnSp>
          <p:nvCxnSpPr>
            <p:cNvPr id="7211" name="AutoShape 43">
              <a:extLst>
                <a:ext uri="{FF2B5EF4-FFF2-40B4-BE49-F238E27FC236}">
                  <a16:creationId xmlns:a16="http://schemas.microsoft.com/office/drawing/2014/main" id="{1B6689C0-6B0B-5FDB-FEF5-22A81C34DC6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07963208" y="110455812"/>
              <a:ext cx="914400" cy="0"/>
            </a:xfrm>
            <a:prstGeom prst="straightConnector1">
              <a:avLst/>
            </a:prstGeom>
            <a:noFill/>
            <a:ln w="31750">
              <a:solidFill>
                <a:srgbClr val="FFC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</p:cxnSp>
        <p:cxnSp>
          <p:nvCxnSpPr>
            <p:cNvPr id="7212" name="AutoShape 44">
              <a:extLst>
                <a:ext uri="{FF2B5EF4-FFF2-40B4-BE49-F238E27FC236}">
                  <a16:creationId xmlns:a16="http://schemas.microsoft.com/office/drawing/2014/main" id="{38CE7861-60A2-C700-A4C2-55AC8E544C7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7254896" y="110453250"/>
              <a:ext cx="2286000" cy="0"/>
            </a:xfrm>
            <a:prstGeom prst="straightConnector1">
              <a:avLst/>
            </a:prstGeom>
            <a:noFill/>
            <a:ln w="25400" algn="ctr">
              <a:solidFill>
                <a:srgbClr val="808080"/>
              </a:solidFill>
              <a:prstDash val="lgDashDot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201407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1207969-B45A-0A80-C674-503C24ECA51A}"/>
              </a:ext>
            </a:extLst>
          </p:cNvPr>
          <p:cNvGrpSpPr>
            <a:grpSpLocks/>
          </p:cNvGrpSpPr>
          <p:nvPr/>
        </p:nvGrpSpPr>
        <p:grpSpPr bwMode="auto">
          <a:xfrm>
            <a:off x="122682" y="-385763"/>
            <a:ext cx="1828800" cy="1828800"/>
            <a:chOff x="107840477" y="106229791"/>
            <a:chExt cx="1828800" cy="1828800"/>
          </a:xfrm>
        </p:grpSpPr>
        <p:sp>
          <p:nvSpPr>
            <p:cNvPr id="3" name="Oval 3">
              <a:extLst>
                <a:ext uri="{FF2B5EF4-FFF2-40B4-BE49-F238E27FC236}">
                  <a16:creationId xmlns:a16="http://schemas.microsoft.com/office/drawing/2014/main" id="{900CDD1E-94FA-0723-413B-FAD6DF97A1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40477" y="106229791"/>
              <a:ext cx="1828800" cy="1828800"/>
            </a:xfrm>
            <a:prstGeom prst="ellipse">
              <a:avLst/>
            </a:prstGeom>
            <a:solidFill>
              <a:srgbClr val="FFC000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4" name="Oval 4">
              <a:extLst>
                <a:ext uri="{FF2B5EF4-FFF2-40B4-BE49-F238E27FC236}">
                  <a16:creationId xmlns:a16="http://schemas.microsoft.com/office/drawing/2014/main" id="{5540A883-9563-9F8E-86DF-E616B48BB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0517" y="106549831"/>
              <a:ext cx="1188720" cy="1188720"/>
            </a:xfrm>
            <a:prstGeom prst="ellipse">
              <a:avLst/>
            </a:prstGeom>
            <a:solidFill>
              <a:srgbClr val="FFFFFF"/>
            </a:solidFill>
            <a:ln w="38100" cmpd="dbl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16EE29A-BC7E-D06C-F7D6-2B692C558BE1}"/>
              </a:ext>
            </a:extLst>
          </p:cNvPr>
          <p:cNvGrpSpPr>
            <a:grpSpLocks/>
          </p:cNvGrpSpPr>
          <p:nvPr/>
        </p:nvGrpSpPr>
        <p:grpSpPr bwMode="auto">
          <a:xfrm>
            <a:off x="2003870" y="2193925"/>
            <a:ext cx="2286000" cy="914400"/>
            <a:chOff x="107312648" y="108872765"/>
            <a:chExt cx="2286000" cy="914400"/>
          </a:xfrm>
        </p:grpSpPr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B94179C3-1334-A3A1-EA1F-78F0B192D5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41248" y="108872765"/>
              <a:ext cx="1828800" cy="914400"/>
            </a:xfrm>
            <a:prstGeom prst="rect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378C02F0-CA6F-6554-0BEF-46ED76836A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51904" y="109052933"/>
              <a:ext cx="1197752" cy="548640"/>
            </a:xfrm>
            <a:prstGeom prst="rect">
              <a:avLst/>
            </a:prstGeom>
            <a:solidFill>
              <a:srgbClr val="FFFFFF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33264567-C4D3-E173-21C7-F41665A329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999821" y="109390437"/>
              <a:ext cx="914400" cy="164592"/>
            </a:xfrm>
            <a:prstGeom prst="rect">
              <a:avLst/>
            </a:prstGeom>
            <a:solidFill>
              <a:srgbClr val="00B050"/>
            </a:solidFill>
            <a:ln w="3175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cxnSp>
          <p:nvCxnSpPr>
            <p:cNvPr id="8201" name="AutoShape 9">
              <a:extLst>
                <a:ext uri="{FF2B5EF4-FFF2-40B4-BE49-F238E27FC236}">
                  <a16:creationId xmlns:a16="http://schemas.microsoft.com/office/drawing/2014/main" id="{0B091406-3AA1-736D-F7F4-D661CD96E7D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07846179" y="109390268"/>
              <a:ext cx="1206473" cy="0"/>
            </a:xfrm>
            <a:prstGeom prst="straightConnector1">
              <a:avLst/>
            </a:prstGeom>
            <a:noFill/>
            <a:ln w="3175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cxnSp>
        <p:cxnSp>
          <p:nvCxnSpPr>
            <p:cNvPr id="8202" name="AutoShape 10">
              <a:extLst>
                <a:ext uri="{FF2B5EF4-FFF2-40B4-BE49-F238E27FC236}">
                  <a16:creationId xmlns:a16="http://schemas.microsoft.com/office/drawing/2014/main" id="{C193F92F-14B0-2201-0AAB-A0CFB5DE604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7312648" y="109390268"/>
              <a:ext cx="2286000" cy="0"/>
            </a:xfrm>
            <a:prstGeom prst="straightConnector1">
              <a:avLst/>
            </a:prstGeom>
            <a:noFill/>
            <a:ln w="25400" algn="ctr">
              <a:solidFill>
                <a:srgbClr val="808080"/>
              </a:solidFill>
              <a:prstDash val="lgDashDot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cxnSp>
      </p:grpSp>
      <p:grpSp>
        <p:nvGrpSpPr>
          <p:cNvPr id="9" name="Group 11">
            <a:extLst>
              <a:ext uri="{FF2B5EF4-FFF2-40B4-BE49-F238E27FC236}">
                <a16:creationId xmlns:a16="http://schemas.microsoft.com/office/drawing/2014/main" id="{A48181F0-7848-12CF-D13A-26118562ED65}"/>
              </a:ext>
            </a:extLst>
          </p:cNvPr>
          <p:cNvGrpSpPr>
            <a:grpSpLocks/>
          </p:cNvGrpSpPr>
          <p:nvPr/>
        </p:nvGrpSpPr>
        <p:grpSpPr bwMode="auto">
          <a:xfrm>
            <a:off x="122682" y="1482725"/>
            <a:ext cx="1828800" cy="1828800"/>
            <a:chOff x="107373052" y="110523643"/>
            <a:chExt cx="1828800" cy="1828800"/>
          </a:xfrm>
        </p:grpSpPr>
        <p:sp>
          <p:nvSpPr>
            <p:cNvPr id="10" name="Oval 12">
              <a:extLst>
                <a:ext uri="{FF2B5EF4-FFF2-40B4-BE49-F238E27FC236}">
                  <a16:creationId xmlns:a16="http://schemas.microsoft.com/office/drawing/2014/main" id="{2F892065-B57A-DC1E-0EED-B59E6AA391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73052" y="110523643"/>
              <a:ext cx="1828800" cy="1828800"/>
            </a:xfrm>
            <a:prstGeom prst="ellipse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1" name="Oval 13">
              <a:extLst>
                <a:ext uri="{FF2B5EF4-FFF2-40B4-BE49-F238E27FC236}">
                  <a16:creationId xmlns:a16="http://schemas.microsoft.com/office/drawing/2014/main" id="{2B739109-98F5-C1ED-2BBF-FF08AC67FE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93092" y="110843683"/>
              <a:ext cx="1188720" cy="1188720"/>
            </a:xfrm>
            <a:prstGeom prst="ellipse">
              <a:avLst/>
            </a:prstGeom>
            <a:solidFill>
              <a:srgbClr val="FFFFFF"/>
            </a:solidFill>
            <a:ln w="38100" cmpd="dbl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2" name="Oval 14">
              <a:extLst>
                <a:ext uri="{FF2B5EF4-FFF2-40B4-BE49-F238E27FC236}">
                  <a16:creationId xmlns:a16="http://schemas.microsoft.com/office/drawing/2014/main" id="{8A34A47C-2F00-FE6E-173E-9088BCC0B0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30252" y="110980843"/>
              <a:ext cx="914400" cy="914400"/>
            </a:xfrm>
            <a:prstGeom prst="ellipse">
              <a:avLst/>
            </a:prstGeom>
            <a:solidFill>
              <a:srgbClr val="00B050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grpSp>
        <p:nvGrpSpPr>
          <p:cNvPr id="13" name="Group 15">
            <a:extLst>
              <a:ext uri="{FF2B5EF4-FFF2-40B4-BE49-F238E27FC236}">
                <a16:creationId xmlns:a16="http://schemas.microsoft.com/office/drawing/2014/main" id="{73C2D668-83D3-5DCD-833D-004176F148C1}"/>
              </a:ext>
            </a:extLst>
          </p:cNvPr>
          <p:cNvGrpSpPr>
            <a:grpSpLocks/>
          </p:cNvGrpSpPr>
          <p:nvPr/>
        </p:nvGrpSpPr>
        <p:grpSpPr bwMode="auto">
          <a:xfrm>
            <a:off x="2003870" y="3890962"/>
            <a:ext cx="2286000" cy="846138"/>
            <a:chOff x="107254896" y="109998861"/>
            <a:chExt cx="2286000" cy="845457"/>
          </a:xfrm>
        </p:grpSpPr>
        <p:sp>
          <p:nvSpPr>
            <p:cNvPr id="14" name="Rectangle 16">
              <a:extLst>
                <a:ext uri="{FF2B5EF4-FFF2-40B4-BE49-F238E27FC236}">
                  <a16:creationId xmlns:a16="http://schemas.microsoft.com/office/drawing/2014/main" id="{1BF51B99-4FDA-71F2-83EB-CC62D6D302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66650" y="109998861"/>
              <a:ext cx="1701354" cy="845457"/>
            </a:xfrm>
            <a:prstGeom prst="rect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5" name="Rectangle 17">
              <a:extLst>
                <a:ext uri="{FF2B5EF4-FFF2-40B4-BE49-F238E27FC236}">
                  <a16:creationId xmlns:a16="http://schemas.microsoft.com/office/drawing/2014/main" id="{AF9FB5B2-EDB1-2FFE-13E5-F4F8AC3260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55657" y="110126533"/>
              <a:ext cx="1114283" cy="322448"/>
            </a:xfrm>
            <a:prstGeom prst="rect">
              <a:avLst/>
            </a:prstGeom>
            <a:solidFill>
              <a:srgbClr val="FFFFFF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6" name="Rectangle 18">
              <a:extLst>
                <a:ext uri="{FF2B5EF4-FFF2-40B4-BE49-F238E27FC236}">
                  <a16:creationId xmlns:a16="http://schemas.microsoft.com/office/drawing/2014/main" id="{4BB83522-964B-0E51-AFC0-37DF745B65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963234" y="110448981"/>
              <a:ext cx="914400" cy="258269"/>
            </a:xfrm>
            <a:prstGeom prst="rect">
              <a:avLst/>
            </a:prstGeom>
            <a:solidFill>
              <a:srgbClr val="FFC000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cxnSp>
          <p:nvCxnSpPr>
            <p:cNvPr id="8211" name="AutoShape 19">
              <a:extLst>
                <a:ext uri="{FF2B5EF4-FFF2-40B4-BE49-F238E27FC236}">
                  <a16:creationId xmlns:a16="http://schemas.microsoft.com/office/drawing/2014/main" id="{EE935CB3-BFF6-8070-5C0F-5C86C712566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07963208" y="110455812"/>
              <a:ext cx="914400" cy="0"/>
            </a:xfrm>
            <a:prstGeom prst="straightConnector1">
              <a:avLst/>
            </a:prstGeom>
            <a:noFill/>
            <a:ln w="31750" algn="ctr">
              <a:solidFill>
                <a:srgbClr val="FFC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</p:cxnSp>
        <p:cxnSp>
          <p:nvCxnSpPr>
            <p:cNvPr id="8212" name="AutoShape 20">
              <a:extLst>
                <a:ext uri="{FF2B5EF4-FFF2-40B4-BE49-F238E27FC236}">
                  <a16:creationId xmlns:a16="http://schemas.microsoft.com/office/drawing/2014/main" id="{8124CDC3-E397-7721-9480-AEFFC90D384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7254896" y="110453250"/>
              <a:ext cx="2286000" cy="0"/>
            </a:xfrm>
            <a:prstGeom prst="straightConnector1">
              <a:avLst/>
            </a:prstGeom>
            <a:noFill/>
            <a:ln w="25400" algn="ctr">
              <a:solidFill>
                <a:srgbClr val="808080"/>
              </a:solidFill>
              <a:prstDash val="lgDashDot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cxnSp>
      </p:grpSp>
      <p:grpSp>
        <p:nvGrpSpPr>
          <p:cNvPr id="17" name="Group 21">
            <a:extLst>
              <a:ext uri="{FF2B5EF4-FFF2-40B4-BE49-F238E27FC236}">
                <a16:creationId xmlns:a16="http://schemas.microsoft.com/office/drawing/2014/main" id="{E1AABB1E-C7B3-DB89-98DB-BB219C96C39D}"/>
              </a:ext>
            </a:extLst>
          </p:cNvPr>
          <p:cNvGrpSpPr>
            <a:grpSpLocks/>
          </p:cNvGrpSpPr>
          <p:nvPr/>
        </p:nvGrpSpPr>
        <p:grpSpPr bwMode="auto">
          <a:xfrm>
            <a:off x="122682" y="3352800"/>
            <a:ext cx="1828800" cy="1828800"/>
            <a:chOff x="107001577" y="112638193"/>
            <a:chExt cx="1828800" cy="1828800"/>
          </a:xfrm>
        </p:grpSpPr>
        <p:sp>
          <p:nvSpPr>
            <p:cNvPr id="18" name="Oval 22">
              <a:extLst>
                <a:ext uri="{FF2B5EF4-FFF2-40B4-BE49-F238E27FC236}">
                  <a16:creationId xmlns:a16="http://schemas.microsoft.com/office/drawing/2014/main" id="{E12D862C-9166-746F-F3B6-EB64E008F0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001577" y="112638193"/>
              <a:ext cx="1828800" cy="1828800"/>
            </a:xfrm>
            <a:prstGeom prst="ellipse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9" name="Oval 23">
              <a:extLst>
                <a:ext uri="{FF2B5EF4-FFF2-40B4-BE49-F238E27FC236}">
                  <a16:creationId xmlns:a16="http://schemas.microsoft.com/office/drawing/2014/main" id="{11985D8E-9BBE-C233-E0D8-9AFF453A16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21617" y="112958233"/>
              <a:ext cx="1188720" cy="1188720"/>
            </a:xfrm>
            <a:prstGeom prst="ellipse">
              <a:avLst/>
            </a:prstGeom>
            <a:solidFill>
              <a:srgbClr val="FFFFFF"/>
            </a:solidFill>
            <a:ln w="38100" cmpd="dbl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0" name="Oval 24">
              <a:extLst>
                <a:ext uri="{FF2B5EF4-FFF2-40B4-BE49-F238E27FC236}">
                  <a16:creationId xmlns:a16="http://schemas.microsoft.com/office/drawing/2014/main" id="{807E8102-F31E-7C3A-26BA-0742E9D1A5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58777" y="113095393"/>
              <a:ext cx="914400" cy="914400"/>
            </a:xfrm>
            <a:prstGeom prst="ellipse">
              <a:avLst/>
            </a:prstGeom>
            <a:solidFill>
              <a:srgbClr val="FFC000"/>
            </a:solidFill>
            <a:ln w="38100" cmpd="dbl" algn="ctr">
              <a:solidFill>
                <a:srgbClr val="FFC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grpSp>
        <p:nvGrpSpPr>
          <p:cNvPr id="21" name="Group 25">
            <a:extLst>
              <a:ext uri="{FF2B5EF4-FFF2-40B4-BE49-F238E27FC236}">
                <a16:creationId xmlns:a16="http://schemas.microsoft.com/office/drawing/2014/main" id="{D4B77920-8405-5E81-5FE0-5F6200C637B6}"/>
              </a:ext>
            </a:extLst>
          </p:cNvPr>
          <p:cNvGrpSpPr>
            <a:grpSpLocks/>
          </p:cNvGrpSpPr>
          <p:nvPr/>
        </p:nvGrpSpPr>
        <p:grpSpPr bwMode="auto">
          <a:xfrm>
            <a:off x="2003870" y="5519737"/>
            <a:ext cx="2286000" cy="1054100"/>
            <a:chOff x="107261850" y="111159287"/>
            <a:chExt cx="2286000" cy="1054530"/>
          </a:xfrm>
        </p:grpSpPr>
        <p:sp>
          <p:nvSpPr>
            <p:cNvPr id="22" name="Rectangle 26">
              <a:extLst>
                <a:ext uri="{FF2B5EF4-FFF2-40B4-BE49-F238E27FC236}">
                  <a16:creationId xmlns:a16="http://schemas.microsoft.com/office/drawing/2014/main" id="{DFF271CE-C863-0110-0660-C92F292BDE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79160" y="111159287"/>
              <a:ext cx="1636734" cy="773023"/>
            </a:xfrm>
            <a:prstGeom prst="rect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3" name="Rectangle 27">
              <a:extLst>
                <a:ext uri="{FF2B5EF4-FFF2-40B4-BE49-F238E27FC236}">
                  <a16:creationId xmlns:a16="http://schemas.microsoft.com/office/drawing/2014/main" id="{0711E323-D532-FCF0-66FD-D6672F9131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57190" y="111397511"/>
              <a:ext cx="1071961" cy="530556"/>
            </a:xfrm>
            <a:prstGeom prst="rect">
              <a:avLst/>
            </a:prstGeom>
            <a:solidFill>
              <a:srgbClr val="FFFFFF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4" name="Rectangle 28">
              <a:extLst>
                <a:ext uri="{FF2B5EF4-FFF2-40B4-BE49-F238E27FC236}">
                  <a16:creationId xmlns:a16="http://schemas.microsoft.com/office/drawing/2014/main" id="{C37EC06C-EB0A-F81F-FCA6-DBB29937A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932220" y="111683261"/>
              <a:ext cx="914400" cy="530556"/>
            </a:xfrm>
            <a:prstGeom prst="rect">
              <a:avLst/>
            </a:prstGeom>
            <a:solidFill>
              <a:srgbClr val="00B050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cxnSp>
          <p:nvCxnSpPr>
            <p:cNvPr id="8221" name="AutoShape 29">
              <a:extLst>
                <a:ext uri="{FF2B5EF4-FFF2-40B4-BE49-F238E27FC236}">
                  <a16:creationId xmlns:a16="http://schemas.microsoft.com/office/drawing/2014/main" id="{B9D47373-96A6-79CA-621D-3C245602A56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7261850" y="111930911"/>
              <a:ext cx="2286000" cy="0"/>
            </a:xfrm>
            <a:prstGeom prst="straightConnector1">
              <a:avLst/>
            </a:prstGeom>
            <a:noFill/>
            <a:ln w="25400" algn="ctr">
              <a:solidFill>
                <a:srgbClr val="808080"/>
              </a:solidFill>
              <a:prstDash val="lgDashDot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cxnSp>
      </p:grpSp>
      <p:grpSp>
        <p:nvGrpSpPr>
          <p:cNvPr id="25" name="Group 30">
            <a:extLst>
              <a:ext uri="{FF2B5EF4-FFF2-40B4-BE49-F238E27FC236}">
                <a16:creationId xmlns:a16="http://schemas.microsoft.com/office/drawing/2014/main" id="{27D92DC3-DDAC-575F-7225-BC0BB7BCA8A6}"/>
              </a:ext>
            </a:extLst>
          </p:cNvPr>
          <p:cNvGrpSpPr>
            <a:grpSpLocks/>
          </p:cNvGrpSpPr>
          <p:nvPr/>
        </p:nvGrpSpPr>
        <p:grpSpPr bwMode="auto">
          <a:xfrm>
            <a:off x="4418457" y="5581650"/>
            <a:ext cx="2286000" cy="1308100"/>
            <a:chOff x="107261850" y="112868924"/>
            <a:chExt cx="2286000" cy="1307458"/>
          </a:xfrm>
        </p:grpSpPr>
        <p:sp>
          <p:nvSpPr>
            <p:cNvPr id="26" name="Rectangle 31">
              <a:extLst>
                <a:ext uri="{FF2B5EF4-FFF2-40B4-BE49-F238E27FC236}">
                  <a16:creationId xmlns:a16="http://schemas.microsoft.com/office/drawing/2014/main" id="{D4A142F4-95B2-3486-D2F5-55207B0FD7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84938" y="112868924"/>
              <a:ext cx="1636734" cy="773023"/>
            </a:xfrm>
            <a:prstGeom prst="rect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7" name="Rectangle 32">
              <a:extLst>
                <a:ext uri="{FF2B5EF4-FFF2-40B4-BE49-F238E27FC236}">
                  <a16:creationId xmlns:a16="http://schemas.microsoft.com/office/drawing/2014/main" id="{EB4E6AB9-4821-0E1F-CCAE-F418FDA2FA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62968" y="113107148"/>
              <a:ext cx="1071961" cy="530556"/>
            </a:xfrm>
            <a:prstGeom prst="rect">
              <a:avLst/>
            </a:prstGeom>
            <a:solidFill>
              <a:srgbClr val="FFFFFF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8" name="Rectangle 33">
              <a:extLst>
                <a:ext uri="{FF2B5EF4-FFF2-40B4-BE49-F238E27FC236}">
                  <a16:creationId xmlns:a16="http://schemas.microsoft.com/office/drawing/2014/main" id="{B37ECA6E-B51B-C9B4-EAB4-290E7B3684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62968" y="113645826"/>
              <a:ext cx="1071961" cy="530556"/>
            </a:xfrm>
            <a:prstGeom prst="rect">
              <a:avLst/>
            </a:prstGeom>
            <a:solidFill>
              <a:srgbClr val="00B050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cxnSp>
          <p:nvCxnSpPr>
            <p:cNvPr id="8226" name="AutoShape 34">
              <a:extLst>
                <a:ext uri="{FF2B5EF4-FFF2-40B4-BE49-F238E27FC236}">
                  <a16:creationId xmlns:a16="http://schemas.microsoft.com/office/drawing/2014/main" id="{AC7733F3-9921-C94A-6C5E-491B6BCA65F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7261850" y="113645826"/>
              <a:ext cx="2286000" cy="0"/>
            </a:xfrm>
            <a:prstGeom prst="straightConnector1">
              <a:avLst/>
            </a:prstGeom>
            <a:noFill/>
            <a:ln w="25400" algn="ctr">
              <a:solidFill>
                <a:srgbClr val="808080"/>
              </a:solidFill>
              <a:prstDash val="lgDashDot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cxnSp>
      </p:grpSp>
      <p:grpSp>
        <p:nvGrpSpPr>
          <p:cNvPr id="29" name="Group 35">
            <a:extLst>
              <a:ext uri="{FF2B5EF4-FFF2-40B4-BE49-F238E27FC236}">
                <a16:creationId xmlns:a16="http://schemas.microsoft.com/office/drawing/2014/main" id="{DEA93E28-2E20-8766-9243-606529C4C36F}"/>
              </a:ext>
            </a:extLst>
          </p:cNvPr>
          <p:cNvGrpSpPr>
            <a:grpSpLocks/>
          </p:cNvGrpSpPr>
          <p:nvPr/>
        </p:nvGrpSpPr>
        <p:grpSpPr bwMode="auto">
          <a:xfrm>
            <a:off x="2003870" y="-85725"/>
            <a:ext cx="2286000" cy="1497012"/>
            <a:chOff x="110449513" y="108858824"/>
            <a:chExt cx="2286000" cy="1495823"/>
          </a:xfrm>
        </p:grpSpPr>
        <p:sp>
          <p:nvSpPr>
            <p:cNvPr id="30" name="Rectangle 36">
              <a:extLst>
                <a:ext uri="{FF2B5EF4-FFF2-40B4-BE49-F238E27FC236}">
                  <a16:creationId xmlns:a16="http://schemas.microsoft.com/office/drawing/2014/main" id="{E7F61DD6-53F3-DEFD-D3D3-506807F5C3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78113" y="109601573"/>
              <a:ext cx="1828800" cy="753074"/>
            </a:xfrm>
            <a:prstGeom prst="rect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31" name="Rectangle 37">
              <a:extLst>
                <a:ext uri="{FF2B5EF4-FFF2-40B4-BE49-F238E27FC236}">
                  <a16:creationId xmlns:a16="http://schemas.microsoft.com/office/drawing/2014/main" id="{1F306909-6978-79DF-B076-DE87F2C1FF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998153" y="109601573"/>
              <a:ext cx="1188720" cy="516864"/>
            </a:xfrm>
            <a:prstGeom prst="rect">
              <a:avLst/>
            </a:prstGeom>
            <a:solidFill>
              <a:srgbClr val="FFFFFF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32" name="Rectangle 38">
              <a:extLst>
                <a:ext uri="{FF2B5EF4-FFF2-40B4-BE49-F238E27FC236}">
                  <a16:creationId xmlns:a16="http://schemas.microsoft.com/office/drawing/2014/main" id="{2DD332DC-49D9-61C7-6CB5-2E5B72BFCB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78113" y="108858824"/>
              <a:ext cx="1828800" cy="753074"/>
            </a:xfrm>
            <a:prstGeom prst="rect">
              <a:avLst/>
            </a:prstGeom>
            <a:solidFill>
              <a:srgbClr val="00B050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33" name="Rectangle 39">
              <a:extLst>
                <a:ext uri="{FF2B5EF4-FFF2-40B4-BE49-F238E27FC236}">
                  <a16:creationId xmlns:a16="http://schemas.microsoft.com/office/drawing/2014/main" id="{295FCDA9-A5EA-60B0-92B7-C6986801AC3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10998153" y="109095034"/>
              <a:ext cx="1188720" cy="516864"/>
            </a:xfrm>
            <a:prstGeom prst="rect">
              <a:avLst/>
            </a:prstGeom>
            <a:solidFill>
              <a:srgbClr val="FFFFFF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cxnSp>
          <p:nvCxnSpPr>
            <p:cNvPr id="8232" name="AutoShape 40">
              <a:extLst>
                <a:ext uri="{FF2B5EF4-FFF2-40B4-BE49-F238E27FC236}">
                  <a16:creationId xmlns:a16="http://schemas.microsoft.com/office/drawing/2014/main" id="{C5D87B9C-7102-3ED1-2506-DB1FC394997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10678113" y="109611898"/>
              <a:ext cx="320040" cy="0"/>
            </a:xfrm>
            <a:prstGeom prst="straightConnector1">
              <a:avLst/>
            </a:prstGeom>
            <a:noFill/>
            <a:ln w="31750" algn="ctr">
              <a:solidFill>
                <a:srgbClr val="FFC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</p:cxnSp>
        <p:cxnSp>
          <p:nvCxnSpPr>
            <p:cNvPr id="8233" name="AutoShape 41">
              <a:extLst>
                <a:ext uri="{FF2B5EF4-FFF2-40B4-BE49-F238E27FC236}">
                  <a16:creationId xmlns:a16="http://schemas.microsoft.com/office/drawing/2014/main" id="{16895F15-A9BC-4B16-7EDF-0EFBAAF27FF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12186873" y="109609076"/>
              <a:ext cx="320040" cy="2822"/>
            </a:xfrm>
            <a:prstGeom prst="straightConnector1">
              <a:avLst/>
            </a:prstGeom>
            <a:noFill/>
            <a:ln w="31750" algn="ctr">
              <a:solidFill>
                <a:srgbClr val="FFC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</p:cxnSp>
        <p:cxnSp>
          <p:nvCxnSpPr>
            <p:cNvPr id="8234" name="AutoShape 42">
              <a:extLst>
                <a:ext uri="{FF2B5EF4-FFF2-40B4-BE49-F238E27FC236}">
                  <a16:creationId xmlns:a16="http://schemas.microsoft.com/office/drawing/2014/main" id="{A69F1693-5B3F-BDBD-BE82-CE37D54C63C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10449513" y="109611898"/>
              <a:ext cx="2286000" cy="0"/>
            </a:xfrm>
            <a:prstGeom prst="straightConnector1">
              <a:avLst/>
            </a:prstGeom>
            <a:noFill/>
            <a:ln w="25400" algn="ctr">
              <a:solidFill>
                <a:srgbClr val="808080"/>
              </a:solidFill>
              <a:prstDash val="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cxnSp>
      </p:grpSp>
      <p:grpSp>
        <p:nvGrpSpPr>
          <p:cNvPr id="34" name="Group 43">
            <a:extLst>
              <a:ext uri="{FF2B5EF4-FFF2-40B4-BE49-F238E27FC236}">
                <a16:creationId xmlns:a16="http://schemas.microsoft.com/office/drawing/2014/main" id="{4AAFD1C6-2E58-087F-C581-5D2C411F8308}"/>
              </a:ext>
            </a:extLst>
          </p:cNvPr>
          <p:cNvGrpSpPr>
            <a:grpSpLocks/>
          </p:cNvGrpSpPr>
          <p:nvPr/>
        </p:nvGrpSpPr>
        <p:grpSpPr bwMode="auto">
          <a:xfrm>
            <a:off x="122682" y="5221287"/>
            <a:ext cx="1828800" cy="1828800"/>
            <a:chOff x="107373052" y="110523643"/>
            <a:chExt cx="1828800" cy="1828800"/>
          </a:xfrm>
        </p:grpSpPr>
        <p:sp>
          <p:nvSpPr>
            <p:cNvPr id="35" name="Oval 44">
              <a:extLst>
                <a:ext uri="{FF2B5EF4-FFF2-40B4-BE49-F238E27FC236}">
                  <a16:creationId xmlns:a16="http://schemas.microsoft.com/office/drawing/2014/main" id="{B195BCDE-5636-2172-2758-D50AB09DA6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73052" y="110523643"/>
              <a:ext cx="1828800" cy="1828800"/>
            </a:xfrm>
            <a:prstGeom prst="ellipse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36" name="Oval 45">
              <a:extLst>
                <a:ext uri="{FF2B5EF4-FFF2-40B4-BE49-F238E27FC236}">
                  <a16:creationId xmlns:a16="http://schemas.microsoft.com/office/drawing/2014/main" id="{DDD8AE3B-1D31-72F5-CEEA-E4B5DC3E9C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93092" y="110843683"/>
              <a:ext cx="1188720" cy="1188720"/>
            </a:xfrm>
            <a:prstGeom prst="ellipse">
              <a:avLst/>
            </a:prstGeom>
            <a:solidFill>
              <a:srgbClr val="FFFFFF"/>
            </a:solidFill>
            <a:ln w="38100" cmpd="dbl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37" name="Oval 46">
              <a:extLst>
                <a:ext uri="{FF2B5EF4-FFF2-40B4-BE49-F238E27FC236}">
                  <a16:creationId xmlns:a16="http://schemas.microsoft.com/office/drawing/2014/main" id="{88AE4CCB-963A-9850-B909-B830048E59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30252" y="110980843"/>
              <a:ext cx="914400" cy="914400"/>
            </a:xfrm>
            <a:prstGeom prst="ellipse">
              <a:avLst/>
            </a:prstGeom>
            <a:solidFill>
              <a:srgbClr val="00B050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grpSp>
        <p:nvGrpSpPr>
          <p:cNvPr id="38" name="Group 47">
            <a:extLst>
              <a:ext uri="{FF2B5EF4-FFF2-40B4-BE49-F238E27FC236}">
                <a16:creationId xmlns:a16="http://schemas.microsoft.com/office/drawing/2014/main" id="{4D341DCC-5A36-3D22-BF82-AF2A98731740}"/>
              </a:ext>
            </a:extLst>
          </p:cNvPr>
          <p:cNvGrpSpPr>
            <a:grpSpLocks/>
          </p:cNvGrpSpPr>
          <p:nvPr/>
        </p:nvGrpSpPr>
        <p:grpSpPr bwMode="auto">
          <a:xfrm>
            <a:off x="122682" y="7091362"/>
            <a:ext cx="1828800" cy="1828800"/>
            <a:chOff x="110696350" y="110637943"/>
            <a:chExt cx="1828800" cy="1828800"/>
          </a:xfrm>
        </p:grpSpPr>
        <p:sp>
          <p:nvSpPr>
            <p:cNvPr id="39" name="Oval 48">
              <a:extLst>
                <a:ext uri="{FF2B5EF4-FFF2-40B4-BE49-F238E27FC236}">
                  <a16:creationId xmlns:a16="http://schemas.microsoft.com/office/drawing/2014/main" id="{BCD45676-63C2-5BDB-04E5-A81F46C309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96350" y="110637943"/>
              <a:ext cx="1828800" cy="1828800"/>
            </a:xfrm>
            <a:prstGeom prst="ellipse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40" name="Oval 49">
              <a:extLst>
                <a:ext uri="{FF2B5EF4-FFF2-40B4-BE49-F238E27FC236}">
                  <a16:creationId xmlns:a16="http://schemas.microsoft.com/office/drawing/2014/main" id="{45CE9FFF-8184-D057-C79F-0FD9A0C5CC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16390" y="110957983"/>
              <a:ext cx="1188720" cy="1188720"/>
            </a:xfrm>
            <a:prstGeom prst="ellipse">
              <a:avLst/>
            </a:prstGeom>
            <a:solidFill>
              <a:srgbClr val="FFFFFF"/>
            </a:solidFill>
            <a:ln w="38100" cmpd="dbl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41" name="Oval 50">
              <a:extLst>
                <a:ext uri="{FF2B5EF4-FFF2-40B4-BE49-F238E27FC236}">
                  <a16:creationId xmlns:a16="http://schemas.microsoft.com/office/drawing/2014/main" id="{42C86F44-C389-082C-7F3D-703E60E8FE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53550" y="111095143"/>
              <a:ext cx="914400" cy="914400"/>
            </a:xfrm>
            <a:prstGeom prst="ellipse">
              <a:avLst/>
            </a:prstGeom>
            <a:solidFill>
              <a:srgbClr val="00B050"/>
            </a:solidFill>
            <a:ln w="38100" cmpd="dbl" algn="ctr">
              <a:solidFill>
                <a:srgbClr val="FFC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grpSp>
        <p:nvGrpSpPr>
          <p:cNvPr id="42" name="Group 51">
            <a:extLst>
              <a:ext uri="{FF2B5EF4-FFF2-40B4-BE49-F238E27FC236}">
                <a16:creationId xmlns:a16="http://schemas.microsoft.com/office/drawing/2014/main" id="{0B9DC6BE-7611-4C15-87AF-D2E64DDD3C83}"/>
              </a:ext>
            </a:extLst>
          </p:cNvPr>
          <p:cNvGrpSpPr>
            <a:grpSpLocks/>
          </p:cNvGrpSpPr>
          <p:nvPr/>
        </p:nvGrpSpPr>
        <p:grpSpPr bwMode="auto">
          <a:xfrm>
            <a:off x="2003870" y="7548562"/>
            <a:ext cx="2286000" cy="914400"/>
            <a:chOff x="110499228" y="112792337"/>
            <a:chExt cx="2286000" cy="914400"/>
          </a:xfrm>
        </p:grpSpPr>
        <p:sp>
          <p:nvSpPr>
            <p:cNvPr id="43" name="Rectangle 52">
              <a:extLst>
                <a:ext uri="{FF2B5EF4-FFF2-40B4-BE49-F238E27FC236}">
                  <a16:creationId xmlns:a16="http://schemas.microsoft.com/office/drawing/2014/main" id="{455E2A4A-FD31-EF92-3AF3-15672588FF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26389" y="112792337"/>
              <a:ext cx="1828800" cy="914400"/>
            </a:xfrm>
            <a:prstGeom prst="rect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44" name="Rectangle 53">
              <a:extLst>
                <a:ext uri="{FF2B5EF4-FFF2-40B4-BE49-F238E27FC236}">
                  <a16:creationId xmlns:a16="http://schemas.microsoft.com/office/drawing/2014/main" id="{F5B43C30-EEEF-415C-D6AD-A31319AA3E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954989" y="112975714"/>
              <a:ext cx="1371600" cy="548640"/>
            </a:xfrm>
            <a:prstGeom prst="rect">
              <a:avLst/>
            </a:prstGeom>
            <a:solidFill>
              <a:srgbClr val="FFFFFF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45" name="Rectangle 54">
              <a:extLst>
                <a:ext uri="{FF2B5EF4-FFF2-40B4-BE49-F238E27FC236}">
                  <a16:creationId xmlns:a16="http://schemas.microsoft.com/office/drawing/2014/main" id="{C5715A32-9E8A-A82D-652C-8C37A19B96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92149" y="112975217"/>
              <a:ext cx="1097280" cy="409886"/>
            </a:xfrm>
            <a:prstGeom prst="rect">
              <a:avLst/>
            </a:prstGeom>
            <a:solidFill>
              <a:srgbClr val="00B050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cxnSp>
          <p:nvCxnSpPr>
            <p:cNvPr id="8247" name="AutoShape 55">
              <a:extLst>
                <a:ext uri="{FF2B5EF4-FFF2-40B4-BE49-F238E27FC236}">
                  <a16:creationId xmlns:a16="http://schemas.microsoft.com/office/drawing/2014/main" id="{73A4F3AB-E974-66D2-372F-AEFF4CF55D4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11092149" y="112975217"/>
              <a:ext cx="1097280" cy="0"/>
            </a:xfrm>
            <a:prstGeom prst="straightConnector1">
              <a:avLst/>
            </a:prstGeom>
            <a:noFill/>
            <a:ln w="25400" algn="ctr">
              <a:solidFill>
                <a:srgbClr val="FFDA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cxnSp>
        <p:cxnSp>
          <p:nvCxnSpPr>
            <p:cNvPr id="8248" name="AutoShape 56">
              <a:extLst>
                <a:ext uri="{FF2B5EF4-FFF2-40B4-BE49-F238E27FC236}">
                  <a16:creationId xmlns:a16="http://schemas.microsoft.com/office/drawing/2014/main" id="{42D0B250-846F-F9C4-1F36-BFB876D37BD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10499228" y="112971904"/>
              <a:ext cx="2286000" cy="0"/>
            </a:xfrm>
            <a:prstGeom prst="straightConnector1">
              <a:avLst/>
            </a:prstGeom>
            <a:noFill/>
            <a:ln w="25400" algn="ctr">
              <a:solidFill>
                <a:srgbClr val="808080"/>
              </a:solidFill>
              <a:prstDash val="lgDashDot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cxnSp>
      </p:grpSp>
      <p:grpSp>
        <p:nvGrpSpPr>
          <p:cNvPr id="46" name="Group 57">
            <a:extLst>
              <a:ext uri="{FF2B5EF4-FFF2-40B4-BE49-F238E27FC236}">
                <a16:creationId xmlns:a16="http://schemas.microsoft.com/office/drawing/2014/main" id="{573EEFFF-8E0A-1935-6CD0-D09CB66D98F8}"/>
              </a:ext>
            </a:extLst>
          </p:cNvPr>
          <p:cNvGrpSpPr>
            <a:grpSpLocks/>
          </p:cNvGrpSpPr>
          <p:nvPr/>
        </p:nvGrpSpPr>
        <p:grpSpPr bwMode="auto">
          <a:xfrm>
            <a:off x="4647057" y="7315200"/>
            <a:ext cx="1828800" cy="1828800"/>
            <a:chOff x="111557120" y="111677823"/>
            <a:chExt cx="1828800" cy="1828800"/>
          </a:xfrm>
        </p:grpSpPr>
        <p:sp>
          <p:nvSpPr>
            <p:cNvPr id="47" name="Oval 58">
              <a:extLst>
                <a:ext uri="{FF2B5EF4-FFF2-40B4-BE49-F238E27FC236}">
                  <a16:creationId xmlns:a16="http://schemas.microsoft.com/office/drawing/2014/main" id="{417D3BD1-EA0B-A0AC-CBF1-9A0BBC0BD4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57120" y="111677823"/>
              <a:ext cx="1828800" cy="1828800"/>
            </a:xfrm>
            <a:prstGeom prst="ellipse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48" name="Oval 59">
              <a:extLst>
                <a:ext uri="{FF2B5EF4-FFF2-40B4-BE49-F238E27FC236}">
                  <a16:creationId xmlns:a16="http://schemas.microsoft.com/office/drawing/2014/main" id="{EF0A1E96-C874-FB9A-43B7-2AFB2E1A72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77160" y="111997863"/>
              <a:ext cx="1188720" cy="1188720"/>
            </a:xfrm>
            <a:prstGeom prst="ellipse">
              <a:avLst/>
            </a:prstGeom>
            <a:solidFill>
              <a:srgbClr val="FFFFFF"/>
            </a:solidFill>
            <a:ln w="38100" cmpd="dbl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49" name="Oval 60">
              <a:extLst>
                <a:ext uri="{FF2B5EF4-FFF2-40B4-BE49-F238E27FC236}">
                  <a16:creationId xmlns:a16="http://schemas.microsoft.com/office/drawing/2014/main" id="{507B5466-FC1E-780C-49CD-784E524C8B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77160" y="111997863"/>
              <a:ext cx="1188720" cy="1188720"/>
            </a:xfrm>
            <a:prstGeom prst="ellipse">
              <a:avLst/>
            </a:prstGeom>
            <a:solidFill>
              <a:srgbClr val="00B050"/>
            </a:solidFill>
            <a:ln w="38100" cmpd="dbl" algn="ctr">
              <a:solidFill>
                <a:srgbClr val="FFC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grpSp>
        <p:nvGrpSpPr>
          <p:cNvPr id="50" name="Group 61">
            <a:extLst>
              <a:ext uri="{FF2B5EF4-FFF2-40B4-BE49-F238E27FC236}">
                <a16:creationId xmlns:a16="http://schemas.microsoft.com/office/drawing/2014/main" id="{95DA0B57-41A8-38FE-8F4F-E8EE30C3F2A4}"/>
              </a:ext>
            </a:extLst>
          </p:cNvPr>
          <p:cNvGrpSpPr>
            <a:grpSpLocks/>
          </p:cNvGrpSpPr>
          <p:nvPr/>
        </p:nvGrpSpPr>
        <p:grpSpPr bwMode="auto">
          <a:xfrm>
            <a:off x="4418457" y="2193925"/>
            <a:ext cx="2286000" cy="844550"/>
            <a:chOff x="111328200" y="108192612"/>
            <a:chExt cx="2286000" cy="845457"/>
          </a:xfrm>
        </p:grpSpPr>
        <p:sp>
          <p:nvSpPr>
            <p:cNvPr id="51" name="Rectangle 62">
              <a:extLst>
                <a:ext uri="{FF2B5EF4-FFF2-40B4-BE49-F238E27FC236}">
                  <a16:creationId xmlns:a16="http://schemas.microsoft.com/office/drawing/2014/main" id="{8C77AF5C-9764-7422-F01D-E028CD5BF8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39954" y="108192612"/>
              <a:ext cx="1701354" cy="845457"/>
            </a:xfrm>
            <a:prstGeom prst="rect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52" name="Rectangle 63">
              <a:extLst>
                <a:ext uri="{FF2B5EF4-FFF2-40B4-BE49-F238E27FC236}">
                  <a16:creationId xmlns:a16="http://schemas.microsoft.com/office/drawing/2014/main" id="{05CB52FC-EFD6-97B8-149A-07F1DCAF33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928961" y="108320284"/>
              <a:ext cx="1114283" cy="322448"/>
            </a:xfrm>
            <a:prstGeom prst="rect">
              <a:avLst/>
            </a:prstGeom>
            <a:solidFill>
              <a:srgbClr val="FFFFFF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53" name="Rectangle 64">
              <a:extLst>
                <a:ext uri="{FF2B5EF4-FFF2-40B4-BE49-F238E27FC236}">
                  <a16:creationId xmlns:a16="http://schemas.microsoft.com/office/drawing/2014/main" id="{0C59162F-4DD6-219D-F9D3-B126C47252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036538" y="108642732"/>
              <a:ext cx="914400" cy="258269"/>
            </a:xfrm>
            <a:prstGeom prst="rect">
              <a:avLst/>
            </a:prstGeom>
            <a:solidFill>
              <a:srgbClr val="FFC000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cxnSp>
          <p:nvCxnSpPr>
            <p:cNvPr id="8257" name="AutoShape 65">
              <a:extLst>
                <a:ext uri="{FF2B5EF4-FFF2-40B4-BE49-F238E27FC236}">
                  <a16:creationId xmlns:a16="http://schemas.microsoft.com/office/drawing/2014/main" id="{3ACC737D-55F1-D775-DA86-9445976DD63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12036512" y="108649563"/>
              <a:ext cx="914400" cy="0"/>
            </a:xfrm>
            <a:prstGeom prst="straightConnector1">
              <a:avLst/>
            </a:prstGeom>
            <a:noFill/>
            <a:ln w="31750" algn="ctr">
              <a:solidFill>
                <a:srgbClr val="FFC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</p:cxnSp>
        <p:cxnSp>
          <p:nvCxnSpPr>
            <p:cNvPr id="8258" name="AutoShape 66">
              <a:extLst>
                <a:ext uri="{FF2B5EF4-FFF2-40B4-BE49-F238E27FC236}">
                  <a16:creationId xmlns:a16="http://schemas.microsoft.com/office/drawing/2014/main" id="{9A7FA185-300E-3F24-3EE4-287A7B2416B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11328200" y="108897251"/>
              <a:ext cx="2286000" cy="0"/>
            </a:xfrm>
            <a:prstGeom prst="straightConnector1">
              <a:avLst/>
            </a:prstGeom>
            <a:noFill/>
            <a:ln w="25400" algn="ctr">
              <a:solidFill>
                <a:srgbClr val="808080"/>
              </a:solidFill>
              <a:prstDash val="lgDashDot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</p:cxnSp>
      </p:grpSp>
      <p:grpSp>
        <p:nvGrpSpPr>
          <p:cNvPr id="54" name="Group 67">
            <a:extLst>
              <a:ext uri="{FF2B5EF4-FFF2-40B4-BE49-F238E27FC236}">
                <a16:creationId xmlns:a16="http://schemas.microsoft.com/office/drawing/2014/main" id="{CF5D2F0B-5F71-7D18-B378-3E86D28E42FF}"/>
              </a:ext>
            </a:extLst>
          </p:cNvPr>
          <p:cNvGrpSpPr>
            <a:grpSpLocks/>
          </p:cNvGrpSpPr>
          <p:nvPr/>
        </p:nvGrpSpPr>
        <p:grpSpPr bwMode="auto">
          <a:xfrm>
            <a:off x="4647057" y="3311525"/>
            <a:ext cx="1828800" cy="1828800"/>
            <a:chOff x="111557120" y="109311141"/>
            <a:chExt cx="1828800" cy="1828800"/>
          </a:xfrm>
        </p:grpSpPr>
        <p:sp>
          <p:nvSpPr>
            <p:cNvPr id="55" name="Oval 68">
              <a:extLst>
                <a:ext uri="{FF2B5EF4-FFF2-40B4-BE49-F238E27FC236}">
                  <a16:creationId xmlns:a16="http://schemas.microsoft.com/office/drawing/2014/main" id="{5118AB93-C89D-D154-6113-CDE99DA672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57120" y="109311141"/>
              <a:ext cx="1828800" cy="1828800"/>
            </a:xfrm>
            <a:prstGeom prst="ellipse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56" name="Oval 69">
              <a:extLst>
                <a:ext uri="{FF2B5EF4-FFF2-40B4-BE49-F238E27FC236}">
                  <a16:creationId xmlns:a16="http://schemas.microsoft.com/office/drawing/2014/main" id="{3C3596C9-3B20-A171-91A3-0174F818CA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014320" y="109768341"/>
              <a:ext cx="914400" cy="914400"/>
            </a:xfrm>
            <a:prstGeom prst="ellipse">
              <a:avLst/>
            </a:prstGeom>
            <a:solidFill>
              <a:srgbClr val="FFC000"/>
            </a:solidFill>
            <a:ln w="38100" cmpd="dbl" algn="ctr">
              <a:solidFill>
                <a:srgbClr val="FFC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68686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14477857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B9AB8484-4869-0E9F-F9EF-6F5BA1377653}"/>
              </a:ext>
            </a:extLst>
          </p:cNvPr>
          <p:cNvGrpSpPr/>
          <p:nvPr/>
        </p:nvGrpSpPr>
        <p:grpSpPr>
          <a:xfrm>
            <a:off x="765556" y="789069"/>
            <a:ext cx="1828800" cy="1828800"/>
            <a:chOff x="1740916" y="5422029"/>
            <a:chExt cx="1828800" cy="1828800"/>
          </a:xfrm>
        </p:grpSpPr>
        <p:sp>
          <p:nvSpPr>
            <p:cNvPr id="3" name="Rectangle 13">
              <a:extLst>
                <a:ext uri="{FF2B5EF4-FFF2-40B4-BE49-F238E27FC236}">
                  <a16:creationId xmlns:a16="http://schemas.microsoft.com/office/drawing/2014/main" id="{1B35675E-39AB-E173-18CB-45998C5A8F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0916" y="5422029"/>
              <a:ext cx="1828800" cy="1828800"/>
            </a:xfrm>
            <a:prstGeom prst="rect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4" name="Rectangle 14">
              <a:extLst>
                <a:ext uri="{FF2B5EF4-FFF2-40B4-BE49-F238E27FC236}">
                  <a16:creationId xmlns:a16="http://schemas.microsoft.com/office/drawing/2014/main" id="{55E2C7A9-709F-26DD-7F41-7C924E7365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5316" y="5646607"/>
              <a:ext cx="914400" cy="1371600"/>
            </a:xfrm>
            <a:prstGeom prst="rect">
              <a:avLst/>
            </a:prstGeom>
            <a:solidFill>
              <a:srgbClr val="00B050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2" name="Rectangle 42">
              <a:extLst>
                <a:ext uri="{FF2B5EF4-FFF2-40B4-BE49-F238E27FC236}">
                  <a16:creationId xmlns:a16="http://schemas.microsoft.com/office/drawing/2014/main" id="{A6536441-ED9B-88B0-A6D4-7A0293358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4169" y="5875207"/>
              <a:ext cx="457200" cy="914400"/>
            </a:xfrm>
            <a:prstGeom prst="rect">
              <a:avLst/>
            </a:prstGeom>
            <a:solidFill>
              <a:srgbClr val="FFFF00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D0602B5-5AFF-4979-89D9-07CB73FF43D4}"/>
              </a:ext>
            </a:extLst>
          </p:cNvPr>
          <p:cNvGrpSpPr/>
          <p:nvPr/>
        </p:nvGrpSpPr>
        <p:grpSpPr>
          <a:xfrm>
            <a:off x="839343" y="3055493"/>
            <a:ext cx="1828800" cy="1828800"/>
            <a:chOff x="839343" y="3055493"/>
            <a:chExt cx="1828800" cy="1828800"/>
          </a:xfrm>
        </p:grpSpPr>
        <p:sp>
          <p:nvSpPr>
            <p:cNvPr id="17" name="Oval 68">
              <a:extLst>
                <a:ext uri="{FF2B5EF4-FFF2-40B4-BE49-F238E27FC236}">
                  <a16:creationId xmlns:a16="http://schemas.microsoft.com/office/drawing/2014/main" id="{EDDADAE3-58D8-1663-C7E6-1F62D1701D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9343" y="3055493"/>
              <a:ext cx="1828800" cy="1828800"/>
            </a:xfrm>
            <a:prstGeom prst="ellipse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8" name="Oval 69">
              <a:extLst>
                <a:ext uri="{FF2B5EF4-FFF2-40B4-BE49-F238E27FC236}">
                  <a16:creationId xmlns:a16="http://schemas.microsoft.com/office/drawing/2014/main" id="{92CBCA61-136F-3EC3-DDFE-59977C4B3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0875" y="3626993"/>
              <a:ext cx="685800" cy="685800"/>
            </a:xfrm>
            <a:prstGeom prst="ellipse">
              <a:avLst/>
            </a:prstGeom>
            <a:solidFill>
              <a:srgbClr val="00B050"/>
            </a:solidFill>
            <a:ln w="38100" cmpd="dbl" algn="ctr">
              <a:noFill/>
              <a:round/>
              <a:headEnd/>
              <a:tailEnd/>
            </a:ln>
            <a:effectLst/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9" name="Oval 69">
              <a:extLst>
                <a:ext uri="{FF2B5EF4-FFF2-40B4-BE49-F238E27FC236}">
                  <a16:creationId xmlns:a16="http://schemas.microsoft.com/office/drawing/2014/main" id="{EAF75EB4-00AF-2253-FDC0-2A77ADD439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4509" y="3626993"/>
              <a:ext cx="685800" cy="685800"/>
            </a:xfrm>
            <a:prstGeom prst="ellipse">
              <a:avLst/>
            </a:prstGeom>
            <a:solidFill>
              <a:srgbClr val="FFFF00"/>
            </a:solidFill>
            <a:ln w="38100" cmpd="dbl" algn="ctr">
              <a:noFill/>
              <a:round/>
              <a:headEnd/>
              <a:tailEnd/>
            </a:ln>
            <a:effectLst/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9BBA0A9-5AF3-7BB3-9F4E-0350FE26D300}"/>
              </a:ext>
            </a:extLst>
          </p:cNvPr>
          <p:cNvGrpSpPr/>
          <p:nvPr/>
        </p:nvGrpSpPr>
        <p:grpSpPr>
          <a:xfrm>
            <a:off x="788035" y="5321917"/>
            <a:ext cx="1880108" cy="1828800"/>
            <a:chOff x="788035" y="5321917"/>
            <a:chExt cx="1880108" cy="1828800"/>
          </a:xfrm>
        </p:grpSpPr>
        <p:sp>
          <p:nvSpPr>
            <p:cNvPr id="26" name="Oval 12">
              <a:extLst>
                <a:ext uri="{FF2B5EF4-FFF2-40B4-BE49-F238E27FC236}">
                  <a16:creationId xmlns:a16="http://schemas.microsoft.com/office/drawing/2014/main" id="{78097D62-9F39-AA00-8A9B-15FEE5A840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8035" y="5321917"/>
              <a:ext cx="1828800" cy="1828800"/>
            </a:xfrm>
            <a:prstGeom prst="ellipse">
              <a:avLst/>
            </a:prstGeom>
            <a:solidFill>
              <a:srgbClr val="5B9BD5"/>
            </a:solidFill>
            <a:ln w="25400" algn="ctr">
              <a:noFill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27" name="Oval 13">
              <a:extLst>
                <a:ext uri="{FF2B5EF4-FFF2-40B4-BE49-F238E27FC236}">
                  <a16:creationId xmlns:a16="http://schemas.microsoft.com/office/drawing/2014/main" id="{FAE792E0-6AD0-C254-9CF0-CD02D0164E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8075" y="5641957"/>
              <a:ext cx="1188720" cy="1188720"/>
            </a:xfrm>
            <a:prstGeom prst="ellipse">
              <a:avLst/>
            </a:prstGeom>
            <a:solidFill>
              <a:srgbClr val="FFFFFF"/>
            </a:solidFill>
            <a:ln w="38100" cmpd="dbl" algn="ctr">
              <a:noFill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32" name="Rectangle 15">
              <a:extLst>
                <a:ext uri="{FF2B5EF4-FFF2-40B4-BE49-F238E27FC236}">
                  <a16:creationId xmlns:a16="http://schemas.microsoft.com/office/drawing/2014/main" id="{B26FEB3F-D009-6BE6-047D-4E517D007BC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55817" y="5977879"/>
              <a:ext cx="812326" cy="516876"/>
            </a:xfrm>
            <a:prstGeom prst="rect">
              <a:avLst/>
            </a:prstGeom>
            <a:solidFill>
              <a:schemeClr val="bg1"/>
            </a:solidFill>
            <a:ln w="25400" algn="ctr">
              <a:noFill/>
              <a:miter lim="800000"/>
              <a:headEnd/>
              <a:tailEnd/>
            </a:ln>
            <a:effectLst/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F00BD3B3-D263-03ED-DF34-884A2DDED9AE}"/>
                </a:ext>
              </a:extLst>
            </p:cNvPr>
            <p:cNvGrpSpPr/>
            <p:nvPr/>
          </p:nvGrpSpPr>
          <p:grpSpPr>
            <a:xfrm>
              <a:off x="1245235" y="5779117"/>
              <a:ext cx="914400" cy="914400"/>
              <a:chOff x="3415885" y="5321917"/>
              <a:chExt cx="914400" cy="914400"/>
            </a:xfrm>
          </p:grpSpPr>
          <p:sp>
            <p:nvSpPr>
              <p:cNvPr id="28" name="Oval 14">
                <a:extLst>
                  <a:ext uri="{FF2B5EF4-FFF2-40B4-BE49-F238E27FC236}">
                    <a16:creationId xmlns:a16="http://schemas.microsoft.com/office/drawing/2014/main" id="{49CAC208-6E6D-0C6C-A264-65446BE0E0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5885" y="5321917"/>
                <a:ext cx="914400" cy="914400"/>
              </a:xfrm>
              <a:prstGeom prst="ellipse">
                <a:avLst/>
              </a:prstGeom>
              <a:solidFill>
                <a:srgbClr val="00B050"/>
              </a:solidFill>
              <a:ln w="25400" algn="ctr">
                <a:noFill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CA"/>
              </a:p>
            </p:txBody>
          </p:sp>
          <p:sp>
            <p:nvSpPr>
              <p:cNvPr id="36" name="Oval 14">
                <a:extLst>
                  <a:ext uri="{FF2B5EF4-FFF2-40B4-BE49-F238E27FC236}">
                    <a16:creationId xmlns:a16="http://schemas.microsoft.com/office/drawing/2014/main" id="{71BCA5EB-3BB3-BCAB-59A1-171BC0D75D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7325" y="5413357"/>
                <a:ext cx="731520" cy="731520"/>
              </a:xfrm>
              <a:prstGeom prst="ellipse">
                <a:avLst/>
              </a:prstGeom>
              <a:solidFill>
                <a:schemeClr val="bg1"/>
              </a:solidFill>
              <a:ln w="25400" algn="ctr">
                <a:noFill/>
                <a:round/>
                <a:headEnd/>
                <a:tailEnd/>
              </a:ln>
              <a:effectLst/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CA"/>
              </a:p>
            </p:txBody>
          </p:sp>
        </p:grpSp>
        <p:sp>
          <p:nvSpPr>
            <p:cNvPr id="40" name="Oval 14">
              <a:extLst>
                <a:ext uri="{FF2B5EF4-FFF2-40B4-BE49-F238E27FC236}">
                  <a16:creationId xmlns:a16="http://schemas.microsoft.com/office/drawing/2014/main" id="{2BDE9A42-918F-96C4-490B-F877082232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8115" y="5961997"/>
              <a:ext cx="548640" cy="548640"/>
            </a:xfrm>
            <a:prstGeom prst="ellipse">
              <a:avLst/>
            </a:prstGeom>
            <a:solidFill>
              <a:srgbClr val="FFFF00"/>
            </a:solidFill>
            <a:ln w="25400" algn="ctr">
              <a:noFill/>
              <a:round/>
              <a:headEnd/>
              <a:tailEnd/>
            </a:ln>
            <a:effectLst/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39" name="Oval 14">
              <a:extLst>
                <a:ext uri="{FF2B5EF4-FFF2-40B4-BE49-F238E27FC236}">
                  <a16:creationId xmlns:a16="http://schemas.microsoft.com/office/drawing/2014/main" id="{59F49BDD-4D80-43A5-16E8-A0EE28F3D7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9555" y="6053437"/>
              <a:ext cx="365760" cy="365760"/>
            </a:xfrm>
            <a:prstGeom prst="ellipse">
              <a:avLst/>
            </a:prstGeom>
            <a:solidFill>
              <a:srgbClr val="7030A0"/>
            </a:solidFill>
            <a:ln w="25400" algn="ctr">
              <a:noFill/>
              <a:round/>
              <a:headEnd/>
              <a:tailEnd/>
            </a:ln>
            <a:effectLst/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9A66438-AB1C-74CD-7A49-442BF761BCA1}"/>
              </a:ext>
            </a:extLst>
          </p:cNvPr>
          <p:cNvGrpSpPr/>
          <p:nvPr/>
        </p:nvGrpSpPr>
        <p:grpSpPr>
          <a:xfrm>
            <a:off x="3601085" y="5321917"/>
            <a:ext cx="1828800" cy="1828800"/>
            <a:chOff x="3451860" y="5251105"/>
            <a:chExt cx="1828800" cy="1828800"/>
          </a:xfrm>
        </p:grpSpPr>
        <p:sp>
          <p:nvSpPr>
            <p:cNvPr id="44" name="Oval 12">
              <a:extLst>
                <a:ext uri="{FF2B5EF4-FFF2-40B4-BE49-F238E27FC236}">
                  <a16:creationId xmlns:a16="http://schemas.microsoft.com/office/drawing/2014/main" id="{183523E0-C0FF-248F-6CC2-9C62ECBEAE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1860" y="5251105"/>
              <a:ext cx="1828800" cy="1828800"/>
            </a:xfrm>
            <a:prstGeom prst="ellipse">
              <a:avLst/>
            </a:prstGeom>
            <a:solidFill>
              <a:srgbClr val="5B9BD5"/>
            </a:solidFill>
            <a:ln w="25400" algn="ctr">
              <a:noFill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50" name="Oval 14">
              <a:extLst>
                <a:ext uri="{FF2B5EF4-FFF2-40B4-BE49-F238E27FC236}">
                  <a16:creationId xmlns:a16="http://schemas.microsoft.com/office/drawing/2014/main" id="{40F8B995-BD4B-52A2-726D-6BC12BBE60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0460" y="5479705"/>
              <a:ext cx="1371600" cy="1371600"/>
            </a:xfrm>
            <a:prstGeom prst="ellipse">
              <a:avLst/>
            </a:prstGeom>
            <a:solidFill>
              <a:srgbClr val="00B050"/>
            </a:solidFill>
            <a:ln w="254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 dirty="0"/>
            </a:p>
          </p:txBody>
        </p:sp>
        <p:sp>
          <p:nvSpPr>
            <p:cNvPr id="48" name="Oval 14">
              <a:extLst>
                <a:ext uri="{FF2B5EF4-FFF2-40B4-BE49-F238E27FC236}">
                  <a16:creationId xmlns:a16="http://schemas.microsoft.com/office/drawing/2014/main" id="{0E34D04F-FFEC-58D5-7D93-3CCC31D6C7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9060" y="5708305"/>
              <a:ext cx="914400" cy="914400"/>
            </a:xfrm>
            <a:prstGeom prst="ellipse">
              <a:avLst/>
            </a:prstGeom>
            <a:solidFill>
              <a:srgbClr val="FFFF00"/>
            </a:solidFill>
            <a:ln w="2540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A6A5A95C-F568-1D52-1593-0EA756EEFA01}"/>
              </a:ext>
            </a:extLst>
          </p:cNvPr>
          <p:cNvGrpSpPr/>
          <p:nvPr/>
        </p:nvGrpSpPr>
        <p:grpSpPr>
          <a:xfrm>
            <a:off x="3603718" y="789069"/>
            <a:ext cx="1828800" cy="1828800"/>
            <a:chOff x="3603718" y="789069"/>
            <a:chExt cx="1828800" cy="1828800"/>
          </a:xfrm>
        </p:grpSpPr>
        <p:sp>
          <p:nvSpPr>
            <p:cNvPr id="57" name="Rectangle 13">
              <a:extLst>
                <a:ext uri="{FF2B5EF4-FFF2-40B4-BE49-F238E27FC236}">
                  <a16:creationId xmlns:a16="http://schemas.microsoft.com/office/drawing/2014/main" id="{FB445BA4-9AD2-E926-AB7F-466B8FFA85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3718" y="789069"/>
              <a:ext cx="1828800" cy="1828800"/>
            </a:xfrm>
            <a:prstGeom prst="rect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58" name="Rectangle 14">
              <a:extLst>
                <a:ext uri="{FF2B5EF4-FFF2-40B4-BE49-F238E27FC236}">
                  <a16:creationId xmlns:a16="http://schemas.microsoft.com/office/drawing/2014/main" id="{ED97B995-4E59-DF6F-9418-B78F15D23B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8118" y="1013647"/>
              <a:ext cx="914400" cy="1371600"/>
            </a:xfrm>
            <a:prstGeom prst="rect">
              <a:avLst/>
            </a:prstGeom>
            <a:solidFill>
              <a:srgbClr val="00B050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59" name="Rectangle 42">
              <a:extLst>
                <a:ext uri="{FF2B5EF4-FFF2-40B4-BE49-F238E27FC236}">
                  <a16:creationId xmlns:a16="http://schemas.microsoft.com/office/drawing/2014/main" id="{88DE0709-8E95-3201-D9D5-C2881C18A7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5318" y="1242247"/>
              <a:ext cx="457200" cy="914400"/>
            </a:xfrm>
            <a:prstGeom prst="rect">
              <a:avLst/>
            </a:prstGeom>
            <a:solidFill>
              <a:srgbClr val="FFFF00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sp>
        <p:nvSpPr>
          <p:cNvPr id="62" name="Rectangle 13">
            <a:extLst>
              <a:ext uri="{FF2B5EF4-FFF2-40B4-BE49-F238E27FC236}">
                <a16:creationId xmlns:a16="http://schemas.microsoft.com/office/drawing/2014/main" id="{A9494EED-A74B-D6F8-510E-9C41FDA33A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1085" y="3055493"/>
            <a:ext cx="1828800" cy="914400"/>
          </a:xfrm>
          <a:prstGeom prst="rect">
            <a:avLst/>
          </a:prstGeom>
          <a:solidFill>
            <a:srgbClr val="5B9BD5"/>
          </a:solidFill>
          <a:ln w="254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63" name="Rectangle 14">
            <a:extLst>
              <a:ext uri="{FF2B5EF4-FFF2-40B4-BE49-F238E27FC236}">
                <a16:creationId xmlns:a16="http://schemas.microsoft.com/office/drawing/2014/main" id="{3CA4A35C-759B-1E82-BDD0-17D9625F46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1085" y="3969893"/>
            <a:ext cx="914400" cy="914400"/>
          </a:xfrm>
          <a:prstGeom prst="rect">
            <a:avLst/>
          </a:prstGeom>
          <a:solidFill>
            <a:srgbClr val="00B050"/>
          </a:solidFill>
          <a:ln w="254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64" name="Rectangle 42">
            <a:extLst>
              <a:ext uri="{FF2B5EF4-FFF2-40B4-BE49-F238E27FC236}">
                <a16:creationId xmlns:a16="http://schemas.microsoft.com/office/drawing/2014/main" id="{F51F730C-C1C4-03B0-F17E-E9D84C04C5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5485" y="3969893"/>
            <a:ext cx="914400" cy="914400"/>
          </a:xfrm>
          <a:prstGeom prst="rect">
            <a:avLst/>
          </a:prstGeom>
          <a:solidFill>
            <a:srgbClr val="FFFF00"/>
          </a:solidFill>
          <a:ln w="254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28684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6D5C54E4-272E-20BD-E2C4-C13F45EA4369}"/>
              </a:ext>
            </a:extLst>
          </p:cNvPr>
          <p:cNvGrpSpPr/>
          <p:nvPr/>
        </p:nvGrpSpPr>
        <p:grpSpPr>
          <a:xfrm>
            <a:off x="3603718" y="789069"/>
            <a:ext cx="1828800" cy="1828800"/>
            <a:chOff x="3603718" y="789069"/>
            <a:chExt cx="1828800" cy="1828800"/>
          </a:xfrm>
        </p:grpSpPr>
        <p:sp>
          <p:nvSpPr>
            <p:cNvPr id="3" name="Rectangle 13">
              <a:extLst>
                <a:ext uri="{FF2B5EF4-FFF2-40B4-BE49-F238E27FC236}">
                  <a16:creationId xmlns:a16="http://schemas.microsoft.com/office/drawing/2014/main" id="{59C2831C-6470-4A95-25E8-F3D25B9EA3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3718" y="789069"/>
              <a:ext cx="1828800" cy="1828800"/>
            </a:xfrm>
            <a:prstGeom prst="rect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4" name="Rectangle 14">
              <a:extLst>
                <a:ext uri="{FF2B5EF4-FFF2-40B4-BE49-F238E27FC236}">
                  <a16:creationId xmlns:a16="http://schemas.microsoft.com/office/drawing/2014/main" id="{4F174D9F-A75E-9780-9A08-BDB0F8A522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8118" y="1013647"/>
              <a:ext cx="914400" cy="1371600"/>
            </a:xfrm>
            <a:prstGeom prst="rect">
              <a:avLst/>
            </a:prstGeom>
            <a:solidFill>
              <a:srgbClr val="00B050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5" name="Rectangle 42">
              <a:extLst>
                <a:ext uri="{FF2B5EF4-FFF2-40B4-BE49-F238E27FC236}">
                  <a16:creationId xmlns:a16="http://schemas.microsoft.com/office/drawing/2014/main" id="{FDA95D00-EF95-822A-BFFD-D39B0F8947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8118" y="1242247"/>
              <a:ext cx="457200" cy="914400"/>
            </a:xfrm>
            <a:prstGeom prst="rect">
              <a:avLst/>
            </a:prstGeom>
            <a:solidFill>
              <a:srgbClr val="FFFF00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195E9A2-EB0D-C5BD-3AB5-31146F29518D}"/>
              </a:ext>
            </a:extLst>
          </p:cNvPr>
          <p:cNvGrpSpPr/>
          <p:nvPr/>
        </p:nvGrpSpPr>
        <p:grpSpPr>
          <a:xfrm>
            <a:off x="989643" y="1358558"/>
            <a:ext cx="1549434" cy="687811"/>
            <a:chOff x="989643" y="1358558"/>
            <a:chExt cx="1549434" cy="687811"/>
          </a:xfrm>
        </p:grpSpPr>
        <p:sp>
          <p:nvSpPr>
            <p:cNvPr id="7" name="Oval 68">
              <a:extLst>
                <a:ext uri="{FF2B5EF4-FFF2-40B4-BE49-F238E27FC236}">
                  <a16:creationId xmlns:a16="http://schemas.microsoft.com/office/drawing/2014/main" id="{37506A53-6A67-A441-4357-DE6B9D179E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9643" y="1358558"/>
              <a:ext cx="685800" cy="685800"/>
            </a:xfrm>
            <a:prstGeom prst="ellipse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8" name="Oval 69">
              <a:extLst>
                <a:ext uri="{FF2B5EF4-FFF2-40B4-BE49-F238E27FC236}">
                  <a16:creationId xmlns:a16="http://schemas.microsoft.com/office/drawing/2014/main" id="{F2BBE199-E2F6-2941-1C2E-8470DA49E9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9643" y="1358558"/>
              <a:ext cx="685800" cy="685800"/>
            </a:xfrm>
            <a:prstGeom prst="ellipse">
              <a:avLst/>
            </a:prstGeom>
            <a:solidFill>
              <a:srgbClr val="00B050"/>
            </a:solidFill>
            <a:ln w="38100" cmpd="dbl" algn="ctr">
              <a:noFill/>
              <a:round/>
              <a:headEnd/>
              <a:tailEnd/>
            </a:ln>
            <a:effectLst/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9" name="Oval 69">
              <a:extLst>
                <a:ext uri="{FF2B5EF4-FFF2-40B4-BE49-F238E27FC236}">
                  <a16:creationId xmlns:a16="http://schemas.microsoft.com/office/drawing/2014/main" id="{FCD13277-DA18-8977-CDA8-3C3C7EDD66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3277" y="1360569"/>
              <a:ext cx="685800" cy="685800"/>
            </a:xfrm>
            <a:prstGeom prst="ellipse">
              <a:avLst/>
            </a:prstGeom>
            <a:solidFill>
              <a:srgbClr val="FFFF00"/>
            </a:solidFill>
            <a:ln w="38100" cmpd="dbl" algn="ctr">
              <a:noFill/>
              <a:round/>
              <a:headEnd/>
              <a:tailEnd/>
            </a:ln>
            <a:effectLst/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C28B345A-BFD8-5414-0F81-A072ECD511FE}"/>
              </a:ext>
            </a:extLst>
          </p:cNvPr>
          <p:cNvGrpSpPr/>
          <p:nvPr/>
        </p:nvGrpSpPr>
        <p:grpSpPr>
          <a:xfrm>
            <a:off x="3603718" y="3270141"/>
            <a:ext cx="1828800" cy="1828800"/>
            <a:chOff x="3603718" y="3270141"/>
            <a:chExt cx="1828800" cy="1828800"/>
          </a:xfrm>
        </p:grpSpPr>
        <p:sp>
          <p:nvSpPr>
            <p:cNvPr id="11" name="Rectangle 13">
              <a:extLst>
                <a:ext uri="{FF2B5EF4-FFF2-40B4-BE49-F238E27FC236}">
                  <a16:creationId xmlns:a16="http://schemas.microsoft.com/office/drawing/2014/main" id="{D3686CE5-0839-EBAE-1816-DCA6C4C34F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3718" y="3270141"/>
              <a:ext cx="1828800" cy="1828800"/>
            </a:xfrm>
            <a:prstGeom prst="rect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2" name="Rectangle 14">
              <a:extLst>
                <a:ext uri="{FF2B5EF4-FFF2-40B4-BE49-F238E27FC236}">
                  <a16:creationId xmlns:a16="http://schemas.microsoft.com/office/drawing/2014/main" id="{3A7E9690-09E0-5ADD-E68F-6BB2520A78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9332" y="3494719"/>
              <a:ext cx="914400" cy="1371600"/>
            </a:xfrm>
            <a:prstGeom prst="rect">
              <a:avLst/>
            </a:prstGeom>
            <a:solidFill>
              <a:srgbClr val="00B050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3" name="Rectangle 42">
              <a:extLst>
                <a:ext uri="{FF2B5EF4-FFF2-40B4-BE49-F238E27FC236}">
                  <a16:creationId xmlns:a16="http://schemas.microsoft.com/office/drawing/2014/main" id="{D43565FF-55D5-E667-FC92-C7F415F63B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6532" y="3723319"/>
              <a:ext cx="457200" cy="914400"/>
            </a:xfrm>
            <a:prstGeom prst="rect">
              <a:avLst/>
            </a:prstGeom>
            <a:solidFill>
              <a:srgbClr val="FFFF00"/>
            </a:solidFill>
            <a:ln w="25400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30162904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87BD713-3EDB-BB44-EE61-1CB4995AA7E2}"/>
              </a:ext>
            </a:extLst>
          </p:cNvPr>
          <p:cNvGrpSpPr>
            <a:grpSpLocks/>
          </p:cNvGrpSpPr>
          <p:nvPr/>
        </p:nvGrpSpPr>
        <p:grpSpPr bwMode="auto">
          <a:xfrm>
            <a:off x="168275" y="166688"/>
            <a:ext cx="5486400" cy="5486400"/>
            <a:chOff x="107549576" y="107455447"/>
            <a:chExt cx="5486400" cy="5486400"/>
          </a:xfrm>
        </p:grpSpPr>
        <p:sp>
          <p:nvSpPr>
            <p:cNvPr id="3" name="Oval 3">
              <a:extLst>
                <a:ext uri="{FF2B5EF4-FFF2-40B4-BE49-F238E27FC236}">
                  <a16:creationId xmlns:a16="http://schemas.microsoft.com/office/drawing/2014/main" id="{21C04999-2C96-8396-C126-57BE6B29CA2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7549576" y="107455447"/>
              <a:ext cx="5486400" cy="5486400"/>
            </a:xfrm>
            <a:prstGeom prst="ellipse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4" name="Oval 4">
              <a:extLst>
                <a:ext uri="{FF2B5EF4-FFF2-40B4-BE49-F238E27FC236}">
                  <a16:creationId xmlns:a16="http://schemas.microsoft.com/office/drawing/2014/main" id="{D9F8618E-BF61-0DF4-3574-CF6AE028565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8463976" y="108369847"/>
              <a:ext cx="3657600" cy="3657600"/>
            </a:xfrm>
            <a:prstGeom prst="ellipse">
              <a:avLst/>
            </a:prstGeom>
            <a:solidFill>
              <a:srgbClr val="FFFFFF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5" name="Oval 5">
              <a:extLst>
                <a:ext uri="{FF2B5EF4-FFF2-40B4-BE49-F238E27FC236}">
                  <a16:creationId xmlns:a16="http://schemas.microsoft.com/office/drawing/2014/main" id="{28AAB7A8-BD0E-B739-2082-973EDE3EE13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9378376" y="109284247"/>
              <a:ext cx="1828800" cy="1828800"/>
            </a:xfrm>
            <a:prstGeom prst="ellipse">
              <a:avLst/>
            </a:prstGeom>
            <a:solidFill>
              <a:srgbClr val="5B9BD5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F52FE3E8-C161-6FBB-324E-9B3A27F751BE}"/>
              </a:ext>
            </a:extLst>
          </p:cNvPr>
          <p:cNvGrpSpPr>
            <a:grpSpLocks/>
          </p:cNvGrpSpPr>
          <p:nvPr/>
        </p:nvGrpSpPr>
        <p:grpSpPr bwMode="auto">
          <a:xfrm>
            <a:off x="3032125" y="4156075"/>
            <a:ext cx="3200400" cy="3200400"/>
            <a:chOff x="112473441" y="113058389"/>
            <a:chExt cx="3200400" cy="3200400"/>
          </a:xfrm>
        </p:grpSpPr>
        <p:sp>
          <p:nvSpPr>
            <p:cNvPr id="7" name="Oval 7">
              <a:extLst>
                <a:ext uri="{FF2B5EF4-FFF2-40B4-BE49-F238E27FC236}">
                  <a16:creationId xmlns:a16="http://schemas.microsoft.com/office/drawing/2014/main" id="{140769BB-7141-4413-8AE0-CC7631DB943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12473441" y="113058389"/>
              <a:ext cx="3200400" cy="3200400"/>
            </a:xfrm>
            <a:prstGeom prst="ellipse">
              <a:avLst/>
            </a:prstGeom>
            <a:solidFill>
              <a:srgbClr val="00B050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8" name="Oval 8">
              <a:extLst>
                <a:ext uri="{FF2B5EF4-FFF2-40B4-BE49-F238E27FC236}">
                  <a16:creationId xmlns:a16="http://schemas.microsoft.com/office/drawing/2014/main" id="{092A2947-CCAF-84D4-D4B2-F4AFB01B167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12930640" y="113515588"/>
              <a:ext cx="2286000" cy="2286000"/>
            </a:xfrm>
            <a:prstGeom prst="ellipse">
              <a:avLst/>
            </a:prstGeom>
            <a:solidFill>
              <a:srgbClr val="FFFFFF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28631646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A1FB341-5F8B-043C-094F-FAD5D2FB4A47}"/>
              </a:ext>
            </a:extLst>
          </p:cNvPr>
          <p:cNvGrpSpPr>
            <a:grpSpLocks/>
          </p:cNvGrpSpPr>
          <p:nvPr/>
        </p:nvGrpSpPr>
        <p:grpSpPr bwMode="auto">
          <a:xfrm>
            <a:off x="634111" y="1336929"/>
            <a:ext cx="2070100" cy="1892300"/>
            <a:chOff x="106934562" y="105812753"/>
            <a:chExt cx="2069206" cy="1893194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4872F0F9-5A0C-A5F4-18C7-D96396619A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6934562" y="105812753"/>
              <a:ext cx="2069206" cy="1893194"/>
              <a:chOff x="107337974" y="112522835"/>
              <a:chExt cx="2069206" cy="1893194"/>
            </a:xfrm>
          </p:grpSpPr>
          <p:sp>
            <p:nvSpPr>
              <p:cNvPr id="5" name="Freeform 4">
                <a:extLst>
                  <a:ext uri="{FF2B5EF4-FFF2-40B4-BE49-F238E27FC236}">
                    <a16:creationId xmlns:a16="http://schemas.microsoft.com/office/drawing/2014/main" id="{5218B937-CDAC-82A8-BCEB-5A7BF2B299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337974" y="112522835"/>
                <a:ext cx="2069206" cy="1893194"/>
              </a:xfrm>
              <a:custGeom>
                <a:avLst/>
                <a:gdLst>
                  <a:gd name="T0" fmla="*/ 109471 w 2069206"/>
                  <a:gd name="T1" fmla="*/ 1363014 h 1893194"/>
                  <a:gd name="T2" fmla="*/ 212501 w 2069206"/>
                  <a:gd name="T3" fmla="*/ 448614 h 1893194"/>
                  <a:gd name="T4" fmla="*/ 1023871 w 2069206"/>
                  <a:gd name="T5" fmla="*/ 100884 h 1893194"/>
                  <a:gd name="T6" fmla="*/ 1925392 w 2069206"/>
                  <a:gd name="T7" fmla="*/ 603160 h 1893194"/>
                  <a:gd name="T8" fmla="*/ 1435994 w 2069206"/>
                  <a:gd name="T9" fmla="*/ 1453166 h 1893194"/>
                  <a:gd name="T10" fmla="*/ 560231 w 2069206"/>
                  <a:gd name="T11" fmla="*/ 1878169 h 1893194"/>
                  <a:gd name="T12" fmla="*/ 109471 w 2069206"/>
                  <a:gd name="T13" fmla="*/ 1363014 h 1893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69206" h="1893194">
                    <a:moveTo>
                      <a:pt x="109471" y="1363014"/>
                    </a:moveTo>
                    <a:cubicBezTo>
                      <a:pt x="105178" y="1350135"/>
                      <a:pt x="0" y="729803"/>
                      <a:pt x="212501" y="448614"/>
                    </a:cubicBezTo>
                    <a:cubicBezTo>
                      <a:pt x="425002" y="167425"/>
                      <a:pt x="502277" y="201768"/>
                      <a:pt x="1023871" y="100884"/>
                    </a:cubicBezTo>
                    <a:cubicBezTo>
                      <a:pt x="1545465" y="0"/>
                      <a:pt x="1781578" y="289774"/>
                      <a:pt x="1925392" y="603160"/>
                    </a:cubicBezTo>
                    <a:cubicBezTo>
                      <a:pt x="2069206" y="916546"/>
                      <a:pt x="1781577" y="1337256"/>
                      <a:pt x="1435994" y="1453166"/>
                    </a:cubicBezTo>
                    <a:cubicBezTo>
                      <a:pt x="1090411" y="1569076"/>
                      <a:pt x="781318" y="1893194"/>
                      <a:pt x="560231" y="1878169"/>
                    </a:cubicBezTo>
                    <a:cubicBezTo>
                      <a:pt x="339144" y="1863144"/>
                      <a:pt x="264017" y="1478924"/>
                      <a:pt x="109471" y="1363014"/>
                    </a:cubicBezTo>
                    <a:close/>
                  </a:path>
                </a:pathLst>
              </a:custGeom>
              <a:solidFill>
                <a:srgbClr val="5B9BD5"/>
              </a:solidFill>
              <a:ln w="25400" cap="flat" algn="ctr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CA"/>
              </a:p>
            </p:txBody>
          </p:sp>
          <p:sp>
            <p:nvSpPr>
              <p:cNvPr id="6" name="Freeform 5">
                <a:extLst>
                  <a:ext uri="{FF2B5EF4-FFF2-40B4-BE49-F238E27FC236}">
                    <a16:creationId xmlns:a16="http://schemas.microsoft.com/office/drawing/2014/main" id="{5A368C9B-40FB-C795-244A-56E5711ABA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240268" y="112947647"/>
                <a:ext cx="880815" cy="729551"/>
              </a:xfrm>
              <a:custGeom>
                <a:avLst/>
                <a:gdLst>
                  <a:gd name="T0" fmla="*/ 392806 w 1472485"/>
                  <a:gd name="T1" fmla="*/ 133082 h 1294327"/>
                  <a:gd name="T2" fmla="*/ 1075386 w 1472485"/>
                  <a:gd name="T3" fmla="*/ 55809 h 1294327"/>
                  <a:gd name="T4" fmla="*/ 1371601 w 1472485"/>
                  <a:gd name="T5" fmla="*/ 635358 h 1294327"/>
                  <a:gd name="T6" fmla="*/ 869324 w 1472485"/>
                  <a:gd name="T7" fmla="*/ 1073240 h 1294327"/>
                  <a:gd name="T8" fmla="*/ 186744 w 1472485"/>
                  <a:gd name="T9" fmla="*/ 1176271 h 1294327"/>
                  <a:gd name="T10" fmla="*/ 109471 w 1472485"/>
                  <a:gd name="T11" fmla="*/ 480812 h 1294327"/>
                  <a:gd name="T12" fmla="*/ 392806 w 1472485"/>
                  <a:gd name="T13" fmla="*/ 133082 h 12943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72485" h="1294327">
                    <a:moveTo>
                      <a:pt x="392806" y="133082"/>
                    </a:moveTo>
                    <a:cubicBezTo>
                      <a:pt x="680434" y="0"/>
                      <a:pt x="845713" y="21465"/>
                      <a:pt x="1075386" y="55809"/>
                    </a:cubicBezTo>
                    <a:cubicBezTo>
                      <a:pt x="1305059" y="90153"/>
                      <a:pt x="1472485" y="384220"/>
                      <a:pt x="1371601" y="635358"/>
                    </a:cubicBezTo>
                    <a:cubicBezTo>
                      <a:pt x="1270717" y="886496"/>
                      <a:pt x="1114023" y="946598"/>
                      <a:pt x="869324" y="1073240"/>
                    </a:cubicBezTo>
                    <a:cubicBezTo>
                      <a:pt x="624625" y="1199882"/>
                      <a:pt x="373488" y="1294327"/>
                      <a:pt x="186744" y="1176271"/>
                    </a:cubicBezTo>
                    <a:cubicBezTo>
                      <a:pt x="0" y="1058215"/>
                      <a:pt x="75127" y="654677"/>
                      <a:pt x="109471" y="480812"/>
                    </a:cubicBezTo>
                    <a:cubicBezTo>
                      <a:pt x="143815" y="306947"/>
                      <a:pt x="333778" y="205526"/>
                      <a:pt x="392806" y="13308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5400" cap="flat" cmpd="sng" algn="ctr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CA"/>
              </a:p>
            </p:txBody>
          </p:sp>
        </p:grpSp>
        <p:sp>
          <p:nvSpPr>
            <p:cNvPr id="4" name="Oval 6">
              <a:extLst>
                <a:ext uri="{FF2B5EF4-FFF2-40B4-BE49-F238E27FC236}">
                  <a16:creationId xmlns:a16="http://schemas.microsoft.com/office/drawing/2014/main" id="{A33646BF-052E-9648-DF08-7C5484860F4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525370">
              <a:off x="107148306" y="106762573"/>
              <a:ext cx="767249" cy="571268"/>
            </a:xfrm>
            <a:prstGeom prst="ellipse">
              <a:avLst/>
            </a:prstGeom>
            <a:solidFill>
              <a:srgbClr val="00B050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27202168-D57A-6BE5-749A-6C88052041AC}"/>
              </a:ext>
            </a:extLst>
          </p:cNvPr>
          <p:cNvGrpSpPr>
            <a:grpSpLocks/>
          </p:cNvGrpSpPr>
          <p:nvPr/>
        </p:nvGrpSpPr>
        <p:grpSpPr bwMode="auto">
          <a:xfrm>
            <a:off x="2913761" y="1613154"/>
            <a:ext cx="2070100" cy="1893888"/>
            <a:chOff x="108652614" y="112370316"/>
            <a:chExt cx="2069206" cy="1893194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BAED3924-F392-1B24-2812-56AF906644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52614" y="112370316"/>
              <a:ext cx="2069206" cy="1893194"/>
            </a:xfrm>
            <a:custGeom>
              <a:avLst/>
              <a:gdLst>
                <a:gd name="T0" fmla="*/ 109471 w 2069206"/>
                <a:gd name="T1" fmla="*/ 1363014 h 1893194"/>
                <a:gd name="T2" fmla="*/ 212501 w 2069206"/>
                <a:gd name="T3" fmla="*/ 448614 h 1893194"/>
                <a:gd name="T4" fmla="*/ 1023871 w 2069206"/>
                <a:gd name="T5" fmla="*/ 100884 h 1893194"/>
                <a:gd name="T6" fmla="*/ 1925392 w 2069206"/>
                <a:gd name="T7" fmla="*/ 603160 h 1893194"/>
                <a:gd name="T8" fmla="*/ 1435994 w 2069206"/>
                <a:gd name="T9" fmla="*/ 1453166 h 1893194"/>
                <a:gd name="T10" fmla="*/ 560231 w 2069206"/>
                <a:gd name="T11" fmla="*/ 1878169 h 1893194"/>
                <a:gd name="T12" fmla="*/ 109471 w 2069206"/>
                <a:gd name="T13" fmla="*/ 1363014 h 1893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69206" h="1893194">
                  <a:moveTo>
                    <a:pt x="109471" y="1363014"/>
                  </a:moveTo>
                  <a:cubicBezTo>
                    <a:pt x="105178" y="1350135"/>
                    <a:pt x="0" y="729803"/>
                    <a:pt x="212501" y="448614"/>
                  </a:cubicBezTo>
                  <a:cubicBezTo>
                    <a:pt x="425002" y="167425"/>
                    <a:pt x="502277" y="201768"/>
                    <a:pt x="1023871" y="100884"/>
                  </a:cubicBezTo>
                  <a:cubicBezTo>
                    <a:pt x="1545465" y="0"/>
                    <a:pt x="1781578" y="289774"/>
                    <a:pt x="1925392" y="603160"/>
                  </a:cubicBezTo>
                  <a:cubicBezTo>
                    <a:pt x="2069206" y="916546"/>
                    <a:pt x="1781577" y="1337256"/>
                    <a:pt x="1435994" y="1453166"/>
                  </a:cubicBezTo>
                  <a:cubicBezTo>
                    <a:pt x="1090411" y="1569076"/>
                    <a:pt x="781318" y="1893194"/>
                    <a:pt x="560231" y="1878169"/>
                  </a:cubicBezTo>
                  <a:cubicBezTo>
                    <a:pt x="339144" y="1863144"/>
                    <a:pt x="264017" y="1478924"/>
                    <a:pt x="109471" y="1363014"/>
                  </a:cubicBezTo>
                  <a:close/>
                </a:path>
              </a:pathLst>
            </a:custGeom>
            <a:solidFill>
              <a:srgbClr val="5B9BD5"/>
            </a:solidFill>
            <a:ln w="25400" cap="flat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F61202F1-626A-DC73-7B70-6258DF8358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35949" y="112647211"/>
              <a:ext cx="1472485" cy="1294327"/>
            </a:xfrm>
            <a:custGeom>
              <a:avLst/>
              <a:gdLst>
                <a:gd name="T0" fmla="*/ 392806 w 1472485"/>
                <a:gd name="T1" fmla="*/ 133082 h 1294327"/>
                <a:gd name="T2" fmla="*/ 1075386 w 1472485"/>
                <a:gd name="T3" fmla="*/ 55809 h 1294327"/>
                <a:gd name="T4" fmla="*/ 1371601 w 1472485"/>
                <a:gd name="T5" fmla="*/ 635358 h 1294327"/>
                <a:gd name="T6" fmla="*/ 869324 w 1472485"/>
                <a:gd name="T7" fmla="*/ 1073240 h 1294327"/>
                <a:gd name="T8" fmla="*/ 186744 w 1472485"/>
                <a:gd name="T9" fmla="*/ 1176271 h 1294327"/>
                <a:gd name="T10" fmla="*/ 109471 w 1472485"/>
                <a:gd name="T11" fmla="*/ 480812 h 1294327"/>
                <a:gd name="T12" fmla="*/ 392806 w 1472485"/>
                <a:gd name="T13" fmla="*/ 133082 h 1294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72485" h="1294327">
                  <a:moveTo>
                    <a:pt x="392806" y="133082"/>
                  </a:moveTo>
                  <a:cubicBezTo>
                    <a:pt x="680434" y="0"/>
                    <a:pt x="845713" y="21465"/>
                    <a:pt x="1075386" y="55809"/>
                  </a:cubicBezTo>
                  <a:cubicBezTo>
                    <a:pt x="1305059" y="90153"/>
                    <a:pt x="1472485" y="384220"/>
                    <a:pt x="1371601" y="635358"/>
                  </a:cubicBezTo>
                  <a:cubicBezTo>
                    <a:pt x="1270717" y="886496"/>
                    <a:pt x="1114023" y="946598"/>
                    <a:pt x="869324" y="1073240"/>
                  </a:cubicBezTo>
                  <a:cubicBezTo>
                    <a:pt x="624625" y="1199882"/>
                    <a:pt x="373488" y="1294327"/>
                    <a:pt x="186744" y="1176271"/>
                  </a:cubicBezTo>
                  <a:cubicBezTo>
                    <a:pt x="0" y="1058215"/>
                    <a:pt x="75127" y="654677"/>
                    <a:pt x="109471" y="480812"/>
                  </a:cubicBezTo>
                  <a:cubicBezTo>
                    <a:pt x="143815" y="306947"/>
                    <a:pt x="333778" y="205526"/>
                    <a:pt x="392806" y="133082"/>
                  </a:cubicBezTo>
                  <a:close/>
                </a:path>
              </a:pathLst>
            </a:custGeom>
            <a:solidFill>
              <a:srgbClr val="FFFFFF"/>
            </a:solidFill>
            <a:ln w="25400" cap="flat" cmpd="sng" algn="ctr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sp>
        <p:nvSpPr>
          <p:cNvPr id="10" name="Oval 10">
            <a:extLst>
              <a:ext uri="{FF2B5EF4-FFF2-40B4-BE49-F238E27FC236}">
                <a16:creationId xmlns:a16="http://schemas.microsoft.com/office/drawing/2014/main" id="{75CCD5BC-0D97-75F2-C786-4A973B72C5C6}"/>
              </a:ext>
            </a:extLst>
          </p:cNvPr>
          <p:cNvSpPr>
            <a:spLocks noChangeArrowheads="1"/>
          </p:cNvSpPr>
          <p:nvPr/>
        </p:nvSpPr>
        <p:spPr bwMode="auto">
          <a:xfrm rot="2644309">
            <a:off x="3172524" y="2010029"/>
            <a:ext cx="982662" cy="1255713"/>
          </a:xfrm>
          <a:prstGeom prst="ellipse">
            <a:avLst/>
          </a:prstGeom>
          <a:solidFill>
            <a:srgbClr val="00B050"/>
          </a:solidFill>
          <a:ln w="254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AD2091FA-A19A-6951-7F9D-C5927C6CD285}"/>
              </a:ext>
            </a:extLst>
          </p:cNvPr>
          <p:cNvGrpSpPr>
            <a:grpSpLocks/>
          </p:cNvGrpSpPr>
          <p:nvPr/>
        </p:nvGrpSpPr>
        <p:grpSpPr bwMode="auto">
          <a:xfrm>
            <a:off x="910336" y="3821367"/>
            <a:ext cx="2068513" cy="1893887"/>
            <a:chOff x="107209941" y="108297614"/>
            <a:chExt cx="2069206" cy="1893194"/>
          </a:xfrm>
        </p:grpSpPr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D1EE7293-8322-7695-8457-AF9606BB4F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7209941" y="108297614"/>
              <a:ext cx="2069206" cy="1893194"/>
              <a:chOff x="108652614" y="112370316"/>
              <a:chExt cx="2069206" cy="1893194"/>
            </a:xfrm>
          </p:grpSpPr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0BF11F59-AD19-3136-FDE6-BBB3DC28E4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652614" y="112370316"/>
                <a:ext cx="2069206" cy="1893194"/>
              </a:xfrm>
              <a:custGeom>
                <a:avLst/>
                <a:gdLst>
                  <a:gd name="T0" fmla="*/ 109471 w 2069206"/>
                  <a:gd name="T1" fmla="*/ 1363014 h 1893194"/>
                  <a:gd name="T2" fmla="*/ 212501 w 2069206"/>
                  <a:gd name="T3" fmla="*/ 448614 h 1893194"/>
                  <a:gd name="T4" fmla="*/ 1023871 w 2069206"/>
                  <a:gd name="T5" fmla="*/ 100884 h 1893194"/>
                  <a:gd name="T6" fmla="*/ 1925392 w 2069206"/>
                  <a:gd name="T7" fmla="*/ 603160 h 1893194"/>
                  <a:gd name="T8" fmla="*/ 1435994 w 2069206"/>
                  <a:gd name="T9" fmla="*/ 1453166 h 1893194"/>
                  <a:gd name="T10" fmla="*/ 560231 w 2069206"/>
                  <a:gd name="T11" fmla="*/ 1878169 h 1893194"/>
                  <a:gd name="T12" fmla="*/ 109471 w 2069206"/>
                  <a:gd name="T13" fmla="*/ 1363014 h 1893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069206" h="1893194">
                    <a:moveTo>
                      <a:pt x="109471" y="1363014"/>
                    </a:moveTo>
                    <a:cubicBezTo>
                      <a:pt x="105178" y="1350135"/>
                      <a:pt x="0" y="729803"/>
                      <a:pt x="212501" y="448614"/>
                    </a:cubicBezTo>
                    <a:cubicBezTo>
                      <a:pt x="425002" y="167425"/>
                      <a:pt x="502277" y="201768"/>
                      <a:pt x="1023871" y="100884"/>
                    </a:cubicBezTo>
                    <a:cubicBezTo>
                      <a:pt x="1545465" y="0"/>
                      <a:pt x="1781578" y="289774"/>
                      <a:pt x="1925392" y="603160"/>
                    </a:cubicBezTo>
                    <a:cubicBezTo>
                      <a:pt x="2069206" y="916546"/>
                      <a:pt x="1781577" y="1337256"/>
                      <a:pt x="1435994" y="1453166"/>
                    </a:cubicBezTo>
                    <a:cubicBezTo>
                      <a:pt x="1090411" y="1569076"/>
                      <a:pt x="781318" y="1893194"/>
                      <a:pt x="560231" y="1878169"/>
                    </a:cubicBezTo>
                    <a:cubicBezTo>
                      <a:pt x="339144" y="1863144"/>
                      <a:pt x="264017" y="1478924"/>
                      <a:pt x="109471" y="1363014"/>
                    </a:cubicBezTo>
                    <a:close/>
                  </a:path>
                </a:pathLst>
              </a:custGeom>
              <a:solidFill>
                <a:srgbClr val="5B9BD5"/>
              </a:solidFill>
              <a:ln w="25400" cap="flat" algn="ctr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CA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821ED8BA-B288-945A-FA7F-D8EA051272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8935949" y="112647211"/>
                <a:ext cx="1472485" cy="1294327"/>
              </a:xfrm>
              <a:custGeom>
                <a:avLst/>
                <a:gdLst>
                  <a:gd name="T0" fmla="*/ 392806 w 1472485"/>
                  <a:gd name="T1" fmla="*/ 133082 h 1294327"/>
                  <a:gd name="T2" fmla="*/ 1075386 w 1472485"/>
                  <a:gd name="T3" fmla="*/ 55809 h 1294327"/>
                  <a:gd name="T4" fmla="*/ 1371601 w 1472485"/>
                  <a:gd name="T5" fmla="*/ 635358 h 1294327"/>
                  <a:gd name="T6" fmla="*/ 869324 w 1472485"/>
                  <a:gd name="T7" fmla="*/ 1073240 h 1294327"/>
                  <a:gd name="T8" fmla="*/ 186744 w 1472485"/>
                  <a:gd name="T9" fmla="*/ 1176271 h 1294327"/>
                  <a:gd name="T10" fmla="*/ 109471 w 1472485"/>
                  <a:gd name="T11" fmla="*/ 480812 h 1294327"/>
                  <a:gd name="T12" fmla="*/ 392806 w 1472485"/>
                  <a:gd name="T13" fmla="*/ 133082 h 12943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72485" h="1294327">
                    <a:moveTo>
                      <a:pt x="392806" y="133082"/>
                    </a:moveTo>
                    <a:cubicBezTo>
                      <a:pt x="680434" y="0"/>
                      <a:pt x="845713" y="21465"/>
                      <a:pt x="1075386" y="55809"/>
                    </a:cubicBezTo>
                    <a:cubicBezTo>
                      <a:pt x="1305059" y="90153"/>
                      <a:pt x="1472485" y="384220"/>
                      <a:pt x="1371601" y="635358"/>
                    </a:cubicBezTo>
                    <a:cubicBezTo>
                      <a:pt x="1270717" y="886496"/>
                      <a:pt x="1114023" y="946598"/>
                      <a:pt x="869324" y="1073240"/>
                    </a:cubicBezTo>
                    <a:cubicBezTo>
                      <a:pt x="624625" y="1199882"/>
                      <a:pt x="373488" y="1294327"/>
                      <a:pt x="186744" y="1176271"/>
                    </a:cubicBezTo>
                    <a:cubicBezTo>
                      <a:pt x="0" y="1058215"/>
                      <a:pt x="75127" y="654677"/>
                      <a:pt x="109471" y="480812"/>
                    </a:cubicBezTo>
                    <a:cubicBezTo>
                      <a:pt x="143815" y="306947"/>
                      <a:pt x="333778" y="205526"/>
                      <a:pt x="392806" y="13308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5400" cap="flat" cmpd="sng" algn="ctr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000000"/>
                      </a:outerShdw>
                    </a:effectLst>
                  </a14:hiddenEffects>
                </a:ext>
              </a:extLst>
            </p:spPr>
            <p:txBody>
              <a:bodyPr vert="horz" wrap="square" lIns="36576" tIns="36576" rIns="36576" bIns="36576" numCol="1" anchor="t" anchorCtr="0" compatLnSpc="1">
                <a:prstTxWarp prst="textNoShape">
                  <a:avLst/>
                </a:prstTxWarp>
              </a:bodyPr>
              <a:lstStyle/>
              <a:p>
                <a:endParaRPr lang="en-CA"/>
              </a:p>
            </p:txBody>
          </p:sp>
        </p:grpSp>
        <p:sp>
          <p:nvSpPr>
            <p:cNvPr id="13" name="Oval 15">
              <a:extLst>
                <a:ext uri="{FF2B5EF4-FFF2-40B4-BE49-F238E27FC236}">
                  <a16:creationId xmlns:a16="http://schemas.microsoft.com/office/drawing/2014/main" id="{1D15EC3F-352D-E33F-4C3A-5B6B5805E29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957153">
              <a:off x="107757439" y="108935987"/>
              <a:ext cx="826340" cy="612173"/>
            </a:xfrm>
            <a:prstGeom prst="ellipse">
              <a:avLst/>
            </a:prstGeom>
            <a:solidFill>
              <a:srgbClr val="00B050"/>
            </a:solidFill>
            <a:ln w="25400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BB07A03-ED3E-60E2-20C6-2920692E88E7}"/>
              </a:ext>
            </a:extLst>
          </p:cNvPr>
          <p:cNvGrpSpPr>
            <a:grpSpLocks/>
          </p:cNvGrpSpPr>
          <p:nvPr/>
        </p:nvGrpSpPr>
        <p:grpSpPr bwMode="auto">
          <a:xfrm>
            <a:off x="3948811" y="3861054"/>
            <a:ext cx="2068513" cy="1892300"/>
            <a:chOff x="110248442" y="108336736"/>
            <a:chExt cx="2069206" cy="1893194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C70083A-C9E8-7534-429D-BCAB08FB53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48442" y="108336736"/>
              <a:ext cx="2069206" cy="1893194"/>
            </a:xfrm>
            <a:custGeom>
              <a:avLst/>
              <a:gdLst>
                <a:gd name="T0" fmla="*/ 109471 w 2069206"/>
                <a:gd name="T1" fmla="*/ 1363014 h 1893194"/>
                <a:gd name="T2" fmla="*/ 212501 w 2069206"/>
                <a:gd name="T3" fmla="*/ 448614 h 1893194"/>
                <a:gd name="T4" fmla="*/ 1023871 w 2069206"/>
                <a:gd name="T5" fmla="*/ 100884 h 1893194"/>
                <a:gd name="T6" fmla="*/ 1925392 w 2069206"/>
                <a:gd name="T7" fmla="*/ 603160 h 1893194"/>
                <a:gd name="T8" fmla="*/ 1435994 w 2069206"/>
                <a:gd name="T9" fmla="*/ 1453166 h 1893194"/>
                <a:gd name="T10" fmla="*/ 560231 w 2069206"/>
                <a:gd name="T11" fmla="*/ 1878169 h 1893194"/>
                <a:gd name="T12" fmla="*/ 109471 w 2069206"/>
                <a:gd name="T13" fmla="*/ 1363014 h 1893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69206" h="1893194">
                  <a:moveTo>
                    <a:pt x="109471" y="1363014"/>
                  </a:moveTo>
                  <a:cubicBezTo>
                    <a:pt x="105178" y="1350135"/>
                    <a:pt x="0" y="729803"/>
                    <a:pt x="212501" y="448614"/>
                  </a:cubicBezTo>
                  <a:cubicBezTo>
                    <a:pt x="425002" y="167425"/>
                    <a:pt x="502277" y="201768"/>
                    <a:pt x="1023871" y="100884"/>
                  </a:cubicBezTo>
                  <a:cubicBezTo>
                    <a:pt x="1545465" y="0"/>
                    <a:pt x="1781578" y="289774"/>
                    <a:pt x="1925392" y="603160"/>
                  </a:cubicBezTo>
                  <a:cubicBezTo>
                    <a:pt x="2069206" y="916546"/>
                    <a:pt x="1781577" y="1337256"/>
                    <a:pt x="1435994" y="1453166"/>
                  </a:cubicBezTo>
                  <a:cubicBezTo>
                    <a:pt x="1090411" y="1569076"/>
                    <a:pt x="781318" y="1893194"/>
                    <a:pt x="560231" y="1878169"/>
                  </a:cubicBezTo>
                  <a:cubicBezTo>
                    <a:pt x="339144" y="1863144"/>
                    <a:pt x="264017" y="1478924"/>
                    <a:pt x="109471" y="1363014"/>
                  </a:cubicBezTo>
                  <a:close/>
                </a:path>
              </a:pathLst>
            </a:custGeom>
            <a:solidFill>
              <a:srgbClr val="5B9BD5"/>
            </a:solidFill>
            <a:ln w="25400" cap="flat" algn="ctr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FE0123B2-0176-CEF1-6658-91C2BA5FCE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71357" y="108878280"/>
              <a:ext cx="880815" cy="729551"/>
            </a:xfrm>
            <a:custGeom>
              <a:avLst/>
              <a:gdLst>
                <a:gd name="T0" fmla="*/ 392806 w 1472485"/>
                <a:gd name="T1" fmla="*/ 133082 h 1294327"/>
                <a:gd name="T2" fmla="*/ 1075386 w 1472485"/>
                <a:gd name="T3" fmla="*/ 55809 h 1294327"/>
                <a:gd name="T4" fmla="*/ 1371601 w 1472485"/>
                <a:gd name="T5" fmla="*/ 635358 h 1294327"/>
                <a:gd name="T6" fmla="*/ 869324 w 1472485"/>
                <a:gd name="T7" fmla="*/ 1073240 h 1294327"/>
                <a:gd name="T8" fmla="*/ 186744 w 1472485"/>
                <a:gd name="T9" fmla="*/ 1176271 h 1294327"/>
                <a:gd name="T10" fmla="*/ 109471 w 1472485"/>
                <a:gd name="T11" fmla="*/ 480812 h 1294327"/>
                <a:gd name="T12" fmla="*/ 392806 w 1472485"/>
                <a:gd name="T13" fmla="*/ 133082 h 1294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72485" h="1294327">
                  <a:moveTo>
                    <a:pt x="392806" y="133082"/>
                  </a:moveTo>
                  <a:cubicBezTo>
                    <a:pt x="680434" y="0"/>
                    <a:pt x="845713" y="21465"/>
                    <a:pt x="1075386" y="55809"/>
                  </a:cubicBezTo>
                  <a:cubicBezTo>
                    <a:pt x="1305059" y="90153"/>
                    <a:pt x="1472485" y="384220"/>
                    <a:pt x="1371601" y="635358"/>
                  </a:cubicBezTo>
                  <a:cubicBezTo>
                    <a:pt x="1270717" y="886496"/>
                    <a:pt x="1114023" y="946598"/>
                    <a:pt x="869324" y="1073240"/>
                  </a:cubicBezTo>
                  <a:cubicBezTo>
                    <a:pt x="624625" y="1199882"/>
                    <a:pt x="373488" y="1294327"/>
                    <a:pt x="186744" y="1176271"/>
                  </a:cubicBezTo>
                  <a:cubicBezTo>
                    <a:pt x="0" y="1058215"/>
                    <a:pt x="75127" y="654677"/>
                    <a:pt x="109471" y="480812"/>
                  </a:cubicBezTo>
                  <a:cubicBezTo>
                    <a:pt x="143815" y="306947"/>
                    <a:pt x="333778" y="205526"/>
                    <a:pt x="392806" y="133082"/>
                  </a:cubicBezTo>
                  <a:close/>
                </a:path>
              </a:pathLst>
            </a:custGeom>
            <a:solidFill>
              <a:srgbClr val="FFFFFF"/>
            </a:solidFill>
            <a:ln w="25400" cap="flat" cmpd="sng" algn="ctr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sp>
        <p:nvSpPr>
          <p:cNvPr id="19" name="Freeform 19">
            <a:extLst>
              <a:ext uri="{FF2B5EF4-FFF2-40B4-BE49-F238E27FC236}">
                <a16:creationId xmlns:a16="http://schemas.microsoft.com/office/drawing/2014/main" id="{CB70220F-0BBA-78B6-9992-9B97ED366A6B}"/>
              </a:ext>
            </a:extLst>
          </p:cNvPr>
          <p:cNvSpPr>
            <a:spLocks/>
          </p:cNvSpPr>
          <p:nvPr/>
        </p:nvSpPr>
        <p:spPr bwMode="auto">
          <a:xfrm>
            <a:off x="4090099" y="6159754"/>
            <a:ext cx="881062" cy="730250"/>
          </a:xfrm>
          <a:custGeom>
            <a:avLst/>
            <a:gdLst>
              <a:gd name="T0" fmla="*/ 392806 w 1472485"/>
              <a:gd name="T1" fmla="*/ 133082 h 1294327"/>
              <a:gd name="T2" fmla="*/ 1075386 w 1472485"/>
              <a:gd name="T3" fmla="*/ 55809 h 1294327"/>
              <a:gd name="T4" fmla="*/ 1371601 w 1472485"/>
              <a:gd name="T5" fmla="*/ 635358 h 1294327"/>
              <a:gd name="T6" fmla="*/ 869324 w 1472485"/>
              <a:gd name="T7" fmla="*/ 1073240 h 1294327"/>
              <a:gd name="T8" fmla="*/ 186744 w 1472485"/>
              <a:gd name="T9" fmla="*/ 1176271 h 1294327"/>
              <a:gd name="T10" fmla="*/ 109471 w 1472485"/>
              <a:gd name="T11" fmla="*/ 480812 h 1294327"/>
              <a:gd name="T12" fmla="*/ 392806 w 1472485"/>
              <a:gd name="T13" fmla="*/ 133082 h 12943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72485" h="1294327">
                <a:moveTo>
                  <a:pt x="392806" y="133082"/>
                </a:moveTo>
                <a:cubicBezTo>
                  <a:pt x="680434" y="0"/>
                  <a:pt x="845713" y="21465"/>
                  <a:pt x="1075386" y="55809"/>
                </a:cubicBezTo>
                <a:cubicBezTo>
                  <a:pt x="1305059" y="90153"/>
                  <a:pt x="1472485" y="384220"/>
                  <a:pt x="1371601" y="635358"/>
                </a:cubicBezTo>
                <a:cubicBezTo>
                  <a:pt x="1270717" y="886496"/>
                  <a:pt x="1114023" y="946598"/>
                  <a:pt x="869324" y="1073240"/>
                </a:cubicBezTo>
                <a:cubicBezTo>
                  <a:pt x="624625" y="1199882"/>
                  <a:pt x="373488" y="1294327"/>
                  <a:pt x="186744" y="1176271"/>
                </a:cubicBezTo>
                <a:cubicBezTo>
                  <a:pt x="0" y="1058215"/>
                  <a:pt x="75127" y="654677"/>
                  <a:pt x="109471" y="480812"/>
                </a:cubicBezTo>
                <a:cubicBezTo>
                  <a:pt x="143815" y="306947"/>
                  <a:pt x="333778" y="205526"/>
                  <a:pt x="392806" y="133082"/>
                </a:cubicBezTo>
                <a:close/>
              </a:path>
            </a:pathLst>
          </a:custGeom>
          <a:solidFill>
            <a:srgbClr val="FFFFFF"/>
          </a:solidFill>
          <a:ln w="25400" cap="flat" cmpd="sng" algn="ctr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225906BB-844B-2899-F4E8-92CCCAF2C6A0}"/>
              </a:ext>
            </a:extLst>
          </p:cNvPr>
          <p:cNvSpPr>
            <a:spLocks/>
          </p:cNvSpPr>
          <p:nvPr/>
        </p:nvSpPr>
        <p:spPr bwMode="auto">
          <a:xfrm>
            <a:off x="2107311" y="6491542"/>
            <a:ext cx="1466850" cy="1339850"/>
          </a:xfrm>
          <a:custGeom>
            <a:avLst/>
            <a:gdLst>
              <a:gd name="T0" fmla="*/ 109471 w 2069206"/>
              <a:gd name="T1" fmla="*/ 1363014 h 1893194"/>
              <a:gd name="T2" fmla="*/ 212501 w 2069206"/>
              <a:gd name="T3" fmla="*/ 448614 h 1893194"/>
              <a:gd name="T4" fmla="*/ 1023871 w 2069206"/>
              <a:gd name="T5" fmla="*/ 100884 h 1893194"/>
              <a:gd name="T6" fmla="*/ 1925392 w 2069206"/>
              <a:gd name="T7" fmla="*/ 603160 h 1893194"/>
              <a:gd name="T8" fmla="*/ 1435994 w 2069206"/>
              <a:gd name="T9" fmla="*/ 1453166 h 1893194"/>
              <a:gd name="T10" fmla="*/ 560231 w 2069206"/>
              <a:gd name="T11" fmla="*/ 1878169 h 1893194"/>
              <a:gd name="T12" fmla="*/ 109471 w 2069206"/>
              <a:gd name="T13" fmla="*/ 1363014 h 18931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69206" h="1893194">
                <a:moveTo>
                  <a:pt x="109471" y="1363014"/>
                </a:moveTo>
                <a:cubicBezTo>
                  <a:pt x="105178" y="1350135"/>
                  <a:pt x="0" y="729803"/>
                  <a:pt x="212501" y="448614"/>
                </a:cubicBezTo>
                <a:cubicBezTo>
                  <a:pt x="425002" y="167425"/>
                  <a:pt x="502277" y="201768"/>
                  <a:pt x="1023871" y="100884"/>
                </a:cubicBezTo>
                <a:cubicBezTo>
                  <a:pt x="1545465" y="0"/>
                  <a:pt x="1781578" y="289774"/>
                  <a:pt x="1925392" y="603160"/>
                </a:cubicBezTo>
                <a:cubicBezTo>
                  <a:pt x="2069206" y="916546"/>
                  <a:pt x="1781577" y="1337256"/>
                  <a:pt x="1435994" y="1453166"/>
                </a:cubicBezTo>
                <a:cubicBezTo>
                  <a:pt x="1090411" y="1569076"/>
                  <a:pt x="781318" y="1893194"/>
                  <a:pt x="560231" y="1878169"/>
                </a:cubicBezTo>
                <a:cubicBezTo>
                  <a:pt x="339144" y="1863144"/>
                  <a:pt x="264017" y="1478924"/>
                  <a:pt x="109471" y="1363014"/>
                </a:cubicBezTo>
                <a:close/>
              </a:path>
            </a:pathLst>
          </a:custGeom>
          <a:solidFill>
            <a:srgbClr val="00B050"/>
          </a:solidFill>
          <a:ln w="25400" cap="flat" cmpd="sng" algn="ctr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8439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7F388CD-4FC9-FF1B-40C5-9D7E94AD35D7}"/>
              </a:ext>
            </a:extLst>
          </p:cNvPr>
          <p:cNvSpPr>
            <a:spLocks/>
          </p:cNvSpPr>
          <p:nvPr/>
        </p:nvSpPr>
        <p:spPr bwMode="auto">
          <a:xfrm>
            <a:off x="4494721" y="1860487"/>
            <a:ext cx="2068512" cy="1893887"/>
          </a:xfrm>
          <a:custGeom>
            <a:avLst/>
            <a:gdLst>
              <a:gd name="T0" fmla="*/ 109471 w 2069206"/>
              <a:gd name="T1" fmla="*/ 1363014 h 1893194"/>
              <a:gd name="T2" fmla="*/ 212501 w 2069206"/>
              <a:gd name="T3" fmla="*/ 448614 h 1893194"/>
              <a:gd name="T4" fmla="*/ 1023871 w 2069206"/>
              <a:gd name="T5" fmla="*/ 100884 h 1893194"/>
              <a:gd name="T6" fmla="*/ 1925392 w 2069206"/>
              <a:gd name="T7" fmla="*/ 603160 h 1893194"/>
              <a:gd name="T8" fmla="*/ 1435994 w 2069206"/>
              <a:gd name="T9" fmla="*/ 1453166 h 1893194"/>
              <a:gd name="T10" fmla="*/ 560231 w 2069206"/>
              <a:gd name="T11" fmla="*/ 1878169 h 1893194"/>
              <a:gd name="T12" fmla="*/ 109471 w 2069206"/>
              <a:gd name="T13" fmla="*/ 1363014 h 18931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69206" h="1893194">
                <a:moveTo>
                  <a:pt x="109471" y="1363014"/>
                </a:moveTo>
                <a:cubicBezTo>
                  <a:pt x="105178" y="1350135"/>
                  <a:pt x="0" y="729803"/>
                  <a:pt x="212501" y="448614"/>
                </a:cubicBezTo>
                <a:cubicBezTo>
                  <a:pt x="425002" y="167425"/>
                  <a:pt x="502277" y="201768"/>
                  <a:pt x="1023871" y="100884"/>
                </a:cubicBezTo>
                <a:cubicBezTo>
                  <a:pt x="1545465" y="0"/>
                  <a:pt x="1781578" y="289774"/>
                  <a:pt x="1925392" y="603160"/>
                </a:cubicBezTo>
                <a:cubicBezTo>
                  <a:pt x="2069206" y="916546"/>
                  <a:pt x="1781577" y="1337256"/>
                  <a:pt x="1435994" y="1453166"/>
                </a:cubicBezTo>
                <a:cubicBezTo>
                  <a:pt x="1090411" y="1569076"/>
                  <a:pt x="781318" y="1893194"/>
                  <a:pt x="560231" y="1878169"/>
                </a:cubicBezTo>
                <a:cubicBezTo>
                  <a:pt x="339144" y="1863144"/>
                  <a:pt x="264017" y="1478924"/>
                  <a:pt x="109471" y="1363014"/>
                </a:cubicBezTo>
                <a:close/>
              </a:path>
            </a:pathLst>
          </a:custGeom>
          <a:solidFill>
            <a:srgbClr val="5B9BD5">
              <a:alpha val="59000"/>
            </a:srgbClr>
          </a:solidFill>
          <a:ln w="25400" cap="flat" cmpd="sng" algn="ctr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EF7F0FF-05BF-9DCB-8849-2066536A1431}"/>
              </a:ext>
            </a:extLst>
          </p:cNvPr>
          <p:cNvSpPr>
            <a:spLocks/>
          </p:cNvSpPr>
          <p:nvPr/>
        </p:nvSpPr>
        <p:spPr bwMode="auto">
          <a:xfrm>
            <a:off x="2569083" y="833374"/>
            <a:ext cx="2068513" cy="1892300"/>
          </a:xfrm>
          <a:custGeom>
            <a:avLst/>
            <a:gdLst>
              <a:gd name="T0" fmla="*/ 109471 w 2069206"/>
              <a:gd name="T1" fmla="*/ 1363014 h 1893194"/>
              <a:gd name="T2" fmla="*/ 212501 w 2069206"/>
              <a:gd name="T3" fmla="*/ 448614 h 1893194"/>
              <a:gd name="T4" fmla="*/ 1023871 w 2069206"/>
              <a:gd name="T5" fmla="*/ 100884 h 1893194"/>
              <a:gd name="T6" fmla="*/ 1925392 w 2069206"/>
              <a:gd name="T7" fmla="*/ 603160 h 1893194"/>
              <a:gd name="T8" fmla="*/ 1435994 w 2069206"/>
              <a:gd name="T9" fmla="*/ 1453166 h 1893194"/>
              <a:gd name="T10" fmla="*/ 560231 w 2069206"/>
              <a:gd name="T11" fmla="*/ 1878169 h 1893194"/>
              <a:gd name="T12" fmla="*/ 109471 w 2069206"/>
              <a:gd name="T13" fmla="*/ 1363014 h 18931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69206" h="1893194">
                <a:moveTo>
                  <a:pt x="109471" y="1363014"/>
                </a:moveTo>
                <a:cubicBezTo>
                  <a:pt x="105178" y="1350135"/>
                  <a:pt x="0" y="729803"/>
                  <a:pt x="212501" y="448614"/>
                </a:cubicBezTo>
                <a:cubicBezTo>
                  <a:pt x="425002" y="167425"/>
                  <a:pt x="502277" y="201768"/>
                  <a:pt x="1023871" y="100884"/>
                </a:cubicBezTo>
                <a:cubicBezTo>
                  <a:pt x="1545465" y="0"/>
                  <a:pt x="1781578" y="289774"/>
                  <a:pt x="1925392" y="603160"/>
                </a:cubicBezTo>
                <a:cubicBezTo>
                  <a:pt x="2069206" y="916546"/>
                  <a:pt x="1781577" y="1337256"/>
                  <a:pt x="1435994" y="1453166"/>
                </a:cubicBezTo>
                <a:cubicBezTo>
                  <a:pt x="1090411" y="1569076"/>
                  <a:pt x="781318" y="1893194"/>
                  <a:pt x="560231" y="1878169"/>
                </a:cubicBezTo>
                <a:cubicBezTo>
                  <a:pt x="339144" y="1863144"/>
                  <a:pt x="264017" y="1478924"/>
                  <a:pt x="109471" y="1363014"/>
                </a:cubicBezTo>
                <a:close/>
              </a:path>
            </a:pathLst>
          </a:custGeom>
          <a:solidFill>
            <a:srgbClr val="00B050">
              <a:alpha val="64999"/>
            </a:srgbClr>
          </a:solidFill>
          <a:ln w="25400" cap="flat" cmpd="sng" algn="ctr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8F423493-7440-D1BB-7B37-9935D1C0BEDA}"/>
              </a:ext>
            </a:extLst>
          </p:cNvPr>
          <p:cNvGrpSpPr>
            <a:grpSpLocks/>
          </p:cNvGrpSpPr>
          <p:nvPr/>
        </p:nvGrpSpPr>
        <p:grpSpPr bwMode="auto">
          <a:xfrm>
            <a:off x="1676908" y="3784537"/>
            <a:ext cx="2052638" cy="1870075"/>
            <a:chOff x="108256697" y="109555622"/>
            <a:chExt cx="2051853" cy="1869059"/>
          </a:xfrm>
        </p:grpSpPr>
        <p:sp>
          <p:nvSpPr>
            <p:cNvPr id="5" name="Oval 5">
              <a:extLst>
                <a:ext uri="{FF2B5EF4-FFF2-40B4-BE49-F238E27FC236}">
                  <a16:creationId xmlns:a16="http://schemas.microsoft.com/office/drawing/2014/main" id="{04D6D3E6-A3FF-5FD9-DC9C-F2A9316AE6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02510" y="109613264"/>
              <a:ext cx="1971349" cy="1811417"/>
            </a:xfrm>
            <a:prstGeom prst="ellipse">
              <a:avLst/>
            </a:prstGeom>
            <a:solidFill>
              <a:srgbClr val="5B9BD5">
                <a:alpha val="50000"/>
              </a:srgbClr>
            </a:solidFill>
            <a:ln w="25400" algn="ctr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C5DEE91E-0F2E-0699-895F-D85C614A40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56697" y="109555622"/>
              <a:ext cx="2051853" cy="1849379"/>
            </a:xfrm>
            <a:custGeom>
              <a:avLst/>
              <a:gdLst>
                <a:gd name="T0" fmla="*/ 165594 w 2051853"/>
                <a:gd name="T1" fmla="*/ 1421013 h 1849379"/>
                <a:gd name="T2" fmla="*/ 212501 w 2051853"/>
                <a:gd name="T3" fmla="*/ 448614 h 1849379"/>
                <a:gd name="T4" fmla="*/ 1023871 w 2051853"/>
                <a:gd name="T5" fmla="*/ 100884 h 1849379"/>
                <a:gd name="T6" fmla="*/ 1925392 w 2051853"/>
                <a:gd name="T7" fmla="*/ 603160 h 1849379"/>
                <a:gd name="T8" fmla="*/ 1821139 w 2051853"/>
                <a:gd name="T9" fmla="*/ 1190007 h 1849379"/>
                <a:gd name="T10" fmla="*/ 1575695 w 2051853"/>
                <a:gd name="T11" fmla="*/ 1267009 h 1849379"/>
                <a:gd name="T12" fmla="*/ 1493881 w 2051853"/>
                <a:gd name="T13" fmla="*/ 1180382 h 1849379"/>
                <a:gd name="T14" fmla="*/ 1460192 w 2051853"/>
                <a:gd name="T15" fmla="*/ 1026378 h 1849379"/>
                <a:gd name="T16" fmla="*/ 1657510 w 2051853"/>
                <a:gd name="T17" fmla="*/ 785746 h 1849379"/>
                <a:gd name="T18" fmla="*/ 1546819 w 2051853"/>
                <a:gd name="T19" fmla="*/ 352609 h 1849379"/>
                <a:gd name="T20" fmla="*/ 1118495 w 2051853"/>
                <a:gd name="T21" fmla="*/ 203418 h 1849379"/>
                <a:gd name="T22" fmla="*/ 430289 w 2051853"/>
                <a:gd name="T23" fmla="*/ 530676 h 1849379"/>
                <a:gd name="T24" fmla="*/ 377350 w 2051853"/>
                <a:gd name="T25" fmla="*/ 1281447 h 1849379"/>
                <a:gd name="T26" fmla="*/ 853801 w 2051853"/>
                <a:gd name="T27" fmla="*/ 1522079 h 1849379"/>
                <a:gd name="T28" fmla="*/ 670921 w 2051853"/>
                <a:gd name="T29" fmla="*/ 1801211 h 1849379"/>
                <a:gd name="T30" fmla="*/ 165594 w 2051853"/>
                <a:gd name="T31" fmla="*/ 1421013 h 1849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051853" h="1849379">
                  <a:moveTo>
                    <a:pt x="165594" y="1421013"/>
                  </a:moveTo>
                  <a:cubicBezTo>
                    <a:pt x="107843" y="1310323"/>
                    <a:pt x="0" y="729803"/>
                    <a:pt x="212501" y="448614"/>
                  </a:cubicBezTo>
                  <a:cubicBezTo>
                    <a:pt x="425002" y="167425"/>
                    <a:pt x="502277" y="201768"/>
                    <a:pt x="1023871" y="100884"/>
                  </a:cubicBezTo>
                  <a:cubicBezTo>
                    <a:pt x="1545465" y="0"/>
                    <a:pt x="1781578" y="289774"/>
                    <a:pt x="1925392" y="603160"/>
                  </a:cubicBezTo>
                  <a:cubicBezTo>
                    <a:pt x="2051853" y="738961"/>
                    <a:pt x="2006154" y="1061719"/>
                    <a:pt x="1821139" y="1190007"/>
                  </a:cubicBezTo>
                  <a:cubicBezTo>
                    <a:pt x="1762856" y="1300648"/>
                    <a:pt x="1630238" y="1268613"/>
                    <a:pt x="1575695" y="1267009"/>
                  </a:cubicBezTo>
                  <a:cubicBezTo>
                    <a:pt x="1515013" y="1252122"/>
                    <a:pt x="1512329" y="1211664"/>
                    <a:pt x="1493881" y="1180382"/>
                  </a:cubicBezTo>
                  <a:cubicBezTo>
                    <a:pt x="1474631" y="1140277"/>
                    <a:pt x="1432921" y="1092151"/>
                    <a:pt x="1460192" y="1026378"/>
                  </a:cubicBezTo>
                  <a:cubicBezTo>
                    <a:pt x="1452712" y="985999"/>
                    <a:pt x="1643072" y="898041"/>
                    <a:pt x="1657510" y="785746"/>
                  </a:cubicBezTo>
                  <a:cubicBezTo>
                    <a:pt x="1671948" y="673451"/>
                    <a:pt x="1636655" y="449664"/>
                    <a:pt x="1546819" y="352609"/>
                  </a:cubicBezTo>
                  <a:cubicBezTo>
                    <a:pt x="1456983" y="255554"/>
                    <a:pt x="1304583" y="173740"/>
                    <a:pt x="1118495" y="203418"/>
                  </a:cubicBezTo>
                  <a:cubicBezTo>
                    <a:pt x="932407" y="233096"/>
                    <a:pt x="553813" y="351005"/>
                    <a:pt x="430289" y="530676"/>
                  </a:cubicBezTo>
                  <a:cubicBezTo>
                    <a:pt x="367725" y="578803"/>
                    <a:pt x="327620" y="1117015"/>
                    <a:pt x="377350" y="1281447"/>
                  </a:cubicBezTo>
                  <a:cubicBezTo>
                    <a:pt x="447935" y="1446681"/>
                    <a:pt x="804873" y="1435452"/>
                    <a:pt x="853801" y="1522079"/>
                  </a:cubicBezTo>
                  <a:cubicBezTo>
                    <a:pt x="940428" y="1661646"/>
                    <a:pt x="773319" y="1849379"/>
                    <a:pt x="670921" y="1801211"/>
                  </a:cubicBezTo>
                  <a:cubicBezTo>
                    <a:pt x="449834" y="1786186"/>
                    <a:pt x="223345" y="1531703"/>
                    <a:pt x="165594" y="1421013"/>
                  </a:cubicBezTo>
                  <a:close/>
                </a:path>
              </a:pathLst>
            </a:custGeom>
            <a:solidFill>
              <a:srgbClr val="5B9BD5"/>
            </a:solidFill>
            <a:ln w="25400" cap="flat" cmpd="sng" algn="ctr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F6C4BCCB-2D66-9075-E8EA-25DA114BA563}"/>
              </a:ext>
            </a:extLst>
          </p:cNvPr>
          <p:cNvGrpSpPr>
            <a:grpSpLocks/>
          </p:cNvGrpSpPr>
          <p:nvPr/>
        </p:nvGrpSpPr>
        <p:grpSpPr bwMode="auto">
          <a:xfrm>
            <a:off x="4091496" y="5524437"/>
            <a:ext cx="2070100" cy="1893887"/>
            <a:chOff x="110671519" y="111295374"/>
            <a:chExt cx="2069206" cy="1893194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DF403345-E7A7-26D8-C27F-85A81CC9F4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71519" y="111295374"/>
              <a:ext cx="2069206" cy="1893194"/>
            </a:xfrm>
            <a:custGeom>
              <a:avLst/>
              <a:gdLst>
                <a:gd name="T0" fmla="*/ 109471 w 2069206"/>
                <a:gd name="T1" fmla="*/ 1363014 h 1893194"/>
                <a:gd name="T2" fmla="*/ 212501 w 2069206"/>
                <a:gd name="T3" fmla="*/ 448614 h 1893194"/>
                <a:gd name="T4" fmla="*/ 1023871 w 2069206"/>
                <a:gd name="T5" fmla="*/ 100884 h 1893194"/>
                <a:gd name="T6" fmla="*/ 1925392 w 2069206"/>
                <a:gd name="T7" fmla="*/ 603160 h 1893194"/>
                <a:gd name="T8" fmla="*/ 1435994 w 2069206"/>
                <a:gd name="T9" fmla="*/ 1453166 h 1893194"/>
                <a:gd name="T10" fmla="*/ 560231 w 2069206"/>
                <a:gd name="T11" fmla="*/ 1878169 h 1893194"/>
                <a:gd name="T12" fmla="*/ 109471 w 2069206"/>
                <a:gd name="T13" fmla="*/ 1363014 h 1893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69206" h="1893194">
                  <a:moveTo>
                    <a:pt x="109471" y="1363014"/>
                  </a:moveTo>
                  <a:cubicBezTo>
                    <a:pt x="105178" y="1350135"/>
                    <a:pt x="0" y="729803"/>
                    <a:pt x="212501" y="448614"/>
                  </a:cubicBezTo>
                  <a:cubicBezTo>
                    <a:pt x="425002" y="167425"/>
                    <a:pt x="502277" y="201768"/>
                    <a:pt x="1023871" y="100884"/>
                  </a:cubicBezTo>
                  <a:cubicBezTo>
                    <a:pt x="1545465" y="0"/>
                    <a:pt x="1781578" y="289774"/>
                    <a:pt x="1925392" y="603160"/>
                  </a:cubicBezTo>
                  <a:cubicBezTo>
                    <a:pt x="2069206" y="916546"/>
                    <a:pt x="1781577" y="1337256"/>
                    <a:pt x="1435994" y="1453166"/>
                  </a:cubicBezTo>
                  <a:cubicBezTo>
                    <a:pt x="1090411" y="1569076"/>
                    <a:pt x="781318" y="1893194"/>
                    <a:pt x="560231" y="1878169"/>
                  </a:cubicBezTo>
                  <a:cubicBezTo>
                    <a:pt x="339144" y="1863144"/>
                    <a:pt x="264017" y="1478924"/>
                    <a:pt x="109471" y="1363014"/>
                  </a:cubicBezTo>
                  <a:close/>
                </a:path>
              </a:pathLst>
            </a:custGeom>
            <a:solidFill>
              <a:srgbClr val="5B9BD5"/>
            </a:solidFill>
            <a:ln w="25400" cap="flat" cmpd="sng" algn="ctr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5FDABF8E-AF5C-A7D2-3AB6-69930BAD4C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47340" y="111346046"/>
              <a:ext cx="1884758" cy="1835724"/>
            </a:xfrm>
            <a:custGeom>
              <a:avLst/>
              <a:gdLst>
                <a:gd name="T0" fmla="*/ 33650 w 1884758"/>
                <a:gd name="T1" fmla="*/ 1305544 h 1835724"/>
                <a:gd name="T2" fmla="*/ 3836 w 1884758"/>
                <a:gd name="T3" fmla="*/ 1104759 h 1835724"/>
                <a:gd name="T4" fmla="*/ 10635 w 1884758"/>
                <a:gd name="T5" fmla="*/ 741039 h 1835724"/>
                <a:gd name="T6" fmla="*/ 133008 w 1884758"/>
                <a:gd name="T7" fmla="*/ 390915 h 1835724"/>
                <a:gd name="T8" fmla="*/ 268978 w 1884758"/>
                <a:gd name="T9" fmla="*/ 237949 h 1835724"/>
                <a:gd name="T10" fmla="*/ 863848 w 1884758"/>
                <a:gd name="T11" fmla="*/ 16996 h 1835724"/>
                <a:gd name="T12" fmla="*/ 1224169 w 1884758"/>
                <a:gd name="T13" fmla="*/ 23795 h 1835724"/>
                <a:gd name="T14" fmla="*/ 1468916 w 1884758"/>
                <a:gd name="T15" fmla="*/ 101978 h 1835724"/>
                <a:gd name="T16" fmla="*/ 1672871 w 1884758"/>
                <a:gd name="T17" fmla="*/ 251545 h 1835724"/>
                <a:gd name="T18" fmla="*/ 1853032 w 1884758"/>
                <a:gd name="T19" fmla="*/ 543881 h 1835724"/>
                <a:gd name="T20" fmla="*/ 1883625 w 1884758"/>
                <a:gd name="T21" fmla="*/ 754635 h 1835724"/>
                <a:gd name="T22" fmla="*/ 1846233 w 1884758"/>
                <a:gd name="T23" fmla="*/ 934796 h 1835724"/>
                <a:gd name="T24" fmla="*/ 1720461 w 1884758"/>
                <a:gd name="T25" fmla="*/ 1148949 h 1835724"/>
                <a:gd name="T26" fmla="*/ 1598088 w 1884758"/>
                <a:gd name="T27" fmla="*/ 1274721 h 1835724"/>
                <a:gd name="T28" fmla="*/ 484410 w 1884758"/>
                <a:gd name="T29" fmla="*/ 1820699 h 1835724"/>
                <a:gd name="T30" fmla="*/ 33650 w 1884758"/>
                <a:gd name="T31" fmla="*/ 1305544 h 1835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884758" h="1835724">
                  <a:moveTo>
                    <a:pt x="33650" y="1305544"/>
                  </a:moveTo>
                  <a:cubicBezTo>
                    <a:pt x="3836" y="1172744"/>
                    <a:pt x="7672" y="1198843"/>
                    <a:pt x="3836" y="1104759"/>
                  </a:cubicBezTo>
                  <a:cubicBezTo>
                    <a:pt x="0" y="1010675"/>
                    <a:pt x="437" y="870210"/>
                    <a:pt x="10635" y="741039"/>
                  </a:cubicBezTo>
                  <a:cubicBezTo>
                    <a:pt x="31030" y="605068"/>
                    <a:pt x="68422" y="509889"/>
                    <a:pt x="133008" y="390915"/>
                  </a:cubicBezTo>
                  <a:cubicBezTo>
                    <a:pt x="224788" y="295735"/>
                    <a:pt x="133008" y="390915"/>
                    <a:pt x="268978" y="237949"/>
                  </a:cubicBezTo>
                  <a:cubicBezTo>
                    <a:pt x="404948" y="84983"/>
                    <a:pt x="704083" y="40790"/>
                    <a:pt x="863848" y="16996"/>
                  </a:cubicBezTo>
                  <a:cubicBezTo>
                    <a:pt x="1033811" y="10198"/>
                    <a:pt x="1115393" y="0"/>
                    <a:pt x="1224169" y="23795"/>
                  </a:cubicBezTo>
                  <a:cubicBezTo>
                    <a:pt x="1332946" y="47590"/>
                    <a:pt x="1373737" y="54389"/>
                    <a:pt x="1468916" y="101978"/>
                  </a:cubicBezTo>
                  <a:cubicBezTo>
                    <a:pt x="1564095" y="149567"/>
                    <a:pt x="1591289" y="183560"/>
                    <a:pt x="1672871" y="251545"/>
                  </a:cubicBezTo>
                  <a:cubicBezTo>
                    <a:pt x="1740856" y="336526"/>
                    <a:pt x="1781647" y="421508"/>
                    <a:pt x="1853032" y="543881"/>
                  </a:cubicBezTo>
                  <a:cubicBezTo>
                    <a:pt x="1883625" y="669654"/>
                    <a:pt x="1884758" y="689483"/>
                    <a:pt x="1883625" y="754635"/>
                  </a:cubicBezTo>
                  <a:cubicBezTo>
                    <a:pt x="1882492" y="819787"/>
                    <a:pt x="1870028" y="866811"/>
                    <a:pt x="1846233" y="934796"/>
                  </a:cubicBezTo>
                  <a:cubicBezTo>
                    <a:pt x="1798644" y="1012979"/>
                    <a:pt x="1774849" y="1067367"/>
                    <a:pt x="1720461" y="1148949"/>
                  </a:cubicBezTo>
                  <a:cubicBezTo>
                    <a:pt x="1652476" y="1227132"/>
                    <a:pt x="1683069" y="1203337"/>
                    <a:pt x="1598088" y="1274721"/>
                  </a:cubicBezTo>
                  <a:cubicBezTo>
                    <a:pt x="1513107" y="1346105"/>
                    <a:pt x="705497" y="1835724"/>
                    <a:pt x="484410" y="1820699"/>
                  </a:cubicBezTo>
                  <a:cubicBezTo>
                    <a:pt x="263323" y="1805674"/>
                    <a:pt x="143206" y="1519468"/>
                    <a:pt x="33650" y="1305544"/>
                  </a:cubicBezTo>
                  <a:close/>
                </a:path>
              </a:pathLst>
            </a:custGeom>
            <a:solidFill>
              <a:srgbClr val="5B9BD5">
                <a:alpha val="50000"/>
              </a:srgbClr>
            </a:solidFill>
            <a:ln w="25400" cap="flat" cmpd="sng" algn="ctr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EBCB74CF-32A1-7D0C-3895-2A88A710B08C}"/>
              </a:ext>
            </a:extLst>
          </p:cNvPr>
          <p:cNvGrpSpPr>
            <a:grpSpLocks/>
          </p:cNvGrpSpPr>
          <p:nvPr/>
        </p:nvGrpSpPr>
        <p:grpSpPr bwMode="auto">
          <a:xfrm>
            <a:off x="516445" y="6319774"/>
            <a:ext cx="2052638" cy="1849438"/>
            <a:chOff x="107095920" y="112090393"/>
            <a:chExt cx="2051853" cy="184937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0DCB1D82-7163-534B-6C1E-99A2513ACD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095920" y="112090393"/>
              <a:ext cx="2051853" cy="1849379"/>
            </a:xfrm>
            <a:custGeom>
              <a:avLst/>
              <a:gdLst>
                <a:gd name="T0" fmla="*/ 165594 w 2051853"/>
                <a:gd name="T1" fmla="*/ 1421013 h 1849379"/>
                <a:gd name="T2" fmla="*/ 212501 w 2051853"/>
                <a:gd name="T3" fmla="*/ 448614 h 1849379"/>
                <a:gd name="T4" fmla="*/ 1023871 w 2051853"/>
                <a:gd name="T5" fmla="*/ 100884 h 1849379"/>
                <a:gd name="T6" fmla="*/ 1925392 w 2051853"/>
                <a:gd name="T7" fmla="*/ 603160 h 1849379"/>
                <a:gd name="T8" fmla="*/ 1821139 w 2051853"/>
                <a:gd name="T9" fmla="*/ 1190007 h 1849379"/>
                <a:gd name="T10" fmla="*/ 1575695 w 2051853"/>
                <a:gd name="T11" fmla="*/ 1267009 h 1849379"/>
                <a:gd name="T12" fmla="*/ 1493881 w 2051853"/>
                <a:gd name="T13" fmla="*/ 1180382 h 1849379"/>
                <a:gd name="T14" fmla="*/ 1460192 w 2051853"/>
                <a:gd name="T15" fmla="*/ 1026378 h 1849379"/>
                <a:gd name="T16" fmla="*/ 1657510 w 2051853"/>
                <a:gd name="T17" fmla="*/ 785746 h 1849379"/>
                <a:gd name="T18" fmla="*/ 1546819 w 2051853"/>
                <a:gd name="T19" fmla="*/ 352609 h 1849379"/>
                <a:gd name="T20" fmla="*/ 1118495 w 2051853"/>
                <a:gd name="T21" fmla="*/ 203418 h 1849379"/>
                <a:gd name="T22" fmla="*/ 430289 w 2051853"/>
                <a:gd name="T23" fmla="*/ 530676 h 1849379"/>
                <a:gd name="T24" fmla="*/ 377350 w 2051853"/>
                <a:gd name="T25" fmla="*/ 1281447 h 1849379"/>
                <a:gd name="T26" fmla="*/ 853801 w 2051853"/>
                <a:gd name="T27" fmla="*/ 1522079 h 1849379"/>
                <a:gd name="T28" fmla="*/ 670921 w 2051853"/>
                <a:gd name="T29" fmla="*/ 1801211 h 1849379"/>
                <a:gd name="T30" fmla="*/ 165594 w 2051853"/>
                <a:gd name="T31" fmla="*/ 1421013 h 1849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051853" h="1849379">
                  <a:moveTo>
                    <a:pt x="165594" y="1421013"/>
                  </a:moveTo>
                  <a:cubicBezTo>
                    <a:pt x="107843" y="1310323"/>
                    <a:pt x="0" y="729803"/>
                    <a:pt x="212501" y="448614"/>
                  </a:cubicBezTo>
                  <a:cubicBezTo>
                    <a:pt x="425002" y="167425"/>
                    <a:pt x="502277" y="201768"/>
                    <a:pt x="1023871" y="100884"/>
                  </a:cubicBezTo>
                  <a:cubicBezTo>
                    <a:pt x="1545465" y="0"/>
                    <a:pt x="1781578" y="289774"/>
                    <a:pt x="1925392" y="603160"/>
                  </a:cubicBezTo>
                  <a:cubicBezTo>
                    <a:pt x="2051853" y="738961"/>
                    <a:pt x="2006154" y="1061719"/>
                    <a:pt x="1821139" y="1190007"/>
                  </a:cubicBezTo>
                  <a:cubicBezTo>
                    <a:pt x="1762856" y="1300648"/>
                    <a:pt x="1630238" y="1268613"/>
                    <a:pt x="1575695" y="1267009"/>
                  </a:cubicBezTo>
                  <a:cubicBezTo>
                    <a:pt x="1515013" y="1252122"/>
                    <a:pt x="1512329" y="1211664"/>
                    <a:pt x="1493881" y="1180382"/>
                  </a:cubicBezTo>
                  <a:cubicBezTo>
                    <a:pt x="1474631" y="1140277"/>
                    <a:pt x="1432921" y="1092151"/>
                    <a:pt x="1460192" y="1026378"/>
                  </a:cubicBezTo>
                  <a:cubicBezTo>
                    <a:pt x="1452712" y="985999"/>
                    <a:pt x="1643072" y="898041"/>
                    <a:pt x="1657510" y="785746"/>
                  </a:cubicBezTo>
                  <a:cubicBezTo>
                    <a:pt x="1671948" y="673451"/>
                    <a:pt x="1636655" y="449664"/>
                    <a:pt x="1546819" y="352609"/>
                  </a:cubicBezTo>
                  <a:cubicBezTo>
                    <a:pt x="1456983" y="255554"/>
                    <a:pt x="1304583" y="173740"/>
                    <a:pt x="1118495" y="203418"/>
                  </a:cubicBezTo>
                  <a:cubicBezTo>
                    <a:pt x="932407" y="233096"/>
                    <a:pt x="553813" y="351005"/>
                    <a:pt x="430289" y="530676"/>
                  </a:cubicBezTo>
                  <a:cubicBezTo>
                    <a:pt x="367725" y="578803"/>
                    <a:pt x="327620" y="1117015"/>
                    <a:pt x="377350" y="1281447"/>
                  </a:cubicBezTo>
                  <a:cubicBezTo>
                    <a:pt x="447935" y="1446681"/>
                    <a:pt x="804873" y="1435452"/>
                    <a:pt x="853801" y="1522079"/>
                  </a:cubicBezTo>
                  <a:cubicBezTo>
                    <a:pt x="940428" y="1661646"/>
                    <a:pt x="773319" y="1849379"/>
                    <a:pt x="670921" y="1801211"/>
                  </a:cubicBezTo>
                  <a:cubicBezTo>
                    <a:pt x="449834" y="1786186"/>
                    <a:pt x="223345" y="1531703"/>
                    <a:pt x="165594" y="1421013"/>
                  </a:cubicBezTo>
                  <a:close/>
                </a:path>
              </a:pathLst>
            </a:custGeom>
            <a:solidFill>
              <a:srgbClr val="5B9BD5"/>
            </a:solidFill>
            <a:ln w="25400" cap="flat" cmpd="sng" algn="ctr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31B3E068-05AA-BD6D-EF35-D83C32E59E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095920" y="112146117"/>
              <a:ext cx="2003841" cy="1756678"/>
            </a:xfrm>
            <a:custGeom>
              <a:avLst/>
              <a:gdLst>
                <a:gd name="T0" fmla="*/ 165594 w 2003841"/>
                <a:gd name="T1" fmla="*/ 1365289 h 1756678"/>
                <a:gd name="T2" fmla="*/ 212501 w 2003841"/>
                <a:gd name="T3" fmla="*/ 392890 h 1756678"/>
                <a:gd name="T4" fmla="*/ 448045 w 2003841"/>
                <a:gd name="T5" fmla="*/ 163912 h 1756678"/>
                <a:gd name="T6" fmla="*/ 918402 w 2003841"/>
                <a:gd name="T7" fmla="*/ 42211 h 1756678"/>
                <a:gd name="T8" fmla="*/ 1280215 w 2003841"/>
                <a:gd name="T9" fmla="*/ 19187 h 1756678"/>
                <a:gd name="T10" fmla="*/ 1645317 w 2003841"/>
                <a:gd name="T11" fmla="*/ 157333 h 1756678"/>
                <a:gd name="T12" fmla="*/ 1941108 w 2003841"/>
                <a:gd name="T13" fmla="*/ 523686 h 1756678"/>
                <a:gd name="T14" fmla="*/ 1993974 w 2003841"/>
                <a:gd name="T15" fmla="*/ 811886 h 1756678"/>
                <a:gd name="T16" fmla="*/ 1941346 w 2003841"/>
                <a:gd name="T17" fmla="*/ 992792 h 1756678"/>
                <a:gd name="T18" fmla="*/ 1825256 w 2003841"/>
                <a:gd name="T19" fmla="*/ 1144319 h 1756678"/>
                <a:gd name="T20" fmla="*/ 687428 w 2003841"/>
                <a:gd name="T21" fmla="*/ 1756678 h 1756678"/>
                <a:gd name="T22" fmla="*/ 165594 w 2003841"/>
                <a:gd name="T23" fmla="*/ 1365289 h 1756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03841" h="1756678">
                  <a:moveTo>
                    <a:pt x="165594" y="1365289"/>
                  </a:moveTo>
                  <a:cubicBezTo>
                    <a:pt x="107843" y="1254599"/>
                    <a:pt x="0" y="674079"/>
                    <a:pt x="212501" y="392890"/>
                  </a:cubicBezTo>
                  <a:cubicBezTo>
                    <a:pt x="332923" y="226407"/>
                    <a:pt x="349368" y="239564"/>
                    <a:pt x="448045" y="163912"/>
                  </a:cubicBezTo>
                  <a:cubicBezTo>
                    <a:pt x="565695" y="105465"/>
                    <a:pt x="779707" y="65235"/>
                    <a:pt x="918402" y="42211"/>
                  </a:cubicBezTo>
                  <a:cubicBezTo>
                    <a:pt x="1057097" y="18090"/>
                    <a:pt x="1159063" y="0"/>
                    <a:pt x="1280215" y="19187"/>
                  </a:cubicBezTo>
                  <a:cubicBezTo>
                    <a:pt x="1378892" y="29054"/>
                    <a:pt x="1535168" y="73250"/>
                    <a:pt x="1645317" y="157333"/>
                  </a:cubicBezTo>
                  <a:cubicBezTo>
                    <a:pt x="1755466" y="241416"/>
                    <a:pt x="1882998" y="414594"/>
                    <a:pt x="1941108" y="523686"/>
                  </a:cubicBezTo>
                  <a:cubicBezTo>
                    <a:pt x="2003171" y="689188"/>
                    <a:pt x="2003841" y="673739"/>
                    <a:pt x="1993974" y="811886"/>
                  </a:cubicBezTo>
                  <a:cubicBezTo>
                    <a:pt x="1980817" y="930297"/>
                    <a:pt x="1974238" y="920430"/>
                    <a:pt x="1941346" y="992792"/>
                  </a:cubicBezTo>
                  <a:cubicBezTo>
                    <a:pt x="1868983" y="1101336"/>
                    <a:pt x="1895297" y="1061866"/>
                    <a:pt x="1825256" y="1144319"/>
                  </a:cubicBezTo>
                  <a:cubicBezTo>
                    <a:pt x="1618929" y="1345859"/>
                    <a:pt x="964038" y="1719850"/>
                    <a:pt x="687428" y="1756678"/>
                  </a:cubicBezTo>
                  <a:cubicBezTo>
                    <a:pt x="434994" y="1730631"/>
                    <a:pt x="223345" y="1475979"/>
                    <a:pt x="165594" y="1365289"/>
                  </a:cubicBezTo>
                  <a:close/>
                </a:path>
              </a:pathLst>
            </a:custGeom>
            <a:solidFill>
              <a:srgbClr val="5B9BD5">
                <a:alpha val="50000"/>
              </a:srgbClr>
            </a:solidFill>
            <a:ln w="25400" cap="flat" cmpd="sng" algn="ctr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00"/>
                    </a:outerShdw>
                  </a:effectLst>
                </a14:hiddenEffects>
              </a:ext>
            </a:extLst>
          </p:spPr>
          <p:txBody>
            <a:bodyPr vert="horz" wrap="square" lIns="36576" tIns="36576" rIns="36576" bIns="36576" numCol="1" anchor="t" anchorCtr="0" compatLnSpc="1">
              <a:prstTxWarp prst="textNoShape">
                <a:avLst/>
              </a:prstTxWarp>
            </a:bodyPr>
            <a:lstStyle/>
            <a:p>
              <a:endParaRPr lang="en-CA"/>
            </a:p>
          </p:txBody>
        </p:sp>
      </p:grpSp>
      <p:sp>
        <p:nvSpPr>
          <p:cNvPr id="13" name="Freeform 13">
            <a:extLst>
              <a:ext uri="{FF2B5EF4-FFF2-40B4-BE49-F238E27FC236}">
                <a16:creationId xmlns:a16="http://schemas.microsoft.com/office/drawing/2014/main" id="{B00E54D7-1183-3F16-AFB0-E16801C4AF36}"/>
              </a:ext>
            </a:extLst>
          </p:cNvPr>
          <p:cNvSpPr>
            <a:spLocks/>
          </p:cNvSpPr>
          <p:nvPr/>
        </p:nvSpPr>
        <p:spPr bwMode="auto">
          <a:xfrm>
            <a:off x="4494721" y="1344549"/>
            <a:ext cx="2068512" cy="1893888"/>
          </a:xfrm>
          <a:custGeom>
            <a:avLst/>
            <a:gdLst>
              <a:gd name="T0" fmla="*/ 109471 w 2069206"/>
              <a:gd name="T1" fmla="*/ 1363014 h 1893194"/>
              <a:gd name="T2" fmla="*/ 212501 w 2069206"/>
              <a:gd name="T3" fmla="*/ 448614 h 1893194"/>
              <a:gd name="T4" fmla="*/ 1023871 w 2069206"/>
              <a:gd name="T5" fmla="*/ 100884 h 1893194"/>
              <a:gd name="T6" fmla="*/ 1925392 w 2069206"/>
              <a:gd name="T7" fmla="*/ 603160 h 1893194"/>
              <a:gd name="T8" fmla="*/ 1435994 w 2069206"/>
              <a:gd name="T9" fmla="*/ 1453166 h 1893194"/>
              <a:gd name="T10" fmla="*/ 560231 w 2069206"/>
              <a:gd name="T11" fmla="*/ 1878169 h 1893194"/>
              <a:gd name="T12" fmla="*/ 109471 w 2069206"/>
              <a:gd name="T13" fmla="*/ 1363014 h 18931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69206" h="1893194">
                <a:moveTo>
                  <a:pt x="109471" y="1363014"/>
                </a:moveTo>
                <a:cubicBezTo>
                  <a:pt x="105178" y="1350135"/>
                  <a:pt x="0" y="729803"/>
                  <a:pt x="212501" y="448614"/>
                </a:cubicBezTo>
                <a:cubicBezTo>
                  <a:pt x="425002" y="167425"/>
                  <a:pt x="502277" y="201768"/>
                  <a:pt x="1023871" y="100884"/>
                </a:cubicBezTo>
                <a:cubicBezTo>
                  <a:pt x="1545465" y="0"/>
                  <a:pt x="1781578" y="289774"/>
                  <a:pt x="1925392" y="603160"/>
                </a:cubicBezTo>
                <a:cubicBezTo>
                  <a:pt x="2069206" y="916546"/>
                  <a:pt x="1781577" y="1337256"/>
                  <a:pt x="1435994" y="1453166"/>
                </a:cubicBezTo>
                <a:cubicBezTo>
                  <a:pt x="1090411" y="1569076"/>
                  <a:pt x="781318" y="1893194"/>
                  <a:pt x="560231" y="1878169"/>
                </a:cubicBezTo>
                <a:cubicBezTo>
                  <a:pt x="339144" y="1863144"/>
                  <a:pt x="264017" y="1478924"/>
                  <a:pt x="109471" y="1363014"/>
                </a:cubicBezTo>
                <a:close/>
              </a:path>
            </a:pathLst>
          </a:custGeom>
          <a:solidFill>
            <a:srgbClr val="00B050"/>
          </a:solidFill>
          <a:ln w="25400" cap="flat" cmpd="sng" algn="ctr">
            <a:solidFill>
              <a:srgbClr val="000000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82117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750</TotalTime>
  <Words>0</Words>
  <Application>Microsoft Office PowerPoint</Application>
  <PresentationFormat>Letter Paper (8.5x11 in)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Greg Salomons</dc:creator>
  <cp:lastModifiedBy>Greg Salomons</cp:lastModifiedBy>
  <cp:revision>7</cp:revision>
  <dcterms:created xsi:type="dcterms:W3CDTF">2026-02-20T13:53:37Z</dcterms:created>
  <dcterms:modified xsi:type="dcterms:W3CDTF">2026-04-06T14:15:38Z</dcterms:modified>
</cp:coreProperties>
</file>